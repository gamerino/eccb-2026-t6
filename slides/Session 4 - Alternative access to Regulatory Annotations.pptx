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02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5143500" type="screen16x9"/>
  <p:notesSz cx="6858000" cy="9144000"/>
  <p:embeddedFontLst>
    <p:embeddedFont>
      <p:font typeface="Arial Black" panose="020B0604020202020204" pitchFamily="34" charset="0"/>
      <p:bold r:id="rId31"/>
    </p:embeddedFont>
    <p:embeddedFont>
      <p:font typeface="Franklin Gothic" panose="020B0603020102020204" pitchFamily="34" charset="0"/>
      <p:regular r:id="rId32"/>
      <p:bold r:id="rId33"/>
      <p:italic r:id="rId34"/>
      <p:boldItalic r:id="rId35"/>
    </p:embeddedFont>
    <p:embeddedFont>
      <p:font typeface="Inter" panose="02000503000000020004" pitchFamily="2" charset="0"/>
      <p:regular r:id="rId36"/>
      <p:bold r:id="rId37"/>
      <p:italic r:id="rId38"/>
      <p:boldItalic r:id="rId39"/>
    </p:embeddedFont>
    <p:embeddedFont>
      <p:font typeface="Libre Franklin" pitchFamily="2" charset="77"/>
      <p:regular r:id="rId40"/>
      <p:bold r:id="rId41"/>
      <p:italic r:id="rId42"/>
      <p:boldItalic r:id="rId43"/>
    </p:embeddedFont>
    <p:embeddedFont>
      <p:font typeface="Libre Franklin Medium" pitchFamily="2" charset="77"/>
      <p:regular r:id="rId44"/>
      <p:italic r:id="rId45"/>
    </p:embeddedFont>
    <p:embeddedFont>
      <p:font typeface="Libre Franklin Thin" pitchFamily="2" charset="77"/>
      <p:regular r:id="rId46"/>
      <p:italic r:id="rId47"/>
    </p:embeddedFont>
    <p:embeddedFont>
      <p:font typeface="Roboto" panose="02000000000000000000" pitchFamily="2" charset="0"/>
      <p:regular r:id="rId48"/>
      <p:bold r:id="rId49"/>
      <p:italic r:id="rId50"/>
      <p:boldItalic r:id="rId51"/>
    </p:embeddedFont>
    <p:embeddedFont>
      <p:font typeface="Roboto Medium" panose="02000000000000000000" pitchFamily="2" charset="0"/>
      <p:regular r:id="rId52"/>
      <p:italic r:id="rId53"/>
    </p:embeddedFont>
    <p:embeddedFont>
      <p:font typeface="Roboto Thin" panose="02000000000000000000" pitchFamily="2" charset="0"/>
      <p:regular r:id="rId54"/>
      <p:italic r:id="rId5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C8825AA-C4DE-4C30-88E3-B08674D2A2D1}">
  <a:tblStyle styleId="{EC8825AA-C4DE-4C30-88E3-B08674D2A2D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AC969CF7-ADC5-4383-A8E3-20DD6302E44E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707"/>
  </p:normalViewPr>
  <p:slideViewPr>
    <p:cSldViewPr snapToGrid="0">
      <p:cViewPr varScale="1">
        <p:scale>
          <a:sx n="153" d="100"/>
          <a:sy n="153" d="100"/>
        </p:scale>
        <p:origin x="344" y="17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9.fntdata"/><Relationship Id="rId21" Type="http://schemas.openxmlformats.org/officeDocument/2006/relationships/slide" Target="slides/slide20.xml"/><Relationship Id="rId34" Type="http://schemas.openxmlformats.org/officeDocument/2006/relationships/font" Target="fonts/font4.fntdata"/><Relationship Id="rId42" Type="http://schemas.openxmlformats.org/officeDocument/2006/relationships/font" Target="fonts/font12.fntdata"/><Relationship Id="rId47" Type="http://schemas.openxmlformats.org/officeDocument/2006/relationships/font" Target="fonts/font17.fntdata"/><Relationship Id="rId50" Type="http://schemas.openxmlformats.org/officeDocument/2006/relationships/font" Target="fonts/font20.fntdata"/><Relationship Id="rId55" Type="http://schemas.openxmlformats.org/officeDocument/2006/relationships/font" Target="fonts/font25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2.fntdata"/><Relationship Id="rId37" Type="http://schemas.openxmlformats.org/officeDocument/2006/relationships/font" Target="fonts/font7.fntdata"/><Relationship Id="rId40" Type="http://schemas.openxmlformats.org/officeDocument/2006/relationships/font" Target="fonts/font10.fntdata"/><Relationship Id="rId45" Type="http://schemas.openxmlformats.org/officeDocument/2006/relationships/font" Target="fonts/font15.fntdata"/><Relationship Id="rId53" Type="http://schemas.openxmlformats.org/officeDocument/2006/relationships/font" Target="fonts/font23.fntdata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font" Target="fonts/font5.fntdata"/><Relationship Id="rId43" Type="http://schemas.openxmlformats.org/officeDocument/2006/relationships/font" Target="fonts/font13.fntdata"/><Relationship Id="rId48" Type="http://schemas.openxmlformats.org/officeDocument/2006/relationships/font" Target="fonts/font18.fntdata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font" Target="fonts/font21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3.fntdata"/><Relationship Id="rId38" Type="http://schemas.openxmlformats.org/officeDocument/2006/relationships/font" Target="fonts/font8.fntdata"/><Relationship Id="rId46" Type="http://schemas.openxmlformats.org/officeDocument/2006/relationships/font" Target="fonts/font16.fntdata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font" Target="fonts/font11.fntdata"/><Relationship Id="rId54" Type="http://schemas.openxmlformats.org/officeDocument/2006/relationships/font" Target="fonts/font2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6.fntdata"/><Relationship Id="rId49" Type="http://schemas.openxmlformats.org/officeDocument/2006/relationships/font" Target="fonts/font19.fntdata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font" Target="fonts/font1.fntdata"/><Relationship Id="rId44" Type="http://schemas.openxmlformats.org/officeDocument/2006/relationships/font" Target="fonts/font14.fntdata"/><Relationship Id="rId52" Type="http://schemas.openxmlformats.org/officeDocument/2006/relationships/font" Target="fonts/font2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8" name="Google Shape;498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g3efd53029d2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9" name="Google Shape;509;g3efd53029d2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Google Shape;536;SLIDES_API954120159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7" name="Google Shape;537;SLIDES_API954120159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📣 This is Slido interaction slide, please don't delete it.</a:t>
            </a:r>
            <a:br>
              <a:rPr lang="en-GB"/>
            </a:br>
            <a:r>
              <a:rPr lang="en-GB"/>
              <a:t>✅ Click on 'Present with Slido' and the poll will launch automatically when you get to this slide.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Google Shape;548;SLIDES_API954120159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9" name="Google Shape;549;SLIDES_API954120159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📣 This is Slido interaction slide, please don't delete it.</a:t>
            </a:r>
            <a:br>
              <a:rPr lang="en-GB"/>
            </a:br>
            <a:r>
              <a:rPr lang="en-GB"/>
              <a:t>✅ Click on 'Present with Slido' and the poll will launch automatically when you get to this slide.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SLIDES_API954120159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SLIDES_API954120159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📣 This is Slido interaction slide, please don't delete it.</a:t>
            </a:r>
            <a:br>
              <a:rPr lang="en-GB"/>
            </a:br>
            <a:r>
              <a:rPr lang="en-GB"/>
              <a:t>✅ Click on 'Present with Slido' and the poll will launch automatically when you get to this slide.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eabb553fc7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eabb553fc7_0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3eabb553fc7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3eabb553fc7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Google Shape;585;SLIDES_API1443290536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6" name="Google Shape;586;SLIDES_API1443290536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📣 This is Slido interaction slide, please don't delete it.</a:t>
            </a:r>
            <a:br>
              <a:rPr lang="en-GB"/>
            </a:br>
            <a:r>
              <a:rPr lang="en-GB"/>
              <a:t>✅ Click on 'Present with Slido' and the poll will launch automatically when you get to this slide.</a:t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g3eabb553fc7_0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8" name="Google Shape;598;g3eabb553fc7_0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Google Shape;604;g3eabb553fc7_0_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5" name="Google Shape;605;g3eabb553fc7_0_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3eabb553fc7_0_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2" name="Google Shape;612;g3eabb553fc7_0_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SLIDES_API399143577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SLIDES_API399143577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📣 This is Slido interaction slide, please don't delete it.</a:t>
            </a:r>
            <a:br>
              <a:rPr lang="en-GB"/>
            </a:br>
            <a:r>
              <a:rPr lang="en-GB"/>
              <a:t>✅ Click on 'Present with Slido' and the poll will launch automatically when you get to this slide.</a:t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eabb553fc7_0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1" name="Google Shape;631;g3eabb553fc7_0_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Google Shape;636;g3eabb553fc7_0_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7" name="Google Shape;637;g3eabb553fc7_0_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g3eabb553fc7_0_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3" name="Google Shape;643;g3eabb553fc7_0_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Table with information about the files provided to attendees</a:t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Google Shape;649;g3da7a473460_1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0" name="Google Shape;650;g3da7a473460_1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Google Shape;655;g3eabb553fc7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6" name="Google Shape;656;g3eabb553fc7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g3d0d3bf5493_0_4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3" name="Google Shape;663;g3d0d3bf5493_0_4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Update with the test site that will remove this button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Add data access screenshot</a:t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Google Shape;668;g3d0d3bf5493_0_5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9" name="Google Shape;669;g3d0d3bf5493_0_5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g3da7a473460_1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6" name="Google Shape;676;g3da7a473460_1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1" name="Google Shape;681;g3fabb7965a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2" name="Google Shape;682;g3fabb7965a7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Google Shape;688;g3f75926e2a4_0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9" name="Google Shape;689;g3f75926e2a4_0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5" name="Google Shape;695;g3f75926e2a4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6" name="Google Shape;696;g3f75926e2a4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Google Shape;701;g3fabb7965a7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2" name="Google Shape;702;g3fabb7965a7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3da7a473460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2" name="Google Shape;722;g3da7a473460_2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3" name="Google Shape;723;g3da7a473460_2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25</a:t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3efd53029d2_0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3efd53029d2_0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3ec12605dd3_0_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3ec12605dd3_0_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Google Shape;742;g3ec12605dd3_0_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3" name="Google Shape;743;g3ec12605dd3_0_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3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4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5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6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7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9.jp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9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0.png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And_Elements_grey">
  <p:cSld name="Title_And_Elements_grey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0" y="879475"/>
            <a:ext cx="9144000" cy="37347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25" rIns="91425" bIns="4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Franklin Gothic"/>
              <a:ea typeface="Franklin Gothic"/>
              <a:cs typeface="Franklin Gothic"/>
              <a:sym typeface="Franklin Gothic"/>
            </a:endParaRPr>
          </a:p>
        </p:txBody>
      </p:sp>
      <p:sp>
        <p:nvSpPr>
          <p:cNvPr id="12" name="Google Shape;12;p2"/>
          <p:cNvSpPr txBox="1">
            <a:spLocks noGrp="1"/>
          </p:cNvSpPr>
          <p:nvPr>
            <p:ph type="body" idx="1"/>
          </p:nvPr>
        </p:nvSpPr>
        <p:spPr>
          <a:xfrm>
            <a:off x="338138" y="889824"/>
            <a:ext cx="8452200" cy="37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Char char="•"/>
              <a:defRPr sz="1600"/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/>
          <p:nvPr/>
        </p:nvSpPr>
        <p:spPr>
          <a:xfrm>
            <a:off x="7793831" y="4557712"/>
            <a:ext cx="1143000" cy="5286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13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and_elements_white">
  <p:cSld name="Title_and_elements_whit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4"/>
          <p:cNvSpPr txBox="1">
            <a:spLocks noGrp="1"/>
          </p:cNvSpPr>
          <p:nvPr>
            <p:ph type="body" idx="1"/>
          </p:nvPr>
        </p:nvSpPr>
        <p:spPr>
          <a:xfrm>
            <a:off x="338138" y="889824"/>
            <a:ext cx="8452200" cy="37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Char char="•"/>
              <a:defRPr sz="1600"/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Title - South Building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853567" y="0"/>
            <a:ext cx="4275376" cy="3283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23" name="Google Shape;23;p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>
            <a:spLocks noGrp="1"/>
          </p:cNvSpPr>
          <p:nvPr>
            <p:ph type="body" idx="1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2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body" idx="3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4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2_Title_Cell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Google Shape;30;p6"/>
          <p:cNvPicPr preferRelativeResize="0"/>
          <p:nvPr/>
        </p:nvPicPr>
        <p:blipFill rotWithShape="1">
          <a:blip r:embed="rId2">
            <a:alphaModFix/>
          </a:blip>
          <a:srcRect l="50" r="50"/>
          <a:stretch/>
        </p:blipFill>
        <p:spPr>
          <a:xfrm>
            <a:off x="4862485" y="-5821"/>
            <a:ext cx="4281515" cy="32891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Google Shape;31;p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32" name="Google Shape;32;p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6"/>
          <p:cNvSpPr txBox="1">
            <a:spLocks noGrp="1"/>
          </p:cNvSpPr>
          <p:nvPr>
            <p:ph type="body" idx="1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4" name="Google Shape;34;p6"/>
          <p:cNvSpPr txBox="1">
            <a:spLocks noGrp="1"/>
          </p:cNvSpPr>
          <p:nvPr>
            <p:ph type="body" idx="2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3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4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2_Title_Slide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Google Shape;39;p7"/>
          <p:cNvPicPr preferRelativeResize="0"/>
          <p:nvPr/>
        </p:nvPicPr>
        <p:blipFill rotWithShape="1">
          <a:blip r:embed="rId2">
            <a:alphaModFix/>
          </a:blip>
          <a:srcRect l="50" r="50"/>
          <a:stretch/>
        </p:blipFill>
        <p:spPr>
          <a:xfrm>
            <a:off x="4862486" y="-5821"/>
            <a:ext cx="4281512" cy="3289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40" name="Google Shape;40;p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41" name="Google Shape;41;p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2_Title_Slide 2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Google Shape;48;p8"/>
          <p:cNvPicPr preferRelativeResize="0"/>
          <p:nvPr/>
        </p:nvPicPr>
        <p:blipFill rotWithShape="1">
          <a:blip r:embed="rId2">
            <a:alphaModFix/>
          </a:blip>
          <a:srcRect l="50" r="50"/>
          <a:stretch/>
        </p:blipFill>
        <p:spPr>
          <a:xfrm>
            <a:off x="4862485" y="-5821"/>
            <a:ext cx="4281515" cy="3289111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50" name="Google Shape;50;p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8"/>
          <p:cNvSpPr txBox="1">
            <a:spLocks noGrp="1"/>
          </p:cNvSpPr>
          <p:nvPr>
            <p:ph type="body" idx="1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body" idx="2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body" idx="3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4" name="Google Shape;54;p8"/>
          <p:cNvSpPr txBox="1">
            <a:spLocks noGrp="1"/>
          </p:cNvSpPr>
          <p:nvPr>
            <p:ph type="body" idx="4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5" name="Google Shape;55;p8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2_Title_Slide 3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Google Shape;57;p9"/>
          <p:cNvPicPr preferRelativeResize="0"/>
          <p:nvPr/>
        </p:nvPicPr>
        <p:blipFill rotWithShape="1">
          <a:blip r:embed="rId2">
            <a:alphaModFix/>
          </a:blip>
          <a:srcRect l="50" r="50"/>
          <a:stretch/>
        </p:blipFill>
        <p:spPr>
          <a:xfrm>
            <a:off x="4862486" y="-5821"/>
            <a:ext cx="4281513" cy="3289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58" name="Google Shape;58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59" name="Google Shape;59;p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9"/>
          <p:cNvSpPr txBox="1">
            <a:spLocks noGrp="1"/>
          </p:cNvSpPr>
          <p:nvPr>
            <p:ph type="body" idx="1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1" name="Google Shape;61;p9"/>
          <p:cNvSpPr txBox="1">
            <a:spLocks noGrp="1"/>
          </p:cNvSpPr>
          <p:nvPr>
            <p:ph type="body" idx="2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body" idx="3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body" idx="4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4" name="Google Shape;64;p9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2_Title_Slide 4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Google Shape;66;p10"/>
          <p:cNvPicPr preferRelativeResize="0"/>
          <p:nvPr/>
        </p:nvPicPr>
        <p:blipFill rotWithShape="1">
          <a:blip r:embed="rId2">
            <a:alphaModFix/>
          </a:blip>
          <a:srcRect l="50" r="50"/>
          <a:stretch/>
        </p:blipFill>
        <p:spPr>
          <a:xfrm>
            <a:off x="4862486" y="-5821"/>
            <a:ext cx="4281512" cy="3289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67" name="Google Shape;67;p1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68" name="Google Shape;68;p1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10"/>
          <p:cNvSpPr txBox="1">
            <a:spLocks noGrp="1"/>
          </p:cNvSpPr>
          <p:nvPr>
            <p:ph type="body" idx="1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0" name="Google Shape;70;p10"/>
          <p:cNvSpPr txBox="1">
            <a:spLocks noGrp="1"/>
          </p:cNvSpPr>
          <p:nvPr>
            <p:ph type="body" idx="2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0"/>
          <p:cNvSpPr txBox="1">
            <a:spLocks noGrp="1"/>
          </p:cNvSpPr>
          <p:nvPr>
            <p:ph type="body" idx="3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2" name="Google Shape;72;p10"/>
          <p:cNvSpPr txBox="1">
            <a:spLocks noGrp="1"/>
          </p:cNvSpPr>
          <p:nvPr>
            <p:ph type="body" idx="4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3" name="Google Shape;73;p10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2_Title_Slide 5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oogle Shape;75;p11"/>
          <p:cNvPicPr preferRelativeResize="0"/>
          <p:nvPr/>
        </p:nvPicPr>
        <p:blipFill rotWithShape="1">
          <a:blip r:embed="rId2">
            <a:alphaModFix/>
          </a:blip>
          <a:srcRect l="50" r="50"/>
          <a:stretch/>
        </p:blipFill>
        <p:spPr>
          <a:xfrm>
            <a:off x="4862486" y="-5821"/>
            <a:ext cx="4281512" cy="3289107"/>
          </a:xfrm>
          <a:prstGeom prst="rect">
            <a:avLst/>
          </a:prstGeom>
          <a:noFill/>
          <a:ln>
            <a:noFill/>
          </a:ln>
        </p:spPr>
      </p:pic>
      <p:pic>
        <p:nvPicPr>
          <p:cNvPr id="76" name="Google Shape;76;p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1"/>
          <p:cNvSpPr txBox="1">
            <a:spLocks noGrp="1"/>
          </p:cNvSpPr>
          <p:nvPr>
            <p:ph type="body" idx="1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9" name="Google Shape;79;p11"/>
          <p:cNvSpPr txBox="1">
            <a:spLocks noGrp="1"/>
          </p:cNvSpPr>
          <p:nvPr>
            <p:ph type="body" idx="2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0" name="Google Shape;80;p11"/>
          <p:cNvSpPr txBox="1">
            <a:spLocks noGrp="1"/>
          </p:cNvSpPr>
          <p:nvPr>
            <p:ph type="body" idx="3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1"/>
          <p:cNvSpPr txBox="1">
            <a:spLocks noGrp="1"/>
          </p:cNvSpPr>
          <p:nvPr>
            <p:ph type="body" idx="4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2" name="Google Shape;82;p11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2_Title_Slide 6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2"/>
          <p:cNvPicPr preferRelativeResize="0"/>
          <p:nvPr/>
        </p:nvPicPr>
        <p:blipFill rotWithShape="1">
          <a:blip r:embed="rId2">
            <a:alphaModFix/>
          </a:blip>
          <a:srcRect l="50" r="50"/>
          <a:stretch/>
        </p:blipFill>
        <p:spPr>
          <a:xfrm>
            <a:off x="4862486" y="-5821"/>
            <a:ext cx="4281512" cy="3289107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1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2"/>
          <p:cNvSpPr txBox="1">
            <a:spLocks noGrp="1"/>
          </p:cNvSpPr>
          <p:nvPr>
            <p:ph type="body" idx="1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8" name="Google Shape;88;p12"/>
          <p:cNvSpPr txBox="1">
            <a:spLocks noGrp="1"/>
          </p:cNvSpPr>
          <p:nvPr>
            <p:ph type="body" idx="2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9" name="Google Shape;89;p12"/>
          <p:cNvSpPr txBox="1">
            <a:spLocks noGrp="1"/>
          </p:cNvSpPr>
          <p:nvPr>
            <p:ph type="body" idx="3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0" name="Google Shape;90;p12"/>
          <p:cNvSpPr txBox="1">
            <a:spLocks noGrp="1"/>
          </p:cNvSpPr>
          <p:nvPr>
            <p:ph type="body" idx="4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1" name="Google Shape;91;p12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2_Title_Slide 7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13"/>
          <p:cNvPicPr preferRelativeResize="0"/>
          <p:nvPr/>
        </p:nvPicPr>
        <p:blipFill rotWithShape="1">
          <a:blip r:embed="rId2">
            <a:alphaModFix/>
          </a:blip>
          <a:srcRect l="50" r="50"/>
          <a:stretch/>
        </p:blipFill>
        <p:spPr>
          <a:xfrm>
            <a:off x="4862486" y="-5821"/>
            <a:ext cx="4281512" cy="3289107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3"/>
          <p:cNvSpPr txBox="1">
            <a:spLocks noGrp="1"/>
          </p:cNvSpPr>
          <p:nvPr>
            <p:ph type="body" idx="1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7" name="Google Shape;97;p13"/>
          <p:cNvSpPr txBox="1">
            <a:spLocks noGrp="1"/>
          </p:cNvSpPr>
          <p:nvPr>
            <p:ph type="body" idx="2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8" name="Google Shape;98;p13"/>
          <p:cNvSpPr txBox="1">
            <a:spLocks noGrp="1"/>
          </p:cNvSpPr>
          <p:nvPr>
            <p:ph type="body" idx="3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9" name="Google Shape;99;p13"/>
          <p:cNvSpPr txBox="1">
            <a:spLocks noGrp="1"/>
          </p:cNvSpPr>
          <p:nvPr>
            <p:ph type="body" idx="4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0" name="Google Shape;100;p13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2_Title_Slide 8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" name="Google Shape;102;p14"/>
          <p:cNvPicPr preferRelativeResize="0"/>
          <p:nvPr/>
        </p:nvPicPr>
        <p:blipFill rotWithShape="1">
          <a:blip r:embed="rId2">
            <a:alphaModFix/>
          </a:blip>
          <a:srcRect l="50" r="50"/>
          <a:stretch/>
        </p:blipFill>
        <p:spPr>
          <a:xfrm>
            <a:off x="4862486" y="-5821"/>
            <a:ext cx="4281512" cy="3289107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1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4"/>
          <p:cNvSpPr txBox="1">
            <a:spLocks noGrp="1"/>
          </p:cNvSpPr>
          <p:nvPr>
            <p:ph type="body" idx="1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6" name="Google Shape;106;p14"/>
          <p:cNvSpPr txBox="1">
            <a:spLocks noGrp="1"/>
          </p:cNvSpPr>
          <p:nvPr>
            <p:ph type="body" idx="2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7" name="Google Shape;107;p14"/>
          <p:cNvSpPr txBox="1">
            <a:spLocks noGrp="1"/>
          </p:cNvSpPr>
          <p:nvPr>
            <p:ph type="body" idx="3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8" name="Google Shape;108;p14"/>
          <p:cNvSpPr txBox="1">
            <a:spLocks noGrp="1"/>
          </p:cNvSpPr>
          <p:nvPr>
            <p:ph type="body" idx="4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9" name="Google Shape;109;p14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2_Title_Slide 9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5"/>
          <p:cNvPicPr preferRelativeResize="0"/>
          <p:nvPr/>
        </p:nvPicPr>
        <p:blipFill rotWithShape="1">
          <a:blip r:embed="rId2">
            <a:alphaModFix/>
          </a:blip>
          <a:srcRect l="50" r="50"/>
          <a:stretch/>
        </p:blipFill>
        <p:spPr>
          <a:xfrm>
            <a:off x="4862487" y="-5821"/>
            <a:ext cx="4281508" cy="328910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1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1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5"/>
          <p:cNvSpPr txBox="1">
            <a:spLocks noGrp="1"/>
          </p:cNvSpPr>
          <p:nvPr>
            <p:ph type="body" idx="1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2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6" name="Google Shape;116;p15"/>
          <p:cNvSpPr txBox="1">
            <a:spLocks noGrp="1"/>
          </p:cNvSpPr>
          <p:nvPr>
            <p:ph type="body" idx="3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7" name="Google Shape;117;p15"/>
          <p:cNvSpPr txBox="1">
            <a:spLocks noGrp="1"/>
          </p:cNvSpPr>
          <p:nvPr>
            <p:ph type="body" idx="4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8" name="Google Shape;118;p15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2_Title_Slide 10"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16"/>
          <p:cNvPicPr preferRelativeResize="0"/>
          <p:nvPr/>
        </p:nvPicPr>
        <p:blipFill rotWithShape="1">
          <a:blip r:embed="rId2">
            <a:alphaModFix/>
          </a:blip>
          <a:srcRect l="50" r="50"/>
          <a:stretch/>
        </p:blipFill>
        <p:spPr>
          <a:xfrm>
            <a:off x="4862487" y="-5821"/>
            <a:ext cx="4281508" cy="328910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p1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1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16"/>
          <p:cNvSpPr txBox="1">
            <a:spLocks noGrp="1"/>
          </p:cNvSpPr>
          <p:nvPr>
            <p:ph type="body" idx="1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4" name="Google Shape;124;p16"/>
          <p:cNvSpPr txBox="1">
            <a:spLocks noGrp="1"/>
          </p:cNvSpPr>
          <p:nvPr>
            <p:ph type="body" idx="2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5" name="Google Shape;125;p16"/>
          <p:cNvSpPr txBox="1">
            <a:spLocks noGrp="1"/>
          </p:cNvSpPr>
          <p:nvPr>
            <p:ph type="body" idx="3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6" name="Google Shape;126;p16"/>
          <p:cNvSpPr txBox="1">
            <a:spLocks noGrp="1"/>
          </p:cNvSpPr>
          <p:nvPr>
            <p:ph type="body" idx="4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7" name="Google Shape;127;p16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2_Title_Slide 11"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9" name="Google Shape;129;p17"/>
          <p:cNvPicPr preferRelativeResize="0"/>
          <p:nvPr/>
        </p:nvPicPr>
        <p:blipFill rotWithShape="1">
          <a:blip r:embed="rId2">
            <a:alphaModFix/>
          </a:blip>
          <a:srcRect l="50" r="50"/>
          <a:stretch/>
        </p:blipFill>
        <p:spPr>
          <a:xfrm>
            <a:off x="4862485" y="-5821"/>
            <a:ext cx="4281515" cy="3289111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" name="Google Shape;130;p1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1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17"/>
          <p:cNvSpPr txBox="1">
            <a:spLocks noGrp="1"/>
          </p:cNvSpPr>
          <p:nvPr>
            <p:ph type="body" idx="1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3" name="Google Shape;133;p17"/>
          <p:cNvSpPr txBox="1">
            <a:spLocks noGrp="1"/>
          </p:cNvSpPr>
          <p:nvPr>
            <p:ph type="body" idx="2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4" name="Google Shape;134;p17"/>
          <p:cNvSpPr txBox="1">
            <a:spLocks noGrp="1"/>
          </p:cNvSpPr>
          <p:nvPr>
            <p:ph type="body" idx="3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5" name="Google Shape;135;p17"/>
          <p:cNvSpPr txBox="1">
            <a:spLocks noGrp="1"/>
          </p:cNvSpPr>
          <p:nvPr>
            <p:ph type="body" idx="4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6" name="Google Shape;136;p17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1_Title_Slide_TRAINING"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8" name="Google Shape;138;p18"/>
          <p:cNvPicPr preferRelativeResize="0"/>
          <p:nvPr/>
        </p:nvPicPr>
        <p:blipFill rotWithShape="1">
          <a:blip r:embed="rId2">
            <a:alphaModFix/>
          </a:blip>
          <a:srcRect l="50" r="50"/>
          <a:stretch/>
        </p:blipFill>
        <p:spPr>
          <a:xfrm>
            <a:off x="4862487" y="-5821"/>
            <a:ext cx="4281508" cy="328910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1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p1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18"/>
          <p:cNvSpPr txBox="1">
            <a:spLocks noGrp="1"/>
          </p:cNvSpPr>
          <p:nvPr>
            <p:ph type="body" idx="1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2" name="Google Shape;142;p18"/>
          <p:cNvSpPr txBox="1">
            <a:spLocks noGrp="1"/>
          </p:cNvSpPr>
          <p:nvPr>
            <p:ph type="body" idx="2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3" name="Google Shape;143;p18"/>
          <p:cNvSpPr txBox="1">
            <a:spLocks noGrp="1"/>
          </p:cNvSpPr>
          <p:nvPr>
            <p:ph type="body" idx="3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4" name="Google Shape;144;p18"/>
          <p:cNvSpPr txBox="1">
            <a:spLocks noGrp="1"/>
          </p:cNvSpPr>
          <p:nvPr>
            <p:ph type="body" idx="4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5" name="Google Shape;145;p18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1_Title_Slide_INDUSTRY"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7" name="Google Shape;147;p19"/>
          <p:cNvPicPr preferRelativeResize="0"/>
          <p:nvPr/>
        </p:nvPicPr>
        <p:blipFill rotWithShape="1">
          <a:blip r:embed="rId2">
            <a:alphaModFix/>
          </a:blip>
          <a:srcRect l="50" r="50"/>
          <a:stretch/>
        </p:blipFill>
        <p:spPr>
          <a:xfrm>
            <a:off x="4862487" y="-5821"/>
            <a:ext cx="4281506" cy="328910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p1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" y="-9492"/>
            <a:ext cx="6410225" cy="329278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1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19"/>
          <p:cNvSpPr txBox="1">
            <a:spLocks noGrp="1"/>
          </p:cNvSpPr>
          <p:nvPr>
            <p:ph type="body" idx="1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1" name="Google Shape;151;p19"/>
          <p:cNvSpPr txBox="1">
            <a:spLocks noGrp="1"/>
          </p:cNvSpPr>
          <p:nvPr>
            <p:ph type="body" idx="2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2" name="Google Shape;152;p19"/>
          <p:cNvSpPr txBox="1">
            <a:spLocks noGrp="1"/>
          </p:cNvSpPr>
          <p:nvPr>
            <p:ph type="body" idx="3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3" name="Google Shape;153;p19"/>
          <p:cNvSpPr txBox="1">
            <a:spLocks noGrp="1"/>
          </p:cNvSpPr>
          <p:nvPr>
            <p:ph type="body" idx="4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4" name="Google Shape;154;p19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2_Title_Slide_NoImage"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"/>
            <a:ext cx="9143998" cy="3274221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0"/>
          <p:cNvSpPr txBox="1">
            <a:spLocks noGrp="1"/>
          </p:cNvSpPr>
          <p:nvPr>
            <p:ph type="body" idx="1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8" name="Google Shape;158;p20"/>
          <p:cNvSpPr txBox="1">
            <a:spLocks noGrp="1"/>
          </p:cNvSpPr>
          <p:nvPr>
            <p:ph type="body" idx="2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9" name="Google Shape;159;p20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0" name="Google Shape;160;p20"/>
          <p:cNvSpPr txBox="1">
            <a:spLocks noGrp="1"/>
          </p:cNvSpPr>
          <p:nvPr>
            <p:ph type="body" idx="3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1" name="Google Shape;161;p20"/>
          <p:cNvSpPr txBox="1">
            <a:spLocks noGrp="1"/>
          </p:cNvSpPr>
          <p:nvPr>
            <p:ph type="body" idx="4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162" name="Google Shape;162;p2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1_Title_Slide_noImage"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"/>
            <a:ext cx="9144000" cy="3274221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21"/>
          <p:cNvSpPr txBox="1">
            <a:spLocks noGrp="1"/>
          </p:cNvSpPr>
          <p:nvPr>
            <p:ph type="body" idx="1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6" name="Google Shape;166;p21"/>
          <p:cNvSpPr txBox="1">
            <a:spLocks noGrp="1"/>
          </p:cNvSpPr>
          <p:nvPr>
            <p:ph type="body" idx="2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7" name="Google Shape;167;p21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8" name="Google Shape;168;p21"/>
          <p:cNvSpPr txBox="1">
            <a:spLocks noGrp="1"/>
          </p:cNvSpPr>
          <p:nvPr>
            <p:ph type="body" idx="3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9" name="Google Shape;169;p21"/>
          <p:cNvSpPr txBox="1">
            <a:spLocks noGrp="1"/>
          </p:cNvSpPr>
          <p:nvPr>
            <p:ph type="body" idx="4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170" name="Google Shape;170;p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_Slide">
  <p:cSld name="1_Title_Slide_Staff_Association"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2" name="Google Shape;172;p2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1"/>
            <a:ext cx="9144000" cy="3274221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22"/>
          <p:cNvSpPr txBox="1">
            <a:spLocks noGrp="1"/>
          </p:cNvSpPr>
          <p:nvPr>
            <p:ph type="body" idx="1"/>
          </p:nvPr>
        </p:nvSpPr>
        <p:spPr>
          <a:xfrm>
            <a:off x="640557" y="44572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4" name="Google Shape;174;p22"/>
          <p:cNvSpPr txBox="1">
            <a:spLocks noGrp="1"/>
          </p:cNvSpPr>
          <p:nvPr>
            <p:ph type="body" idx="2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5" name="Google Shape;175;p22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9A43"/>
              </a:buClr>
              <a:buSzPts val="1650"/>
              <a:buFont typeface="Arial"/>
              <a:buNone/>
              <a:defRPr sz="30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6" name="Google Shape;176;p22"/>
          <p:cNvSpPr txBox="1">
            <a:spLocks noGrp="1"/>
          </p:cNvSpPr>
          <p:nvPr>
            <p:ph type="body" idx="3"/>
          </p:nvPr>
        </p:nvSpPr>
        <p:spPr>
          <a:xfrm>
            <a:off x="640556" y="3581009"/>
            <a:ext cx="3829200" cy="2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1">
                <a:solidFill>
                  <a:schemeClr val="dk2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7" name="Google Shape;177;p22"/>
          <p:cNvSpPr txBox="1">
            <a:spLocks noGrp="1"/>
          </p:cNvSpPr>
          <p:nvPr>
            <p:ph type="body" idx="4"/>
          </p:nvPr>
        </p:nvSpPr>
        <p:spPr>
          <a:xfrm>
            <a:off x="640557" y="3896005"/>
            <a:ext cx="3037200" cy="2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200"/>
              <a:buNone/>
              <a:defRPr sz="1200" b="1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178" name="Google Shape;178;p2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162295" y="4298592"/>
            <a:ext cx="1610399" cy="496002"/>
          </a:xfrm>
          <a:prstGeom prst="rect">
            <a:avLst/>
          </a:prstGeom>
          <a:noFill/>
          <a:ln>
            <a:noFill/>
          </a:ln>
        </p:spPr>
      </p:pic>
      <p:pic>
        <p:nvPicPr>
          <p:cNvPr id="179" name="Google Shape;179;p2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916925" y="4118125"/>
            <a:ext cx="2091450" cy="7276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ff Association grey ">
  <p:cSld name="Staff Association grey "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3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2" name="Google Shape;182;p23"/>
          <p:cNvSpPr/>
          <p:nvPr/>
        </p:nvSpPr>
        <p:spPr>
          <a:xfrm>
            <a:off x="0" y="879475"/>
            <a:ext cx="9144000" cy="37347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25" rIns="91425" bIns="4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Franklin Gothic"/>
              <a:ea typeface="Franklin Gothic"/>
              <a:cs typeface="Franklin Gothic"/>
              <a:sym typeface="Franklin Gothic"/>
            </a:endParaRPr>
          </a:p>
        </p:txBody>
      </p:sp>
      <p:sp>
        <p:nvSpPr>
          <p:cNvPr id="183" name="Google Shape;183;p23"/>
          <p:cNvSpPr txBox="1">
            <a:spLocks noGrp="1"/>
          </p:cNvSpPr>
          <p:nvPr>
            <p:ph type="body" idx="1"/>
          </p:nvPr>
        </p:nvSpPr>
        <p:spPr>
          <a:xfrm>
            <a:off x="338138" y="889824"/>
            <a:ext cx="8452200" cy="37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Char char="•"/>
              <a:defRPr sz="1600"/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4" name="Google Shape;184;p23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85" name="Google Shape;185;p23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86" name="Google Shape;186;p2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524368" y="4628593"/>
            <a:ext cx="1202725" cy="41843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ff Association white">
  <p:cSld name="Staff Association white"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4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9" name="Google Shape;189;p24"/>
          <p:cNvSpPr txBox="1">
            <a:spLocks noGrp="1"/>
          </p:cNvSpPr>
          <p:nvPr>
            <p:ph type="body" idx="1"/>
          </p:nvPr>
        </p:nvSpPr>
        <p:spPr>
          <a:xfrm>
            <a:off x="338138" y="889824"/>
            <a:ext cx="8452200" cy="37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Char char="•"/>
              <a:defRPr sz="1600"/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90" name="Google Shape;190;p24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91" name="Google Shape;191;p24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92" name="Google Shape;192;p2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524368" y="4628593"/>
            <a:ext cx="1202725" cy="41843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Elements_grey">
  <p:cSld name="Two Elements_grey"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25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5" name="Google Shape;195;p25"/>
          <p:cNvSpPr/>
          <p:nvPr/>
        </p:nvSpPr>
        <p:spPr>
          <a:xfrm>
            <a:off x="0" y="869951"/>
            <a:ext cx="9144000" cy="37545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>
            <a:spLocks noGrp="1"/>
          </p:cNvSpPr>
          <p:nvPr>
            <p:ph type="body" idx="1"/>
          </p:nvPr>
        </p:nvSpPr>
        <p:spPr>
          <a:xfrm>
            <a:off x="330994" y="992393"/>
            <a:ext cx="4227900" cy="35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Char char="•"/>
              <a:defRPr sz="1600"/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97" name="Google Shape;197;p25"/>
          <p:cNvSpPr txBox="1">
            <a:spLocks noGrp="1"/>
          </p:cNvSpPr>
          <p:nvPr>
            <p:ph type="body" idx="2"/>
          </p:nvPr>
        </p:nvSpPr>
        <p:spPr>
          <a:xfrm>
            <a:off x="4572000" y="992393"/>
            <a:ext cx="4227900" cy="35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Char char="•"/>
              <a:defRPr sz="1600"/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98" name="Google Shape;198;p25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99" name="Google Shape;199;p25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0" name="Google Shape;200;p25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Elements_white">
  <p:cSld name="Two Elements_white"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6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3" name="Google Shape;203;p26"/>
          <p:cNvSpPr txBox="1">
            <a:spLocks noGrp="1"/>
          </p:cNvSpPr>
          <p:nvPr>
            <p:ph type="body" idx="1"/>
          </p:nvPr>
        </p:nvSpPr>
        <p:spPr>
          <a:xfrm>
            <a:off x="330994" y="992393"/>
            <a:ext cx="4227900" cy="35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Char char="•"/>
              <a:defRPr sz="1600"/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4" name="Google Shape;204;p26"/>
          <p:cNvSpPr txBox="1">
            <a:spLocks noGrp="1"/>
          </p:cNvSpPr>
          <p:nvPr>
            <p:ph type="body" idx="2"/>
          </p:nvPr>
        </p:nvSpPr>
        <p:spPr>
          <a:xfrm>
            <a:off x="4572000" y="992393"/>
            <a:ext cx="4227900" cy="350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Char char="•"/>
              <a:defRPr sz="1600"/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5" name="Google Shape;205;p26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06" name="Google Shape;206;p26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7" name="Google Shape;207;p26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_Elements_grey_green">
  <p:cSld name="Two_Elements_grey_green"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27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0" name="Google Shape;210;p27"/>
          <p:cNvSpPr/>
          <p:nvPr/>
        </p:nvSpPr>
        <p:spPr>
          <a:xfrm>
            <a:off x="0" y="879475"/>
            <a:ext cx="9144000" cy="37347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25" rIns="91425" bIns="4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Franklin Gothic"/>
              <a:ea typeface="Franklin Gothic"/>
              <a:cs typeface="Franklin Gothic"/>
              <a:sym typeface="Franklin Gothic"/>
            </a:endParaRPr>
          </a:p>
        </p:txBody>
      </p:sp>
      <p:sp>
        <p:nvSpPr>
          <p:cNvPr id="211" name="Google Shape;211;p27"/>
          <p:cNvSpPr txBox="1">
            <a:spLocks noGrp="1"/>
          </p:cNvSpPr>
          <p:nvPr>
            <p:ph type="body" idx="1"/>
          </p:nvPr>
        </p:nvSpPr>
        <p:spPr>
          <a:xfrm>
            <a:off x="1" y="887016"/>
            <a:ext cx="3155100" cy="372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 sz="1600"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12" name="Google Shape;212;p27"/>
          <p:cNvSpPr txBox="1">
            <a:spLocks noGrp="1"/>
          </p:cNvSpPr>
          <p:nvPr>
            <p:ph type="body" idx="2"/>
          </p:nvPr>
        </p:nvSpPr>
        <p:spPr>
          <a:xfrm>
            <a:off x="3146611" y="887016"/>
            <a:ext cx="5997300" cy="3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•"/>
              <a:defRPr sz="1600">
                <a:solidFill>
                  <a:schemeClr val="dk1"/>
                </a:solidFill>
              </a:defRPr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13" name="Google Shape;213;p27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14" name="Google Shape;214;p27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5" name="Google Shape;215;p27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Elements_grey_green_right">
  <p:cSld name="Two Elements_grey_green_right"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28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8" name="Google Shape;218;p28"/>
          <p:cNvSpPr/>
          <p:nvPr/>
        </p:nvSpPr>
        <p:spPr>
          <a:xfrm>
            <a:off x="0" y="879475"/>
            <a:ext cx="9144000" cy="37347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25" rIns="91425" bIns="4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Franklin Gothic"/>
              <a:ea typeface="Franklin Gothic"/>
              <a:cs typeface="Franklin Gothic"/>
              <a:sym typeface="Franklin Gothic"/>
            </a:endParaRPr>
          </a:p>
        </p:txBody>
      </p:sp>
      <p:sp>
        <p:nvSpPr>
          <p:cNvPr id="219" name="Google Shape;219;p28"/>
          <p:cNvSpPr txBox="1">
            <a:spLocks noGrp="1"/>
          </p:cNvSpPr>
          <p:nvPr>
            <p:ph type="body" idx="1"/>
          </p:nvPr>
        </p:nvSpPr>
        <p:spPr>
          <a:xfrm>
            <a:off x="5988844" y="887016"/>
            <a:ext cx="3155100" cy="372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 sz="1600"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0" name="Google Shape;220;p28"/>
          <p:cNvSpPr txBox="1">
            <a:spLocks noGrp="1"/>
          </p:cNvSpPr>
          <p:nvPr>
            <p:ph type="body" idx="2"/>
          </p:nvPr>
        </p:nvSpPr>
        <p:spPr>
          <a:xfrm>
            <a:off x="0" y="887016"/>
            <a:ext cx="5997300" cy="3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•"/>
              <a:defRPr sz="1600">
                <a:solidFill>
                  <a:schemeClr val="dk1"/>
                </a:solidFill>
              </a:defRPr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1" name="Google Shape;221;p28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2" name="Google Shape;222;p28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3" name="Google Shape;223;p28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Elements_grey_green_right">
  <p:cSld name="Three Elements_grey_green_right"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29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6" name="Google Shape;226;p29"/>
          <p:cNvSpPr/>
          <p:nvPr/>
        </p:nvSpPr>
        <p:spPr>
          <a:xfrm>
            <a:off x="0" y="879475"/>
            <a:ext cx="9144000" cy="37347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25" rIns="91425" bIns="4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Franklin Gothic"/>
              <a:ea typeface="Franklin Gothic"/>
              <a:cs typeface="Franklin Gothic"/>
              <a:sym typeface="Franklin Gothic"/>
            </a:endParaRPr>
          </a:p>
        </p:txBody>
      </p:sp>
      <p:sp>
        <p:nvSpPr>
          <p:cNvPr id="227" name="Google Shape;227;p29"/>
          <p:cNvSpPr txBox="1">
            <a:spLocks noGrp="1"/>
          </p:cNvSpPr>
          <p:nvPr>
            <p:ph type="body" idx="1"/>
          </p:nvPr>
        </p:nvSpPr>
        <p:spPr>
          <a:xfrm>
            <a:off x="5988844" y="880036"/>
            <a:ext cx="3155100" cy="1856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 sz="1600"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8" name="Google Shape;228;p29"/>
          <p:cNvSpPr txBox="1">
            <a:spLocks noGrp="1"/>
          </p:cNvSpPr>
          <p:nvPr>
            <p:ph type="body" idx="2"/>
          </p:nvPr>
        </p:nvSpPr>
        <p:spPr>
          <a:xfrm>
            <a:off x="0" y="887016"/>
            <a:ext cx="5997300" cy="3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•"/>
              <a:defRPr sz="1600">
                <a:solidFill>
                  <a:schemeClr val="dk1"/>
                </a:solidFill>
              </a:defRPr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9" name="Google Shape;229;p29"/>
          <p:cNvSpPr txBox="1">
            <a:spLocks noGrp="1"/>
          </p:cNvSpPr>
          <p:nvPr>
            <p:ph type="body" idx="3"/>
          </p:nvPr>
        </p:nvSpPr>
        <p:spPr>
          <a:xfrm>
            <a:off x="5988844" y="2757758"/>
            <a:ext cx="3155100" cy="1856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 sz="1600"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30" name="Google Shape;230;p29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31" name="Google Shape;231;p29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2" name="Google Shape;232;p29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Elements_dark_grey">
  <p:cSld name="Three Elements_dark_grey"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0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5" name="Google Shape;235;p30"/>
          <p:cNvSpPr/>
          <p:nvPr/>
        </p:nvSpPr>
        <p:spPr>
          <a:xfrm>
            <a:off x="0" y="879475"/>
            <a:ext cx="9144000" cy="37347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25" rIns="91425" bIns="4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Franklin Gothic"/>
              <a:ea typeface="Franklin Gothic"/>
              <a:cs typeface="Franklin Gothic"/>
              <a:sym typeface="Franklin Gothic"/>
            </a:endParaRPr>
          </a:p>
        </p:txBody>
      </p:sp>
      <p:sp>
        <p:nvSpPr>
          <p:cNvPr id="236" name="Google Shape;236;p30"/>
          <p:cNvSpPr txBox="1">
            <a:spLocks noGrp="1"/>
          </p:cNvSpPr>
          <p:nvPr>
            <p:ph type="body" idx="1"/>
          </p:nvPr>
        </p:nvSpPr>
        <p:spPr>
          <a:xfrm>
            <a:off x="0" y="887016"/>
            <a:ext cx="5997300" cy="3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•"/>
              <a:defRPr sz="1600">
                <a:solidFill>
                  <a:schemeClr val="dk1"/>
                </a:solidFill>
              </a:defRPr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37" name="Google Shape;237;p30"/>
          <p:cNvSpPr txBox="1">
            <a:spLocks noGrp="1"/>
          </p:cNvSpPr>
          <p:nvPr>
            <p:ph type="body" idx="2"/>
          </p:nvPr>
        </p:nvSpPr>
        <p:spPr>
          <a:xfrm>
            <a:off x="5988844" y="880036"/>
            <a:ext cx="3155100" cy="1856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 sz="1600"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38" name="Google Shape;238;p30"/>
          <p:cNvSpPr txBox="1">
            <a:spLocks noGrp="1"/>
          </p:cNvSpPr>
          <p:nvPr>
            <p:ph type="body" idx="3"/>
          </p:nvPr>
        </p:nvSpPr>
        <p:spPr>
          <a:xfrm>
            <a:off x="5988844" y="2757758"/>
            <a:ext cx="3155100" cy="1856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 sz="1600"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39" name="Google Shape;239;p30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0" name="Google Shape;240;p30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1" name="Google Shape;241;p30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Elements_green_left_grey">
  <p:cSld name="Three Elements_green_left_grey"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31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4" name="Google Shape;244;p31"/>
          <p:cNvSpPr/>
          <p:nvPr/>
        </p:nvSpPr>
        <p:spPr>
          <a:xfrm>
            <a:off x="0" y="879475"/>
            <a:ext cx="9144000" cy="37347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25" rIns="91425" bIns="4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Franklin Gothic"/>
              <a:ea typeface="Franklin Gothic"/>
              <a:cs typeface="Franklin Gothic"/>
              <a:sym typeface="Franklin Gothic"/>
            </a:endParaRPr>
          </a:p>
        </p:txBody>
      </p:sp>
      <p:sp>
        <p:nvSpPr>
          <p:cNvPr id="245" name="Google Shape;245;p31"/>
          <p:cNvSpPr txBox="1">
            <a:spLocks noGrp="1"/>
          </p:cNvSpPr>
          <p:nvPr>
            <p:ph type="body" idx="1"/>
          </p:nvPr>
        </p:nvSpPr>
        <p:spPr>
          <a:xfrm>
            <a:off x="3146611" y="887016"/>
            <a:ext cx="5997300" cy="3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•"/>
              <a:defRPr sz="1600">
                <a:solidFill>
                  <a:schemeClr val="dk1"/>
                </a:solidFill>
              </a:defRPr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sz="1400">
                <a:solidFill>
                  <a:schemeClr val="dk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6" name="Google Shape;246;p31"/>
          <p:cNvSpPr txBox="1">
            <a:spLocks noGrp="1"/>
          </p:cNvSpPr>
          <p:nvPr>
            <p:ph type="body" idx="2"/>
          </p:nvPr>
        </p:nvSpPr>
        <p:spPr>
          <a:xfrm>
            <a:off x="794" y="880036"/>
            <a:ext cx="3155100" cy="1856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 sz="1600"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7" name="Google Shape;247;p31"/>
          <p:cNvSpPr txBox="1">
            <a:spLocks noGrp="1"/>
          </p:cNvSpPr>
          <p:nvPr>
            <p:ph type="body" idx="3"/>
          </p:nvPr>
        </p:nvSpPr>
        <p:spPr>
          <a:xfrm>
            <a:off x="794" y="2757758"/>
            <a:ext cx="3155100" cy="18561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330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 sz="1600"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 sz="1400"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8" name="Google Shape;248;p31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9" name="Google Shape;249;p31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0" name="Google Shape;250;p31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ix Elements_green">
  <p:cSld name="Six Elements_green"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32"/>
          <p:cNvSpPr>
            <a:spLocks noGrp="1"/>
          </p:cNvSpPr>
          <p:nvPr>
            <p:ph type="pic" idx="2"/>
          </p:nvPr>
        </p:nvSpPr>
        <p:spPr>
          <a:xfrm>
            <a:off x="6103800" y="870349"/>
            <a:ext cx="3040200" cy="1865700"/>
          </a:xfrm>
          <a:prstGeom prst="rect">
            <a:avLst/>
          </a:prstGeom>
          <a:noFill/>
          <a:ln>
            <a:noFill/>
          </a:ln>
        </p:spPr>
      </p:sp>
      <p:sp>
        <p:nvSpPr>
          <p:cNvPr id="253" name="Google Shape;253;p32"/>
          <p:cNvSpPr>
            <a:spLocks noGrp="1"/>
          </p:cNvSpPr>
          <p:nvPr>
            <p:ph type="pic" idx="3"/>
          </p:nvPr>
        </p:nvSpPr>
        <p:spPr>
          <a:xfrm>
            <a:off x="0" y="870349"/>
            <a:ext cx="3040200" cy="1865700"/>
          </a:xfrm>
          <a:prstGeom prst="rect">
            <a:avLst/>
          </a:prstGeom>
          <a:noFill/>
          <a:ln>
            <a:noFill/>
          </a:ln>
        </p:spPr>
      </p:sp>
      <p:sp>
        <p:nvSpPr>
          <p:cNvPr id="254" name="Google Shape;254;p32"/>
          <p:cNvSpPr>
            <a:spLocks noGrp="1"/>
          </p:cNvSpPr>
          <p:nvPr>
            <p:ph type="pic" idx="4"/>
          </p:nvPr>
        </p:nvSpPr>
        <p:spPr>
          <a:xfrm>
            <a:off x="3051900" y="870349"/>
            <a:ext cx="3040200" cy="1865700"/>
          </a:xfrm>
          <a:prstGeom prst="rect">
            <a:avLst/>
          </a:prstGeom>
          <a:noFill/>
          <a:ln>
            <a:noFill/>
          </a:ln>
        </p:spPr>
      </p:sp>
      <p:sp>
        <p:nvSpPr>
          <p:cNvPr id="255" name="Google Shape;255;p32"/>
          <p:cNvSpPr txBox="1">
            <a:spLocks noGrp="1"/>
          </p:cNvSpPr>
          <p:nvPr>
            <p:ph type="body" idx="1"/>
          </p:nvPr>
        </p:nvSpPr>
        <p:spPr>
          <a:xfrm>
            <a:off x="6103144" y="2746675"/>
            <a:ext cx="3040800" cy="1864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marL="1371600" lvl="2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marL="1828800" lvl="3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marL="2286000" lvl="4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56" name="Google Shape;256;p32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7" name="Google Shape;257;p32"/>
          <p:cNvSpPr txBox="1">
            <a:spLocks noGrp="1"/>
          </p:cNvSpPr>
          <p:nvPr>
            <p:ph type="body" idx="5"/>
          </p:nvPr>
        </p:nvSpPr>
        <p:spPr>
          <a:xfrm>
            <a:off x="1" y="2746675"/>
            <a:ext cx="3040800" cy="1864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marL="1371600" lvl="2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marL="1828800" lvl="3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marL="2286000" lvl="4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58" name="Google Shape;258;p32"/>
          <p:cNvSpPr txBox="1">
            <a:spLocks noGrp="1"/>
          </p:cNvSpPr>
          <p:nvPr>
            <p:ph type="body" idx="6"/>
          </p:nvPr>
        </p:nvSpPr>
        <p:spPr>
          <a:xfrm>
            <a:off x="3051573" y="2746675"/>
            <a:ext cx="3040800" cy="1864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marL="1371600" lvl="2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marL="1828800" lvl="3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marL="2286000" lvl="4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cxnSp>
        <p:nvCxnSpPr>
          <p:cNvPr id="259" name="Google Shape;259;p32"/>
          <p:cNvCxnSpPr/>
          <p:nvPr/>
        </p:nvCxnSpPr>
        <p:spPr>
          <a:xfrm>
            <a:off x="3051573" y="2736057"/>
            <a:ext cx="0" cy="190740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260" name="Google Shape;260;p32"/>
          <p:cNvCxnSpPr/>
          <p:nvPr/>
        </p:nvCxnSpPr>
        <p:spPr>
          <a:xfrm>
            <a:off x="6097513" y="2736057"/>
            <a:ext cx="0" cy="190740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61" name="Google Shape;261;p32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62" name="Google Shape;262;p32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3" name="Google Shape;263;p32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ight Elements_green">
  <p:cSld name="Eight Elements_green"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33"/>
          <p:cNvSpPr>
            <a:spLocks noGrp="1"/>
          </p:cNvSpPr>
          <p:nvPr>
            <p:ph type="pic" idx="2"/>
          </p:nvPr>
        </p:nvSpPr>
        <p:spPr>
          <a:xfrm>
            <a:off x="0" y="879477"/>
            <a:ext cx="22761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266" name="Google Shape;266;p33"/>
          <p:cNvSpPr>
            <a:spLocks noGrp="1"/>
          </p:cNvSpPr>
          <p:nvPr>
            <p:ph type="pic" idx="3"/>
          </p:nvPr>
        </p:nvSpPr>
        <p:spPr>
          <a:xfrm>
            <a:off x="2289300" y="879477"/>
            <a:ext cx="22761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267" name="Google Shape;267;p33"/>
          <p:cNvSpPr>
            <a:spLocks noGrp="1"/>
          </p:cNvSpPr>
          <p:nvPr>
            <p:ph type="pic" idx="4"/>
          </p:nvPr>
        </p:nvSpPr>
        <p:spPr>
          <a:xfrm>
            <a:off x="4578599" y="879477"/>
            <a:ext cx="22797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268" name="Google Shape;268;p33"/>
          <p:cNvSpPr>
            <a:spLocks noGrp="1"/>
          </p:cNvSpPr>
          <p:nvPr>
            <p:ph type="pic" idx="5"/>
          </p:nvPr>
        </p:nvSpPr>
        <p:spPr>
          <a:xfrm>
            <a:off x="6867900" y="879477"/>
            <a:ext cx="22761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269" name="Google Shape;269;p33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0" name="Google Shape;270;p33"/>
          <p:cNvSpPr txBox="1">
            <a:spLocks noGrp="1"/>
          </p:cNvSpPr>
          <p:nvPr>
            <p:ph type="body" idx="1"/>
          </p:nvPr>
        </p:nvSpPr>
        <p:spPr>
          <a:xfrm>
            <a:off x="1" y="2761060"/>
            <a:ext cx="2279700" cy="1850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marL="1371600" lvl="2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marL="1828800" lvl="3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marL="2286000" lvl="4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71" name="Google Shape;271;p33"/>
          <p:cNvSpPr txBox="1">
            <a:spLocks noGrp="1"/>
          </p:cNvSpPr>
          <p:nvPr>
            <p:ph type="body" idx="6"/>
          </p:nvPr>
        </p:nvSpPr>
        <p:spPr>
          <a:xfrm>
            <a:off x="2288060" y="2761060"/>
            <a:ext cx="2279700" cy="18501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marL="1371600" lvl="2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marL="1828800" lvl="3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marL="2286000" lvl="4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72" name="Google Shape;272;p33"/>
          <p:cNvSpPr txBox="1">
            <a:spLocks noGrp="1"/>
          </p:cNvSpPr>
          <p:nvPr>
            <p:ph type="body" idx="7"/>
          </p:nvPr>
        </p:nvSpPr>
        <p:spPr>
          <a:xfrm>
            <a:off x="4576119" y="2761060"/>
            <a:ext cx="2279700" cy="1850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marL="1371600" lvl="2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marL="1828800" lvl="3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marL="2286000" lvl="4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73" name="Google Shape;273;p33"/>
          <p:cNvSpPr txBox="1">
            <a:spLocks noGrp="1"/>
          </p:cNvSpPr>
          <p:nvPr>
            <p:ph type="body" idx="8"/>
          </p:nvPr>
        </p:nvSpPr>
        <p:spPr>
          <a:xfrm>
            <a:off x="6864178" y="2761060"/>
            <a:ext cx="2279700" cy="18501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marL="1371600" lvl="2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marL="1828800" lvl="3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marL="2286000" lvl="4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cxnSp>
        <p:nvCxnSpPr>
          <p:cNvPr id="274" name="Google Shape;274;p33"/>
          <p:cNvCxnSpPr/>
          <p:nvPr/>
        </p:nvCxnSpPr>
        <p:spPr>
          <a:xfrm>
            <a:off x="2285095" y="2742235"/>
            <a:ext cx="0" cy="187530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275" name="Google Shape;275;p33"/>
          <p:cNvCxnSpPr/>
          <p:nvPr/>
        </p:nvCxnSpPr>
        <p:spPr>
          <a:xfrm>
            <a:off x="4571578" y="2742235"/>
            <a:ext cx="0" cy="187530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276" name="Google Shape;276;p33"/>
          <p:cNvCxnSpPr/>
          <p:nvPr/>
        </p:nvCxnSpPr>
        <p:spPr>
          <a:xfrm>
            <a:off x="6869932" y="2742235"/>
            <a:ext cx="0" cy="187530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77" name="Google Shape;277;p33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78" name="Google Shape;278;p33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9" name="Google Shape;279;p33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ight Elements_grey">
  <p:cSld name="Eight Elements_grey"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34"/>
          <p:cNvSpPr>
            <a:spLocks noGrp="1"/>
          </p:cNvSpPr>
          <p:nvPr>
            <p:ph type="pic" idx="2"/>
          </p:nvPr>
        </p:nvSpPr>
        <p:spPr>
          <a:xfrm>
            <a:off x="0" y="879477"/>
            <a:ext cx="22761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282" name="Google Shape;282;p34"/>
          <p:cNvSpPr>
            <a:spLocks noGrp="1"/>
          </p:cNvSpPr>
          <p:nvPr>
            <p:ph type="pic" idx="3"/>
          </p:nvPr>
        </p:nvSpPr>
        <p:spPr>
          <a:xfrm>
            <a:off x="2289300" y="879477"/>
            <a:ext cx="22761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34"/>
          <p:cNvSpPr>
            <a:spLocks noGrp="1"/>
          </p:cNvSpPr>
          <p:nvPr>
            <p:ph type="pic" idx="4"/>
          </p:nvPr>
        </p:nvSpPr>
        <p:spPr>
          <a:xfrm>
            <a:off x="4578599" y="879477"/>
            <a:ext cx="22797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284" name="Google Shape;284;p34"/>
          <p:cNvSpPr>
            <a:spLocks noGrp="1"/>
          </p:cNvSpPr>
          <p:nvPr>
            <p:ph type="pic" idx="5"/>
          </p:nvPr>
        </p:nvSpPr>
        <p:spPr>
          <a:xfrm>
            <a:off x="6867900" y="879477"/>
            <a:ext cx="22761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285" name="Google Shape;285;p34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6" name="Google Shape;286;p34"/>
          <p:cNvSpPr txBox="1">
            <a:spLocks noGrp="1"/>
          </p:cNvSpPr>
          <p:nvPr>
            <p:ph type="body" idx="1"/>
          </p:nvPr>
        </p:nvSpPr>
        <p:spPr>
          <a:xfrm>
            <a:off x="1" y="2761060"/>
            <a:ext cx="2279700" cy="1850100"/>
          </a:xfrm>
          <a:prstGeom prst="rect">
            <a:avLst/>
          </a:prstGeom>
          <a:solidFill>
            <a:srgbClr val="A8ABAA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marL="1371600" lvl="2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marL="1828800" lvl="3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marL="2286000" lvl="4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7" name="Google Shape;287;p34"/>
          <p:cNvSpPr txBox="1">
            <a:spLocks noGrp="1"/>
          </p:cNvSpPr>
          <p:nvPr>
            <p:ph type="body" idx="6"/>
          </p:nvPr>
        </p:nvSpPr>
        <p:spPr>
          <a:xfrm>
            <a:off x="2288060" y="2761060"/>
            <a:ext cx="2279700" cy="1850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marL="1371600" lvl="2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marL="1828800" lvl="3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marL="2286000" lvl="4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8" name="Google Shape;288;p34"/>
          <p:cNvSpPr txBox="1">
            <a:spLocks noGrp="1"/>
          </p:cNvSpPr>
          <p:nvPr>
            <p:ph type="body" idx="7"/>
          </p:nvPr>
        </p:nvSpPr>
        <p:spPr>
          <a:xfrm>
            <a:off x="4576119" y="2761060"/>
            <a:ext cx="2279700" cy="1850100"/>
          </a:xfrm>
          <a:prstGeom prst="rect">
            <a:avLst/>
          </a:prstGeom>
          <a:solidFill>
            <a:srgbClr val="A8ABAA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marL="1371600" lvl="2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marL="1828800" lvl="3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marL="2286000" lvl="4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9" name="Google Shape;289;p34"/>
          <p:cNvSpPr txBox="1">
            <a:spLocks noGrp="1"/>
          </p:cNvSpPr>
          <p:nvPr>
            <p:ph type="body" idx="8"/>
          </p:nvPr>
        </p:nvSpPr>
        <p:spPr>
          <a:xfrm>
            <a:off x="6864178" y="2761060"/>
            <a:ext cx="2279700" cy="1850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lvl="1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marL="1371600" lvl="2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marL="1828800" lvl="3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marL="2286000" lvl="4" indent="-317500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cxnSp>
        <p:nvCxnSpPr>
          <p:cNvPr id="290" name="Google Shape;290;p34"/>
          <p:cNvCxnSpPr/>
          <p:nvPr/>
        </p:nvCxnSpPr>
        <p:spPr>
          <a:xfrm>
            <a:off x="2285095" y="2742235"/>
            <a:ext cx="0" cy="187530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291" name="Google Shape;291;p34"/>
          <p:cNvCxnSpPr/>
          <p:nvPr/>
        </p:nvCxnSpPr>
        <p:spPr>
          <a:xfrm>
            <a:off x="4571578" y="2742235"/>
            <a:ext cx="0" cy="187530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292" name="Google Shape;292;p34"/>
          <p:cNvCxnSpPr/>
          <p:nvPr/>
        </p:nvCxnSpPr>
        <p:spPr>
          <a:xfrm>
            <a:off x="6869932" y="2742235"/>
            <a:ext cx="0" cy="187530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93" name="Google Shape;293;p34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94" name="Google Shape;294;p34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5" name="Google Shape;295;p34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_with_Footer">
  <p:cSld name="Blank_with_Footer"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35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98" name="Google Shape;298;p35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9" name="Google Shape;299;p35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85">
          <p15:clr>
            <a:srgbClr val="FBAE40"/>
          </p15:clr>
        </p15:guide>
        <p15:guide id="2" pos="2160">
          <p15:clr>
            <a:srgbClr val="FBAE40"/>
          </p15:clr>
        </p15:guide>
        <p15:guide id="3" orient="horz" pos="1964">
          <p15:clr>
            <a:srgbClr val="FBAE40"/>
          </p15:clr>
        </p15:guide>
        <p15:guide id="4" orient="horz" pos="1742">
          <p15:clr>
            <a:srgbClr val="FBAE40"/>
          </p15:clr>
        </p15:guide>
        <p15:guide id="5" orient="horz" pos="1521">
          <p15:clr>
            <a:srgbClr val="FBAE40"/>
          </p15:clr>
        </p15:guide>
        <p15:guide id="6" orient="horz" pos="1300">
          <p15:clr>
            <a:srgbClr val="FBAE40"/>
          </p15:clr>
        </p15:guide>
        <p15:guide id="7" orient="horz" pos="1079">
          <p15:clr>
            <a:srgbClr val="FBAE40"/>
          </p15:clr>
        </p15:guide>
        <p15:guide id="8" orient="horz" pos="858">
          <p15:clr>
            <a:srgbClr val="FBAE40"/>
          </p15:clr>
        </p15:guide>
        <p15:guide id="9" orient="horz" pos="637">
          <p15:clr>
            <a:srgbClr val="FBAE40"/>
          </p15:clr>
        </p15:guide>
        <p15:guide id="10" orient="horz" pos="411">
          <p15:clr>
            <a:srgbClr val="FBAE40"/>
          </p15:clr>
        </p15:guide>
        <p15:guide id="11" orient="horz" pos="194">
          <p15:clr>
            <a:srgbClr val="FBAE40"/>
          </p15:clr>
        </p15:guide>
        <p15:guide id="12" pos="2381">
          <p15:clr>
            <a:srgbClr val="FBAE40"/>
          </p15:clr>
        </p15:guide>
        <p15:guide id="13" pos="2603">
          <p15:clr>
            <a:srgbClr val="FBAE40"/>
          </p15:clr>
        </p15:guide>
        <p15:guide id="14" pos="2824">
          <p15:clr>
            <a:srgbClr val="FBAE40"/>
          </p15:clr>
        </p15:guide>
        <p15:guide id="15" pos="3044">
          <p15:clr>
            <a:srgbClr val="FBAE40"/>
          </p15:clr>
        </p15:guide>
        <p15:guide id="16" pos="3266">
          <p15:clr>
            <a:srgbClr val="FBAE40"/>
          </p15:clr>
        </p15:guide>
        <p15:guide id="17" pos="3487">
          <p15:clr>
            <a:srgbClr val="FBAE40"/>
          </p15:clr>
        </p15:guide>
        <p15:guide id="18" pos="3708">
          <p15:clr>
            <a:srgbClr val="FBAE40"/>
          </p15:clr>
        </p15:guide>
        <p15:guide id="19" pos="3929">
          <p15:clr>
            <a:srgbClr val="FBAE40"/>
          </p15:clr>
        </p15:guide>
        <p15:guide id="20" pos="4151">
          <p15:clr>
            <a:srgbClr val="FBAE40"/>
          </p15:clr>
        </p15:guide>
        <p15:guide id="21" pos="1939">
          <p15:clr>
            <a:srgbClr val="FBAE40"/>
          </p15:clr>
        </p15:guide>
        <p15:guide id="22" pos="1718">
          <p15:clr>
            <a:srgbClr val="FBAE40"/>
          </p15:clr>
        </p15:guide>
        <p15:guide id="23" pos="1496">
          <p15:clr>
            <a:srgbClr val="FBAE40"/>
          </p15:clr>
        </p15:guide>
        <p15:guide id="24" pos="1276">
          <p15:clr>
            <a:srgbClr val="FBAE40"/>
          </p15:clr>
        </p15:guide>
        <p15:guide id="25" pos="1055">
          <p15:clr>
            <a:srgbClr val="FBAE40"/>
          </p15:clr>
        </p15:guide>
        <p15:guide id="26" pos="833">
          <p15:clr>
            <a:srgbClr val="FBAE40"/>
          </p15:clr>
        </p15:guide>
        <p15:guide id="27" pos="612">
          <p15:clr>
            <a:srgbClr val="FBAE40"/>
          </p15:clr>
        </p15:guide>
        <p15:guide id="28" pos="391">
          <p15:clr>
            <a:srgbClr val="FBAE40"/>
          </p15:clr>
        </p15:guide>
        <p15:guide id="29" pos="170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vider_individual_image">
  <p:cSld name="Divider_individual_image"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6"/>
          <p:cNvSpPr>
            <a:spLocks noGrp="1"/>
          </p:cNvSpPr>
          <p:nvPr>
            <p:ph type="pic" idx="2"/>
          </p:nvPr>
        </p:nvSpPr>
        <p:spPr>
          <a:xfrm>
            <a:off x="0" y="2"/>
            <a:ext cx="9144000" cy="4623300"/>
          </a:xfrm>
          <a:prstGeom prst="rect">
            <a:avLst/>
          </a:prstGeom>
          <a:noFill/>
          <a:ln>
            <a:noFill/>
          </a:ln>
        </p:spPr>
      </p:sp>
      <p:sp>
        <p:nvSpPr>
          <p:cNvPr id="302" name="Google Shape;302;p36"/>
          <p:cNvSpPr txBox="1">
            <a:spLocks noGrp="1"/>
          </p:cNvSpPr>
          <p:nvPr>
            <p:ph type="title"/>
          </p:nvPr>
        </p:nvSpPr>
        <p:spPr>
          <a:xfrm>
            <a:off x="0" y="1112941"/>
            <a:ext cx="75276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Arial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3" name="Google Shape;303;p36"/>
          <p:cNvSpPr txBox="1">
            <a:spLocks noGrp="1"/>
          </p:cNvSpPr>
          <p:nvPr>
            <p:ph type="body" idx="1"/>
          </p:nvPr>
        </p:nvSpPr>
        <p:spPr>
          <a:xfrm>
            <a:off x="0" y="1638301"/>
            <a:ext cx="7535400" cy="92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04" name="Google Shape;304;p36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305" name="Google Shape;305;p36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6" name="Google Shape;306;p36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line_2">
  <p:cSld name="Section Headline_2"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8" name="Google Shape;308;p3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2" y="1"/>
            <a:ext cx="9144002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9" name="Google Shape;309;p37"/>
          <p:cNvSpPr txBox="1">
            <a:spLocks noGrp="1"/>
          </p:cNvSpPr>
          <p:nvPr>
            <p:ph type="body" idx="1"/>
          </p:nvPr>
        </p:nvSpPr>
        <p:spPr>
          <a:xfrm>
            <a:off x="4939075" y="3225498"/>
            <a:ext cx="931500" cy="931500"/>
          </a:xfrm>
          <a:prstGeom prst="rect">
            <a:avLst/>
          </a:prstGeom>
          <a:solidFill>
            <a:srgbClr val="009E49"/>
          </a:solidFill>
          <a:ln>
            <a:noFill/>
          </a:ln>
        </p:spPr>
        <p:txBody>
          <a:bodyPr spcFirstLastPara="1" wrap="square" lIns="0" tIns="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0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10" name="Google Shape;310;p37"/>
          <p:cNvSpPr txBox="1">
            <a:spLocks noGrp="1"/>
          </p:cNvSpPr>
          <p:nvPr>
            <p:ph type="body" idx="2"/>
          </p:nvPr>
        </p:nvSpPr>
        <p:spPr>
          <a:xfrm>
            <a:off x="5870575" y="3225498"/>
            <a:ext cx="2808000" cy="93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288000" tIns="0" rIns="91425" bIns="45700" anchor="ctr" anchorCtr="0">
            <a:no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529A43"/>
              </a:buClr>
              <a:buSzPts val="1500"/>
              <a:buFont typeface="Arial"/>
              <a:buNone/>
              <a:defRPr sz="15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line_3">
  <p:cSld name="Section Headline_3"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2" name="Google Shape;312;p3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2"/>
            <a:ext cx="9143998" cy="5143498"/>
          </a:xfrm>
          <a:prstGeom prst="rect">
            <a:avLst/>
          </a:prstGeom>
          <a:noFill/>
          <a:ln>
            <a:noFill/>
          </a:ln>
        </p:spPr>
      </p:pic>
      <p:sp>
        <p:nvSpPr>
          <p:cNvPr id="313" name="Google Shape;313;p3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accent4">
              <a:alpha val="29804"/>
            </a:schemeClr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4" name="Google Shape;314;p38"/>
          <p:cNvSpPr txBox="1">
            <a:spLocks noGrp="1"/>
          </p:cNvSpPr>
          <p:nvPr>
            <p:ph type="body" idx="1"/>
          </p:nvPr>
        </p:nvSpPr>
        <p:spPr>
          <a:xfrm>
            <a:off x="403622" y="665164"/>
            <a:ext cx="931500" cy="931500"/>
          </a:xfrm>
          <a:prstGeom prst="rect">
            <a:avLst/>
          </a:prstGeom>
          <a:solidFill>
            <a:srgbClr val="009E49"/>
          </a:solidFill>
          <a:ln>
            <a:noFill/>
          </a:ln>
        </p:spPr>
        <p:txBody>
          <a:bodyPr spcFirstLastPara="1" wrap="square" lIns="0" tIns="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0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15" name="Google Shape;315;p38"/>
          <p:cNvSpPr txBox="1">
            <a:spLocks noGrp="1"/>
          </p:cNvSpPr>
          <p:nvPr>
            <p:ph type="body" idx="2"/>
          </p:nvPr>
        </p:nvSpPr>
        <p:spPr>
          <a:xfrm>
            <a:off x="1335122" y="665164"/>
            <a:ext cx="2808000" cy="93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288000" tIns="0" rIns="91425" bIns="45700" anchor="ctr" anchorCtr="0">
            <a:no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529A43"/>
              </a:buClr>
              <a:buSzPts val="1500"/>
              <a:buFont typeface="Arial"/>
              <a:buNone/>
              <a:defRPr sz="15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line_4">
  <p:cSld name="Section Headline_4"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3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accent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p39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9" name="Google Shape;319;p39"/>
          <p:cNvSpPr txBox="1">
            <a:spLocks noGrp="1"/>
          </p:cNvSpPr>
          <p:nvPr>
            <p:ph type="body" idx="1"/>
          </p:nvPr>
        </p:nvSpPr>
        <p:spPr>
          <a:xfrm>
            <a:off x="1298972" y="884238"/>
            <a:ext cx="931500" cy="931500"/>
          </a:xfrm>
          <a:prstGeom prst="rect">
            <a:avLst/>
          </a:prstGeom>
          <a:solidFill>
            <a:srgbClr val="009E49"/>
          </a:solidFill>
          <a:ln>
            <a:noFill/>
          </a:ln>
        </p:spPr>
        <p:txBody>
          <a:bodyPr spcFirstLastPara="1" wrap="square" lIns="0" tIns="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0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0" name="Google Shape;320;p39"/>
          <p:cNvSpPr txBox="1">
            <a:spLocks noGrp="1"/>
          </p:cNvSpPr>
          <p:nvPr>
            <p:ph type="body" idx="3"/>
          </p:nvPr>
        </p:nvSpPr>
        <p:spPr>
          <a:xfrm>
            <a:off x="2230472" y="884238"/>
            <a:ext cx="2808000" cy="93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288000" tIns="0" rIns="91425" bIns="4570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500"/>
              <a:buNone/>
              <a:defRPr sz="15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215">
          <p15:clr>
            <a:srgbClr val="FBAE40"/>
          </p15:clr>
        </p15:guide>
        <p15:guide id="2" pos="2160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line_5">
  <p:cSld name="Section Headline_5"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accent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3" name="Google Shape;323;p4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24" name="Google Shape;324;p40"/>
          <p:cNvSpPr txBox="1">
            <a:spLocks noGrp="1"/>
          </p:cNvSpPr>
          <p:nvPr>
            <p:ph type="body" idx="1"/>
          </p:nvPr>
        </p:nvSpPr>
        <p:spPr>
          <a:xfrm>
            <a:off x="4939075" y="3225498"/>
            <a:ext cx="931500" cy="931500"/>
          </a:xfrm>
          <a:prstGeom prst="rect">
            <a:avLst/>
          </a:prstGeom>
          <a:solidFill>
            <a:srgbClr val="009E49"/>
          </a:solidFill>
          <a:ln>
            <a:noFill/>
          </a:ln>
        </p:spPr>
        <p:txBody>
          <a:bodyPr spcFirstLastPara="1" wrap="square" lIns="0" tIns="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None/>
              <a:defRPr sz="1800" b="0">
                <a:solidFill>
                  <a:schemeClr val="lt1"/>
                </a:solidFill>
                <a:latin typeface="Arial Black"/>
                <a:ea typeface="Arial Black"/>
                <a:cs typeface="Arial Black"/>
                <a:sym typeface="Arial Black"/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5" name="Google Shape;325;p40"/>
          <p:cNvSpPr txBox="1">
            <a:spLocks noGrp="1"/>
          </p:cNvSpPr>
          <p:nvPr>
            <p:ph type="body" idx="3"/>
          </p:nvPr>
        </p:nvSpPr>
        <p:spPr>
          <a:xfrm>
            <a:off x="5870575" y="3225498"/>
            <a:ext cx="2808000" cy="93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288000" tIns="0" rIns="91425" bIns="45700" anchor="ctr" anchorCtr="0">
            <a:no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529A43"/>
              </a:buClr>
              <a:buSzPts val="1500"/>
              <a:buFont typeface="Arial"/>
              <a:buNone/>
              <a:defRPr sz="1500"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">
  <p:cSld name="Custom Layout"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27" name="Google Shape;327;p41"/>
          <p:cNvCxnSpPr/>
          <p:nvPr/>
        </p:nvCxnSpPr>
        <p:spPr>
          <a:xfrm rot="10800000">
            <a:off x="-8" y="2749548"/>
            <a:ext cx="6096000" cy="0"/>
          </a:xfrm>
          <a:prstGeom prst="straightConnector1">
            <a:avLst/>
          </a:prstGeom>
          <a:solidFill>
            <a:schemeClr val="accen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28" name="Google Shape;328;p41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9" name="Google Shape;329;p41"/>
          <p:cNvSpPr txBox="1">
            <a:spLocks noGrp="1"/>
          </p:cNvSpPr>
          <p:nvPr>
            <p:ph type="body" idx="1"/>
          </p:nvPr>
        </p:nvSpPr>
        <p:spPr>
          <a:xfrm>
            <a:off x="5962650" y="870348"/>
            <a:ext cx="3181200" cy="3773100"/>
          </a:xfrm>
          <a:prstGeom prst="rect">
            <a:avLst/>
          </a:prstGeom>
          <a:solidFill>
            <a:srgbClr val="C4C7C6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/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0" name="Google Shape;330;p41"/>
          <p:cNvSpPr txBox="1">
            <a:spLocks noGrp="1"/>
          </p:cNvSpPr>
          <p:nvPr>
            <p:ph type="body" idx="2"/>
          </p:nvPr>
        </p:nvSpPr>
        <p:spPr>
          <a:xfrm>
            <a:off x="-18510" y="2759927"/>
            <a:ext cx="5981100" cy="1883400"/>
          </a:xfrm>
          <a:prstGeom prst="rect">
            <a:avLst/>
          </a:prstGeom>
          <a:solidFill>
            <a:srgbClr val="E1E3E1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/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1" name="Google Shape;331;p41"/>
          <p:cNvSpPr txBox="1">
            <a:spLocks noGrp="1"/>
          </p:cNvSpPr>
          <p:nvPr>
            <p:ph type="body" idx="3"/>
          </p:nvPr>
        </p:nvSpPr>
        <p:spPr>
          <a:xfrm>
            <a:off x="-18510" y="870348"/>
            <a:ext cx="5981100" cy="1874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2" name="Google Shape;332;p41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333" name="Google Shape;333;p41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4" name="Google Shape;334;p41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2">
  <p:cSld name="custom layout 2"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42"/>
          <p:cNvSpPr/>
          <p:nvPr/>
        </p:nvSpPr>
        <p:spPr>
          <a:xfrm>
            <a:off x="0" y="870348"/>
            <a:ext cx="9144000" cy="37587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25" tIns="45725" rIns="91425" bIns="4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Franklin Gothic"/>
              <a:ea typeface="Franklin Gothic"/>
              <a:cs typeface="Franklin Gothic"/>
              <a:sym typeface="Franklin Gothic"/>
            </a:endParaRPr>
          </a:p>
        </p:txBody>
      </p:sp>
      <p:sp>
        <p:nvSpPr>
          <p:cNvPr id="337" name="Google Shape;337;p42"/>
          <p:cNvSpPr txBox="1">
            <a:spLocks noGrp="1"/>
          </p:cNvSpPr>
          <p:nvPr>
            <p:ph type="body" idx="1"/>
          </p:nvPr>
        </p:nvSpPr>
        <p:spPr>
          <a:xfrm>
            <a:off x="5962650" y="870348"/>
            <a:ext cx="3181200" cy="9396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5400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Font typeface="Libre Franklin"/>
              <a:buNone/>
              <a:defRPr sz="1600">
                <a:solidFill>
                  <a:schemeClr val="lt1"/>
                </a:solidFill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38" name="Google Shape;338;p42"/>
          <p:cNvSpPr txBox="1">
            <a:spLocks noGrp="1"/>
          </p:cNvSpPr>
          <p:nvPr>
            <p:ph type="body" idx="2"/>
          </p:nvPr>
        </p:nvSpPr>
        <p:spPr>
          <a:xfrm>
            <a:off x="5962650" y="1810044"/>
            <a:ext cx="3181200" cy="9396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5400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Font typeface="Libre Franklin"/>
              <a:buNone/>
              <a:defRPr sz="1600">
                <a:solidFill>
                  <a:schemeClr val="lt1"/>
                </a:solidFill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39" name="Google Shape;339;p42"/>
          <p:cNvSpPr txBox="1">
            <a:spLocks noGrp="1"/>
          </p:cNvSpPr>
          <p:nvPr>
            <p:ph type="body" idx="3"/>
          </p:nvPr>
        </p:nvSpPr>
        <p:spPr>
          <a:xfrm>
            <a:off x="5962650" y="2749740"/>
            <a:ext cx="3181200" cy="9396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5400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Font typeface="Libre Franklin"/>
              <a:buNone/>
              <a:defRPr sz="1600">
                <a:solidFill>
                  <a:schemeClr val="lt1"/>
                </a:solidFill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40" name="Google Shape;340;p42"/>
          <p:cNvSpPr txBox="1">
            <a:spLocks noGrp="1"/>
          </p:cNvSpPr>
          <p:nvPr>
            <p:ph type="body" idx="4"/>
          </p:nvPr>
        </p:nvSpPr>
        <p:spPr>
          <a:xfrm>
            <a:off x="5962650" y="3689436"/>
            <a:ext cx="3181200" cy="9396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5400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Font typeface="Libre Franklin"/>
              <a:buNone/>
              <a:defRPr sz="1600">
                <a:solidFill>
                  <a:schemeClr val="lt1"/>
                </a:solidFill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41" name="Google Shape;341;p42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2" name="Google Shape;342;p42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343" name="Google Shape;343;p42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4" name="Google Shape;344;p42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3">
  <p:cSld name="custom layout 3"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43"/>
          <p:cNvSpPr/>
          <p:nvPr/>
        </p:nvSpPr>
        <p:spPr>
          <a:xfrm>
            <a:off x="0" y="2764154"/>
            <a:ext cx="9144000" cy="1879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13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43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8" name="Google Shape;348;p43"/>
          <p:cNvSpPr>
            <a:spLocks noGrp="1"/>
          </p:cNvSpPr>
          <p:nvPr>
            <p:ph type="pic" idx="2"/>
          </p:nvPr>
        </p:nvSpPr>
        <p:spPr>
          <a:xfrm>
            <a:off x="-1" y="879476"/>
            <a:ext cx="30480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349" name="Google Shape;349;p43"/>
          <p:cNvSpPr>
            <a:spLocks noGrp="1"/>
          </p:cNvSpPr>
          <p:nvPr>
            <p:ph type="pic" idx="3"/>
          </p:nvPr>
        </p:nvSpPr>
        <p:spPr>
          <a:xfrm>
            <a:off x="3048001" y="879475"/>
            <a:ext cx="30480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350" name="Google Shape;350;p43"/>
          <p:cNvSpPr>
            <a:spLocks noGrp="1"/>
          </p:cNvSpPr>
          <p:nvPr>
            <p:ph type="pic" idx="4"/>
          </p:nvPr>
        </p:nvSpPr>
        <p:spPr>
          <a:xfrm>
            <a:off x="6096004" y="879475"/>
            <a:ext cx="30480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351" name="Google Shape;351;p43"/>
          <p:cNvSpPr txBox="1">
            <a:spLocks noGrp="1"/>
          </p:cNvSpPr>
          <p:nvPr>
            <p:ph type="body" idx="1"/>
          </p:nvPr>
        </p:nvSpPr>
        <p:spPr>
          <a:xfrm>
            <a:off x="-1" y="2764154"/>
            <a:ext cx="3048000" cy="186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0800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52" name="Google Shape;352;p43"/>
          <p:cNvSpPr txBox="1">
            <a:spLocks noGrp="1"/>
          </p:cNvSpPr>
          <p:nvPr>
            <p:ph type="body" idx="5"/>
          </p:nvPr>
        </p:nvSpPr>
        <p:spPr>
          <a:xfrm>
            <a:off x="6095976" y="2764154"/>
            <a:ext cx="3048000" cy="186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0800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53" name="Google Shape;353;p43"/>
          <p:cNvSpPr txBox="1">
            <a:spLocks noGrp="1"/>
          </p:cNvSpPr>
          <p:nvPr>
            <p:ph type="body" idx="6"/>
          </p:nvPr>
        </p:nvSpPr>
        <p:spPr>
          <a:xfrm>
            <a:off x="-1" y="4049438"/>
            <a:ext cx="3048000" cy="5940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0800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 Thin"/>
              <a:buNone/>
              <a:defRPr sz="1200" b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54" name="Google Shape;354;p43"/>
          <p:cNvSpPr txBox="1">
            <a:spLocks noGrp="1"/>
          </p:cNvSpPr>
          <p:nvPr>
            <p:ph type="body" idx="7"/>
          </p:nvPr>
        </p:nvSpPr>
        <p:spPr>
          <a:xfrm>
            <a:off x="3047987" y="4049438"/>
            <a:ext cx="3048000" cy="5940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0800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 Thin"/>
              <a:buNone/>
              <a:defRPr sz="1200" b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55" name="Google Shape;355;p43"/>
          <p:cNvSpPr txBox="1">
            <a:spLocks noGrp="1"/>
          </p:cNvSpPr>
          <p:nvPr>
            <p:ph type="body" idx="8"/>
          </p:nvPr>
        </p:nvSpPr>
        <p:spPr>
          <a:xfrm>
            <a:off x="6095976" y="4049438"/>
            <a:ext cx="3048000" cy="5940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0800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 Thin"/>
              <a:buNone/>
              <a:defRPr sz="1200" b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56" name="Google Shape;356;p43"/>
          <p:cNvSpPr txBox="1">
            <a:spLocks noGrp="1"/>
          </p:cNvSpPr>
          <p:nvPr>
            <p:ph type="body" idx="9"/>
          </p:nvPr>
        </p:nvSpPr>
        <p:spPr>
          <a:xfrm>
            <a:off x="3063239" y="2764154"/>
            <a:ext cx="3048000" cy="19800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0800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57" name="Google Shape;357;p43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358" name="Google Shape;358;p43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9" name="Google Shape;359;p43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6">
  <p:cSld name="custom layout 6">
    <p:spTree>
      <p:nvGrpSpPr>
        <p:cNvPr id="1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44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2" name="Google Shape;362;p44"/>
          <p:cNvSpPr>
            <a:spLocks noGrp="1"/>
          </p:cNvSpPr>
          <p:nvPr>
            <p:ph type="pic" idx="2"/>
          </p:nvPr>
        </p:nvSpPr>
        <p:spPr>
          <a:xfrm>
            <a:off x="-1" y="879476"/>
            <a:ext cx="30480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363" name="Google Shape;363;p44"/>
          <p:cNvSpPr>
            <a:spLocks noGrp="1"/>
          </p:cNvSpPr>
          <p:nvPr>
            <p:ph type="pic" idx="3"/>
          </p:nvPr>
        </p:nvSpPr>
        <p:spPr>
          <a:xfrm>
            <a:off x="3048001" y="879475"/>
            <a:ext cx="30480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364" name="Google Shape;364;p44"/>
          <p:cNvSpPr>
            <a:spLocks noGrp="1"/>
          </p:cNvSpPr>
          <p:nvPr>
            <p:ph type="pic" idx="4"/>
          </p:nvPr>
        </p:nvSpPr>
        <p:spPr>
          <a:xfrm>
            <a:off x="6096004" y="879475"/>
            <a:ext cx="3048000" cy="1871700"/>
          </a:xfrm>
          <a:prstGeom prst="rect">
            <a:avLst/>
          </a:prstGeom>
          <a:noFill/>
          <a:ln>
            <a:noFill/>
          </a:ln>
        </p:spPr>
      </p:sp>
      <p:sp>
        <p:nvSpPr>
          <p:cNvPr id="365" name="Google Shape;365;p44"/>
          <p:cNvSpPr txBox="1">
            <a:spLocks noGrp="1"/>
          </p:cNvSpPr>
          <p:nvPr>
            <p:ph type="body" idx="1"/>
          </p:nvPr>
        </p:nvSpPr>
        <p:spPr>
          <a:xfrm>
            <a:off x="-1" y="2764153"/>
            <a:ext cx="3048000" cy="457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Libre Franklin Thin"/>
              <a:buNone/>
              <a:def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66" name="Google Shape;366;p44"/>
          <p:cNvSpPr txBox="1">
            <a:spLocks noGrp="1"/>
          </p:cNvSpPr>
          <p:nvPr>
            <p:ph type="body" idx="5"/>
          </p:nvPr>
        </p:nvSpPr>
        <p:spPr>
          <a:xfrm>
            <a:off x="3048004" y="2764153"/>
            <a:ext cx="3048000" cy="455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Libre Franklin Thin"/>
              <a:buNone/>
              <a:def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67" name="Google Shape;367;p44"/>
          <p:cNvSpPr txBox="1">
            <a:spLocks noGrp="1"/>
          </p:cNvSpPr>
          <p:nvPr>
            <p:ph type="body" idx="6"/>
          </p:nvPr>
        </p:nvSpPr>
        <p:spPr>
          <a:xfrm>
            <a:off x="-1" y="3219449"/>
            <a:ext cx="3048000" cy="144000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68" name="Google Shape;368;p44"/>
          <p:cNvSpPr txBox="1">
            <a:spLocks noGrp="1"/>
          </p:cNvSpPr>
          <p:nvPr>
            <p:ph type="body" idx="7"/>
          </p:nvPr>
        </p:nvSpPr>
        <p:spPr>
          <a:xfrm>
            <a:off x="6095993" y="2764153"/>
            <a:ext cx="3048000" cy="4554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Libre Franklin Thin"/>
              <a:buNone/>
              <a:def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69" name="Google Shape;369;p44"/>
          <p:cNvSpPr txBox="1">
            <a:spLocks noGrp="1"/>
          </p:cNvSpPr>
          <p:nvPr>
            <p:ph type="body" idx="8"/>
          </p:nvPr>
        </p:nvSpPr>
        <p:spPr>
          <a:xfrm>
            <a:off x="6095993" y="3219449"/>
            <a:ext cx="3048000" cy="144000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70" name="Google Shape;370;p44"/>
          <p:cNvSpPr txBox="1">
            <a:spLocks noGrp="1"/>
          </p:cNvSpPr>
          <p:nvPr>
            <p:ph type="body" idx="9"/>
          </p:nvPr>
        </p:nvSpPr>
        <p:spPr>
          <a:xfrm>
            <a:off x="3048004" y="3219449"/>
            <a:ext cx="3048000" cy="1440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71" name="Google Shape;371;p44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372" name="Google Shape;372;p44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3" name="Google Shape;373;p44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7">
  <p:cSld name="custom layout 7">
    <p:spTree>
      <p:nvGrpSpPr>
        <p:cNvPr id="1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45"/>
          <p:cNvSpPr txBox="1">
            <a:spLocks noGrp="1"/>
          </p:cNvSpPr>
          <p:nvPr>
            <p:ph type="body" idx="1"/>
          </p:nvPr>
        </p:nvSpPr>
        <p:spPr>
          <a:xfrm>
            <a:off x="5976156" y="1356109"/>
            <a:ext cx="3167700" cy="2322900"/>
          </a:xfrm>
          <a:prstGeom prst="rect">
            <a:avLst/>
          </a:prstGeom>
          <a:solidFill>
            <a:srgbClr val="E1E3E1"/>
          </a:solidFill>
          <a:ln>
            <a:noFill/>
          </a:ln>
        </p:spPr>
        <p:txBody>
          <a:bodyPr spcFirstLastPara="1" wrap="square" lIns="216000" tIns="45700" rIns="91425" bIns="45700" anchor="ctr" anchorCtr="0">
            <a:no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6" name="Google Shape;376;p45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7" name="Google Shape;377;p45"/>
          <p:cNvSpPr txBox="1">
            <a:spLocks noGrp="1"/>
          </p:cNvSpPr>
          <p:nvPr>
            <p:ph type="body" idx="2"/>
          </p:nvPr>
        </p:nvSpPr>
        <p:spPr>
          <a:xfrm>
            <a:off x="1" y="3687365"/>
            <a:ext cx="5976900" cy="940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78" name="Google Shape;378;p45"/>
          <p:cNvSpPr txBox="1">
            <a:spLocks noGrp="1"/>
          </p:cNvSpPr>
          <p:nvPr>
            <p:ph type="body" idx="3"/>
          </p:nvPr>
        </p:nvSpPr>
        <p:spPr>
          <a:xfrm>
            <a:off x="5976902" y="3687366"/>
            <a:ext cx="3167100" cy="940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79" name="Google Shape;379;p45"/>
          <p:cNvSpPr txBox="1">
            <a:spLocks noGrp="1"/>
          </p:cNvSpPr>
          <p:nvPr>
            <p:ph type="body" idx="4"/>
          </p:nvPr>
        </p:nvSpPr>
        <p:spPr>
          <a:xfrm>
            <a:off x="0" y="1338146"/>
            <a:ext cx="5962800" cy="234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16000" tIns="45700" rIns="91425" bIns="45700" anchor="ctr" anchorCtr="0">
            <a:no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80" name="Google Shape;380;p45"/>
          <p:cNvSpPr txBox="1">
            <a:spLocks noGrp="1"/>
          </p:cNvSpPr>
          <p:nvPr>
            <p:ph type="body" idx="5"/>
          </p:nvPr>
        </p:nvSpPr>
        <p:spPr>
          <a:xfrm>
            <a:off x="-1" y="879475"/>
            <a:ext cx="9144000" cy="468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144000" tIns="0" rIns="54000" bIns="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Libre Franklin Thin"/>
              <a:buNone/>
              <a:def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81" name="Google Shape;381;p45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382" name="Google Shape;382;p45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3" name="Google Shape;383;p45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8">
  <p:cSld name="custom layout 8"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46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cxnSp>
        <p:nvCxnSpPr>
          <p:cNvPr id="386" name="Google Shape;386;p46"/>
          <p:cNvCxnSpPr/>
          <p:nvPr/>
        </p:nvCxnSpPr>
        <p:spPr>
          <a:xfrm>
            <a:off x="-1" y="868209"/>
            <a:ext cx="9144000" cy="0"/>
          </a:xfrm>
          <a:prstGeom prst="straightConnector1">
            <a:avLst/>
          </a:prstGeom>
          <a:noFill/>
          <a:ln w="9525" cap="flat" cmpd="sng">
            <a:solidFill>
              <a:srgbClr val="C4C7C6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87" name="Google Shape;387;p46"/>
          <p:cNvSpPr txBox="1">
            <a:spLocks noGrp="1"/>
          </p:cNvSpPr>
          <p:nvPr>
            <p:ph type="body" idx="1"/>
          </p:nvPr>
        </p:nvSpPr>
        <p:spPr>
          <a:xfrm>
            <a:off x="0" y="4156473"/>
            <a:ext cx="9144000" cy="471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Libre Franklin Thin"/>
              <a:buNone/>
              <a:def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88" name="Google Shape;388;p46"/>
          <p:cNvSpPr>
            <a:spLocks noGrp="1"/>
          </p:cNvSpPr>
          <p:nvPr>
            <p:ph type="pic" idx="2"/>
          </p:nvPr>
        </p:nvSpPr>
        <p:spPr>
          <a:xfrm>
            <a:off x="-1" y="876301"/>
            <a:ext cx="3048000" cy="3281100"/>
          </a:xfrm>
          <a:prstGeom prst="rect">
            <a:avLst/>
          </a:prstGeom>
          <a:noFill/>
          <a:ln>
            <a:noFill/>
          </a:ln>
        </p:spPr>
      </p:sp>
      <p:sp>
        <p:nvSpPr>
          <p:cNvPr id="389" name="Google Shape;389;p46"/>
          <p:cNvSpPr>
            <a:spLocks noGrp="1"/>
          </p:cNvSpPr>
          <p:nvPr>
            <p:ph type="pic" idx="3"/>
          </p:nvPr>
        </p:nvSpPr>
        <p:spPr>
          <a:xfrm>
            <a:off x="6096004" y="876301"/>
            <a:ext cx="3048000" cy="3281100"/>
          </a:xfrm>
          <a:prstGeom prst="rect">
            <a:avLst/>
          </a:prstGeom>
          <a:noFill/>
          <a:ln>
            <a:noFill/>
          </a:ln>
        </p:spPr>
      </p:sp>
      <p:sp>
        <p:nvSpPr>
          <p:cNvPr id="390" name="Google Shape;390;p46"/>
          <p:cNvSpPr txBox="1">
            <a:spLocks noGrp="1"/>
          </p:cNvSpPr>
          <p:nvPr>
            <p:ph type="body" idx="4"/>
          </p:nvPr>
        </p:nvSpPr>
        <p:spPr>
          <a:xfrm>
            <a:off x="3048004" y="876301"/>
            <a:ext cx="3048000" cy="32862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6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91" name="Google Shape;391;p46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392" name="Google Shape;392;p46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3" name="Google Shape;393;p46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9">
  <p:cSld name="custom layout 9"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47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6" name="Google Shape;396;p47"/>
          <p:cNvSpPr>
            <a:spLocks noGrp="1"/>
          </p:cNvSpPr>
          <p:nvPr>
            <p:ph type="pic" idx="2"/>
          </p:nvPr>
        </p:nvSpPr>
        <p:spPr>
          <a:xfrm>
            <a:off x="6096004" y="879475"/>
            <a:ext cx="3048000" cy="1872000"/>
          </a:xfrm>
          <a:prstGeom prst="rect">
            <a:avLst/>
          </a:prstGeom>
          <a:noFill/>
          <a:ln>
            <a:noFill/>
          </a:ln>
        </p:spPr>
      </p:sp>
      <p:sp>
        <p:nvSpPr>
          <p:cNvPr id="397" name="Google Shape;397;p47"/>
          <p:cNvSpPr>
            <a:spLocks noGrp="1"/>
          </p:cNvSpPr>
          <p:nvPr>
            <p:ph type="pic" idx="3"/>
          </p:nvPr>
        </p:nvSpPr>
        <p:spPr>
          <a:xfrm>
            <a:off x="6096004" y="2756056"/>
            <a:ext cx="3048000" cy="1872000"/>
          </a:xfrm>
          <a:prstGeom prst="rect">
            <a:avLst/>
          </a:prstGeom>
          <a:noFill/>
          <a:ln>
            <a:noFill/>
          </a:ln>
        </p:spPr>
      </p:sp>
      <p:sp>
        <p:nvSpPr>
          <p:cNvPr id="398" name="Google Shape;398;p47"/>
          <p:cNvSpPr>
            <a:spLocks noGrp="1"/>
          </p:cNvSpPr>
          <p:nvPr>
            <p:ph type="pic" idx="4"/>
          </p:nvPr>
        </p:nvSpPr>
        <p:spPr>
          <a:xfrm>
            <a:off x="3048008" y="879475"/>
            <a:ext cx="3048000" cy="1872000"/>
          </a:xfrm>
          <a:prstGeom prst="rect">
            <a:avLst/>
          </a:prstGeom>
          <a:noFill/>
          <a:ln>
            <a:noFill/>
          </a:ln>
        </p:spPr>
      </p:sp>
      <p:sp>
        <p:nvSpPr>
          <p:cNvPr id="399" name="Google Shape;399;p47"/>
          <p:cNvSpPr>
            <a:spLocks noGrp="1"/>
          </p:cNvSpPr>
          <p:nvPr>
            <p:ph type="pic" idx="5"/>
          </p:nvPr>
        </p:nvSpPr>
        <p:spPr>
          <a:xfrm>
            <a:off x="3048008" y="2756056"/>
            <a:ext cx="3048000" cy="1872000"/>
          </a:xfrm>
          <a:prstGeom prst="rect">
            <a:avLst/>
          </a:prstGeom>
          <a:noFill/>
          <a:ln>
            <a:noFill/>
          </a:ln>
        </p:spPr>
      </p:sp>
      <p:sp>
        <p:nvSpPr>
          <p:cNvPr id="400" name="Google Shape;400;p47"/>
          <p:cNvSpPr txBox="1">
            <a:spLocks noGrp="1"/>
          </p:cNvSpPr>
          <p:nvPr>
            <p:ph type="body" idx="1"/>
          </p:nvPr>
        </p:nvSpPr>
        <p:spPr>
          <a:xfrm>
            <a:off x="-12" y="2751534"/>
            <a:ext cx="1524000" cy="1872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Font typeface="Libre Franklin Thin"/>
              <a:buNone/>
              <a:defRPr sz="1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01" name="Google Shape;401;p47"/>
          <p:cNvSpPr txBox="1">
            <a:spLocks noGrp="1"/>
          </p:cNvSpPr>
          <p:nvPr>
            <p:ph type="body" idx="6"/>
          </p:nvPr>
        </p:nvSpPr>
        <p:spPr>
          <a:xfrm>
            <a:off x="-1" y="879475"/>
            <a:ext cx="3048000" cy="4683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Libre Franklin Thin"/>
              <a:buNone/>
              <a:def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02" name="Google Shape;402;p47"/>
          <p:cNvSpPr txBox="1">
            <a:spLocks noGrp="1"/>
          </p:cNvSpPr>
          <p:nvPr>
            <p:ph type="body" idx="7"/>
          </p:nvPr>
        </p:nvSpPr>
        <p:spPr>
          <a:xfrm>
            <a:off x="-1" y="1348781"/>
            <a:ext cx="3048000" cy="700800"/>
          </a:xfrm>
          <a:prstGeom prst="rect">
            <a:avLst/>
          </a:prstGeom>
          <a:solidFill>
            <a:srgbClr val="D8D8D8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03" name="Google Shape;403;p47"/>
          <p:cNvSpPr txBox="1">
            <a:spLocks noGrp="1"/>
          </p:cNvSpPr>
          <p:nvPr>
            <p:ph type="body" idx="8"/>
          </p:nvPr>
        </p:nvSpPr>
        <p:spPr>
          <a:xfrm>
            <a:off x="-1" y="2049656"/>
            <a:ext cx="3048000" cy="697500"/>
          </a:xfrm>
          <a:prstGeom prst="rect">
            <a:avLst/>
          </a:prstGeom>
          <a:solidFill>
            <a:srgbClr val="D8D8D8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04" name="Google Shape;404;p47"/>
          <p:cNvSpPr txBox="1">
            <a:spLocks noGrp="1"/>
          </p:cNvSpPr>
          <p:nvPr>
            <p:ph type="body" idx="9"/>
          </p:nvPr>
        </p:nvSpPr>
        <p:spPr>
          <a:xfrm>
            <a:off x="1523999" y="2751534"/>
            <a:ext cx="1524000" cy="1872000"/>
          </a:xfrm>
          <a:prstGeom prst="rect">
            <a:avLst/>
          </a:prstGeom>
          <a:solidFill>
            <a:srgbClr val="D8D8D8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Font typeface="Libre Franklin Thin"/>
              <a:buNone/>
              <a:defRPr sz="1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05" name="Google Shape;405;p47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406" name="Google Shape;406;p47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7" name="Google Shape;407;p47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0">
  <p:cSld name="custom layout 10"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48"/>
          <p:cNvSpPr txBox="1">
            <a:spLocks noGrp="1"/>
          </p:cNvSpPr>
          <p:nvPr>
            <p:ph type="body" idx="1"/>
          </p:nvPr>
        </p:nvSpPr>
        <p:spPr>
          <a:xfrm>
            <a:off x="6857775" y="870347"/>
            <a:ext cx="2286300" cy="1260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10" name="Google Shape;410;p48"/>
          <p:cNvSpPr txBox="1">
            <a:spLocks noGrp="1"/>
          </p:cNvSpPr>
          <p:nvPr>
            <p:ph type="body" idx="2"/>
          </p:nvPr>
        </p:nvSpPr>
        <p:spPr>
          <a:xfrm>
            <a:off x="6857775" y="2119209"/>
            <a:ext cx="2286300" cy="1260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11" name="Google Shape;411;p48"/>
          <p:cNvSpPr txBox="1">
            <a:spLocks noGrp="1"/>
          </p:cNvSpPr>
          <p:nvPr>
            <p:ph type="body" idx="3"/>
          </p:nvPr>
        </p:nvSpPr>
        <p:spPr>
          <a:xfrm>
            <a:off x="6857775" y="3368072"/>
            <a:ext cx="2286300" cy="1260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12" name="Google Shape;412;p48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3" name="Google Shape;413;p48"/>
          <p:cNvSpPr>
            <a:spLocks noGrp="1"/>
          </p:cNvSpPr>
          <p:nvPr>
            <p:ph type="pic" idx="4"/>
          </p:nvPr>
        </p:nvSpPr>
        <p:spPr>
          <a:xfrm>
            <a:off x="0" y="879476"/>
            <a:ext cx="2286000" cy="3276900"/>
          </a:xfrm>
          <a:prstGeom prst="rect">
            <a:avLst/>
          </a:prstGeom>
          <a:noFill/>
          <a:ln>
            <a:noFill/>
          </a:ln>
        </p:spPr>
      </p:sp>
      <p:sp>
        <p:nvSpPr>
          <p:cNvPr id="414" name="Google Shape;414;p48"/>
          <p:cNvSpPr>
            <a:spLocks noGrp="1"/>
          </p:cNvSpPr>
          <p:nvPr>
            <p:ph type="pic" idx="5"/>
          </p:nvPr>
        </p:nvSpPr>
        <p:spPr>
          <a:xfrm>
            <a:off x="4571960" y="879475"/>
            <a:ext cx="2286000" cy="3276900"/>
          </a:xfrm>
          <a:prstGeom prst="rect">
            <a:avLst/>
          </a:prstGeom>
          <a:noFill/>
          <a:ln>
            <a:noFill/>
          </a:ln>
        </p:spPr>
      </p:sp>
      <p:sp>
        <p:nvSpPr>
          <p:cNvPr id="415" name="Google Shape;415;p48"/>
          <p:cNvSpPr txBox="1">
            <a:spLocks noGrp="1"/>
          </p:cNvSpPr>
          <p:nvPr>
            <p:ph type="body" idx="6"/>
          </p:nvPr>
        </p:nvSpPr>
        <p:spPr>
          <a:xfrm>
            <a:off x="-1" y="4156472"/>
            <a:ext cx="2286000" cy="471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10800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 Th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16" name="Google Shape;416;p48"/>
          <p:cNvSpPr txBox="1">
            <a:spLocks noGrp="1"/>
          </p:cNvSpPr>
          <p:nvPr>
            <p:ph type="body" idx="7"/>
          </p:nvPr>
        </p:nvSpPr>
        <p:spPr>
          <a:xfrm>
            <a:off x="4571888" y="4156472"/>
            <a:ext cx="2286000" cy="471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108000" rIns="0" bIns="0" anchor="t" anchorCtr="0">
            <a:noAutofit/>
          </a:bodyPr>
          <a:lstStyle>
            <a:lvl1pPr marL="457200" lvl="0" indent="-3048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 Thin"/>
              <a:buChar char="•"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17" name="Google Shape;417;p48"/>
          <p:cNvSpPr>
            <a:spLocks noGrp="1"/>
          </p:cNvSpPr>
          <p:nvPr>
            <p:ph type="pic" idx="8"/>
          </p:nvPr>
        </p:nvSpPr>
        <p:spPr>
          <a:xfrm>
            <a:off x="2285811" y="879475"/>
            <a:ext cx="2286000" cy="3276900"/>
          </a:xfrm>
          <a:prstGeom prst="rect">
            <a:avLst/>
          </a:prstGeom>
          <a:noFill/>
          <a:ln>
            <a:noFill/>
          </a:ln>
        </p:spPr>
      </p:sp>
      <p:sp>
        <p:nvSpPr>
          <p:cNvPr id="418" name="Google Shape;418;p48"/>
          <p:cNvSpPr txBox="1">
            <a:spLocks noGrp="1"/>
          </p:cNvSpPr>
          <p:nvPr>
            <p:ph type="body" idx="9"/>
          </p:nvPr>
        </p:nvSpPr>
        <p:spPr>
          <a:xfrm>
            <a:off x="2285811" y="4156472"/>
            <a:ext cx="2286000" cy="471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108000" rIns="0" bIns="0" anchor="t" anchorCtr="0">
            <a:noAutofit/>
          </a:bodyPr>
          <a:lstStyle>
            <a:lvl1pPr marL="457200" lvl="0" indent="-3048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 Thin"/>
              <a:buChar char="•"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cxnSp>
        <p:nvCxnSpPr>
          <p:cNvPr id="419" name="Google Shape;419;p48"/>
          <p:cNvCxnSpPr/>
          <p:nvPr/>
        </p:nvCxnSpPr>
        <p:spPr>
          <a:xfrm>
            <a:off x="6857775" y="2119209"/>
            <a:ext cx="2286300" cy="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420" name="Google Shape;420;p48"/>
          <p:cNvCxnSpPr/>
          <p:nvPr/>
        </p:nvCxnSpPr>
        <p:spPr>
          <a:xfrm>
            <a:off x="6857775" y="3371937"/>
            <a:ext cx="2286300" cy="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421" name="Google Shape;421;p48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422" name="Google Shape;422;p48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3" name="Google Shape;423;p48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1">
  <p:cSld name="custom layout 11">
    <p:spTree>
      <p:nvGrpSpPr>
        <p:cNvPr id="1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p49"/>
          <p:cNvSpPr txBox="1">
            <a:spLocks noGrp="1"/>
          </p:cNvSpPr>
          <p:nvPr>
            <p:ph type="body" idx="1"/>
          </p:nvPr>
        </p:nvSpPr>
        <p:spPr>
          <a:xfrm>
            <a:off x="6443663" y="870347"/>
            <a:ext cx="2700600" cy="125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26" name="Google Shape;426;p49"/>
          <p:cNvSpPr txBox="1">
            <a:spLocks noGrp="1"/>
          </p:cNvSpPr>
          <p:nvPr>
            <p:ph type="body" idx="2"/>
          </p:nvPr>
        </p:nvSpPr>
        <p:spPr>
          <a:xfrm>
            <a:off x="6443663" y="2135557"/>
            <a:ext cx="2700600" cy="1236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27" name="Google Shape;427;p49"/>
          <p:cNvSpPr txBox="1">
            <a:spLocks noGrp="1"/>
          </p:cNvSpPr>
          <p:nvPr>
            <p:ph type="body" idx="3"/>
          </p:nvPr>
        </p:nvSpPr>
        <p:spPr>
          <a:xfrm>
            <a:off x="6443663" y="3378568"/>
            <a:ext cx="2700600" cy="1245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048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Char char="•"/>
              <a:defRPr sz="1200"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28" name="Google Shape;428;p49"/>
          <p:cNvSpPr txBox="1">
            <a:spLocks noGrp="1"/>
          </p:cNvSpPr>
          <p:nvPr>
            <p:ph type="body" idx="4"/>
          </p:nvPr>
        </p:nvSpPr>
        <p:spPr>
          <a:xfrm>
            <a:off x="0" y="870347"/>
            <a:ext cx="2700600" cy="1258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29" name="Google Shape;429;p49"/>
          <p:cNvSpPr txBox="1">
            <a:spLocks noGrp="1"/>
          </p:cNvSpPr>
          <p:nvPr>
            <p:ph type="body" idx="5"/>
          </p:nvPr>
        </p:nvSpPr>
        <p:spPr>
          <a:xfrm>
            <a:off x="0" y="2135557"/>
            <a:ext cx="2700600" cy="1236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30" name="Google Shape;430;p49"/>
          <p:cNvSpPr txBox="1">
            <a:spLocks noGrp="1"/>
          </p:cNvSpPr>
          <p:nvPr>
            <p:ph type="body" idx="6"/>
          </p:nvPr>
        </p:nvSpPr>
        <p:spPr>
          <a:xfrm>
            <a:off x="0" y="3378568"/>
            <a:ext cx="2700600" cy="1245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048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Char char="•"/>
              <a:defRPr sz="1200"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31" name="Google Shape;431;p49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2" name="Google Shape;432;p49"/>
          <p:cNvSpPr>
            <a:spLocks noGrp="1"/>
          </p:cNvSpPr>
          <p:nvPr>
            <p:ph type="pic" idx="7"/>
          </p:nvPr>
        </p:nvSpPr>
        <p:spPr>
          <a:xfrm>
            <a:off x="2700338" y="879475"/>
            <a:ext cx="3758100" cy="3744900"/>
          </a:xfrm>
          <a:prstGeom prst="rect">
            <a:avLst/>
          </a:prstGeom>
          <a:noFill/>
          <a:ln>
            <a:noFill/>
          </a:ln>
        </p:spPr>
      </p:sp>
      <p:cxnSp>
        <p:nvCxnSpPr>
          <p:cNvPr id="433" name="Google Shape;433;p49"/>
          <p:cNvCxnSpPr/>
          <p:nvPr/>
        </p:nvCxnSpPr>
        <p:spPr>
          <a:xfrm>
            <a:off x="6443663" y="2119209"/>
            <a:ext cx="2700300" cy="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434" name="Google Shape;434;p49"/>
          <p:cNvCxnSpPr/>
          <p:nvPr/>
        </p:nvCxnSpPr>
        <p:spPr>
          <a:xfrm>
            <a:off x="6443663" y="3371937"/>
            <a:ext cx="2700300" cy="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435" name="Google Shape;435;p49"/>
          <p:cNvCxnSpPr/>
          <p:nvPr/>
        </p:nvCxnSpPr>
        <p:spPr>
          <a:xfrm>
            <a:off x="-2857" y="2119209"/>
            <a:ext cx="2700300" cy="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436" name="Google Shape;436;p49"/>
          <p:cNvCxnSpPr/>
          <p:nvPr/>
        </p:nvCxnSpPr>
        <p:spPr>
          <a:xfrm>
            <a:off x="-2857" y="3371937"/>
            <a:ext cx="2700300" cy="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437" name="Google Shape;437;p49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438" name="Google Shape;438;p49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9" name="Google Shape;439;p49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2">
  <p:cSld name="custom layout 12">
    <p:spTree>
      <p:nvGrpSpPr>
        <p:cNvPr id="1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p50"/>
          <p:cNvSpPr txBox="1">
            <a:spLocks noGrp="1"/>
          </p:cNvSpPr>
          <p:nvPr>
            <p:ph type="body" idx="1"/>
          </p:nvPr>
        </p:nvSpPr>
        <p:spPr>
          <a:xfrm>
            <a:off x="3047996" y="1347787"/>
            <a:ext cx="3048000" cy="819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42" name="Google Shape;442;p50"/>
          <p:cNvSpPr txBox="1">
            <a:spLocks noGrp="1"/>
          </p:cNvSpPr>
          <p:nvPr>
            <p:ph type="body" idx="2"/>
          </p:nvPr>
        </p:nvSpPr>
        <p:spPr>
          <a:xfrm>
            <a:off x="3047996" y="3805237"/>
            <a:ext cx="3048000" cy="819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43" name="Google Shape;443;p50"/>
          <p:cNvSpPr txBox="1">
            <a:spLocks noGrp="1"/>
          </p:cNvSpPr>
          <p:nvPr>
            <p:ph type="body" idx="3"/>
          </p:nvPr>
        </p:nvSpPr>
        <p:spPr>
          <a:xfrm>
            <a:off x="3047996" y="2986087"/>
            <a:ext cx="3048000" cy="819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44" name="Google Shape;444;p50"/>
          <p:cNvSpPr txBox="1">
            <a:spLocks noGrp="1"/>
          </p:cNvSpPr>
          <p:nvPr>
            <p:ph type="body" idx="4"/>
          </p:nvPr>
        </p:nvSpPr>
        <p:spPr>
          <a:xfrm>
            <a:off x="3047996" y="2166937"/>
            <a:ext cx="3048000" cy="819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45" name="Google Shape;445;p50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6" name="Google Shape;446;p50"/>
          <p:cNvSpPr txBox="1">
            <a:spLocks noGrp="1"/>
          </p:cNvSpPr>
          <p:nvPr>
            <p:ph type="body" idx="5"/>
          </p:nvPr>
        </p:nvSpPr>
        <p:spPr>
          <a:xfrm>
            <a:off x="-1" y="879475"/>
            <a:ext cx="9144000" cy="468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27000" tIns="0" rIns="54000" bIns="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Libre Franklin Thin"/>
              <a:buNone/>
              <a:def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47" name="Google Shape;447;p50"/>
          <p:cNvSpPr>
            <a:spLocks noGrp="1"/>
          </p:cNvSpPr>
          <p:nvPr>
            <p:ph type="pic" idx="6"/>
          </p:nvPr>
        </p:nvSpPr>
        <p:spPr>
          <a:xfrm>
            <a:off x="-1" y="1347788"/>
            <a:ext cx="3048000" cy="3276600"/>
          </a:xfrm>
          <a:prstGeom prst="rect">
            <a:avLst/>
          </a:prstGeom>
          <a:noFill/>
          <a:ln>
            <a:noFill/>
          </a:ln>
        </p:spPr>
      </p:sp>
      <p:sp>
        <p:nvSpPr>
          <p:cNvPr id="448" name="Google Shape;448;p50"/>
          <p:cNvSpPr>
            <a:spLocks noGrp="1"/>
          </p:cNvSpPr>
          <p:nvPr>
            <p:ph type="pic" idx="7"/>
          </p:nvPr>
        </p:nvSpPr>
        <p:spPr>
          <a:xfrm>
            <a:off x="6096004" y="1347787"/>
            <a:ext cx="3048000" cy="3276600"/>
          </a:xfrm>
          <a:prstGeom prst="rect">
            <a:avLst/>
          </a:prstGeom>
          <a:noFill/>
          <a:ln>
            <a:noFill/>
          </a:ln>
        </p:spPr>
      </p:sp>
      <p:cxnSp>
        <p:nvCxnSpPr>
          <p:cNvPr id="449" name="Google Shape;449;p50"/>
          <p:cNvCxnSpPr/>
          <p:nvPr/>
        </p:nvCxnSpPr>
        <p:spPr>
          <a:xfrm>
            <a:off x="3047996" y="2137497"/>
            <a:ext cx="3048000" cy="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450" name="Google Shape;450;p50"/>
          <p:cNvCxnSpPr/>
          <p:nvPr/>
        </p:nvCxnSpPr>
        <p:spPr>
          <a:xfrm>
            <a:off x="3047996" y="2987889"/>
            <a:ext cx="3048000" cy="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451" name="Google Shape;451;p50"/>
          <p:cNvCxnSpPr/>
          <p:nvPr/>
        </p:nvCxnSpPr>
        <p:spPr>
          <a:xfrm>
            <a:off x="3047996" y="3810849"/>
            <a:ext cx="3048000" cy="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452" name="Google Shape;452;p50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453" name="Google Shape;453;p50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4" name="Google Shape;454;p50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3">
  <p:cSld name="custom layout 13"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51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7" name="Google Shape;457;p51"/>
          <p:cNvSpPr>
            <a:spLocks noGrp="1"/>
          </p:cNvSpPr>
          <p:nvPr>
            <p:ph type="pic" idx="2"/>
          </p:nvPr>
        </p:nvSpPr>
        <p:spPr>
          <a:xfrm>
            <a:off x="5039917" y="879475"/>
            <a:ext cx="4104000" cy="3744900"/>
          </a:xfrm>
          <a:prstGeom prst="rect">
            <a:avLst/>
          </a:prstGeom>
          <a:noFill/>
          <a:ln>
            <a:noFill/>
          </a:ln>
        </p:spPr>
      </p:sp>
      <p:sp>
        <p:nvSpPr>
          <p:cNvPr id="458" name="Google Shape;458;p51"/>
          <p:cNvSpPr txBox="1">
            <a:spLocks noGrp="1"/>
          </p:cNvSpPr>
          <p:nvPr>
            <p:ph type="body" idx="1"/>
          </p:nvPr>
        </p:nvSpPr>
        <p:spPr>
          <a:xfrm>
            <a:off x="1" y="879475"/>
            <a:ext cx="2700300" cy="1872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59" name="Google Shape;459;p51"/>
          <p:cNvSpPr txBox="1">
            <a:spLocks noGrp="1"/>
          </p:cNvSpPr>
          <p:nvPr>
            <p:ph type="body" idx="3"/>
          </p:nvPr>
        </p:nvSpPr>
        <p:spPr>
          <a:xfrm>
            <a:off x="0" y="2752344"/>
            <a:ext cx="2700300" cy="1872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60" name="Google Shape;460;p51"/>
          <p:cNvSpPr>
            <a:spLocks noGrp="1"/>
          </p:cNvSpPr>
          <p:nvPr>
            <p:ph type="pic" idx="4"/>
          </p:nvPr>
        </p:nvSpPr>
        <p:spPr>
          <a:xfrm>
            <a:off x="2700338" y="895692"/>
            <a:ext cx="2339700" cy="1855800"/>
          </a:xfrm>
          <a:prstGeom prst="rect">
            <a:avLst/>
          </a:prstGeom>
          <a:noFill/>
          <a:ln>
            <a:noFill/>
          </a:ln>
        </p:spPr>
      </p:sp>
      <p:sp>
        <p:nvSpPr>
          <p:cNvPr id="461" name="Google Shape;461;p51"/>
          <p:cNvSpPr>
            <a:spLocks noGrp="1"/>
          </p:cNvSpPr>
          <p:nvPr>
            <p:ph type="pic" idx="5"/>
          </p:nvPr>
        </p:nvSpPr>
        <p:spPr>
          <a:xfrm>
            <a:off x="2700338" y="2768544"/>
            <a:ext cx="2339700" cy="1855800"/>
          </a:xfrm>
          <a:prstGeom prst="rect">
            <a:avLst/>
          </a:prstGeom>
          <a:noFill/>
          <a:ln>
            <a:noFill/>
          </a:ln>
        </p:spPr>
      </p:sp>
      <p:sp>
        <p:nvSpPr>
          <p:cNvPr id="462" name="Google Shape;462;p51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463" name="Google Shape;463;p51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4" name="Google Shape;464;p51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5">
  <p:cSld name="custom layout 15">
    <p:spTree>
      <p:nvGrpSpPr>
        <p:cNvPr id="1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52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7" name="Google Shape;467;p52"/>
          <p:cNvSpPr txBox="1">
            <a:spLocks noGrp="1"/>
          </p:cNvSpPr>
          <p:nvPr>
            <p:ph type="body" idx="1"/>
          </p:nvPr>
        </p:nvSpPr>
        <p:spPr>
          <a:xfrm>
            <a:off x="1350169" y="879480"/>
            <a:ext cx="1350300" cy="1248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68" name="Google Shape;468;p52"/>
          <p:cNvSpPr>
            <a:spLocks noGrp="1"/>
          </p:cNvSpPr>
          <p:nvPr>
            <p:ph type="pic" idx="2"/>
          </p:nvPr>
        </p:nvSpPr>
        <p:spPr>
          <a:xfrm>
            <a:off x="2700337" y="895696"/>
            <a:ext cx="3743400" cy="3728700"/>
          </a:xfrm>
          <a:prstGeom prst="rect">
            <a:avLst/>
          </a:prstGeom>
          <a:noFill/>
          <a:ln>
            <a:noFill/>
          </a:ln>
        </p:spPr>
      </p:sp>
      <p:sp>
        <p:nvSpPr>
          <p:cNvPr id="469" name="Google Shape;469;p52"/>
          <p:cNvSpPr txBox="1">
            <a:spLocks noGrp="1"/>
          </p:cNvSpPr>
          <p:nvPr>
            <p:ph type="body" idx="3"/>
          </p:nvPr>
        </p:nvSpPr>
        <p:spPr>
          <a:xfrm>
            <a:off x="1" y="879480"/>
            <a:ext cx="1350300" cy="1248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8575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900"/>
              <a:buFont typeface="Libre Franklin"/>
              <a:buChar char="•"/>
              <a:defRPr sz="1200"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70" name="Google Shape;470;p52"/>
          <p:cNvSpPr txBox="1">
            <a:spLocks noGrp="1"/>
          </p:cNvSpPr>
          <p:nvPr>
            <p:ph type="body" idx="4"/>
          </p:nvPr>
        </p:nvSpPr>
        <p:spPr>
          <a:xfrm>
            <a:off x="1350169" y="2127784"/>
            <a:ext cx="1350300" cy="12483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71" name="Google Shape;471;p52"/>
          <p:cNvSpPr txBox="1">
            <a:spLocks noGrp="1"/>
          </p:cNvSpPr>
          <p:nvPr>
            <p:ph type="body" idx="5"/>
          </p:nvPr>
        </p:nvSpPr>
        <p:spPr>
          <a:xfrm>
            <a:off x="1" y="2127785"/>
            <a:ext cx="1350300" cy="12483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8575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900"/>
              <a:buFont typeface="Libre Franklin"/>
              <a:buChar char="•"/>
              <a:defRPr sz="1200"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72" name="Google Shape;472;p52"/>
          <p:cNvSpPr txBox="1">
            <a:spLocks noGrp="1"/>
          </p:cNvSpPr>
          <p:nvPr>
            <p:ph type="body" idx="6"/>
          </p:nvPr>
        </p:nvSpPr>
        <p:spPr>
          <a:xfrm>
            <a:off x="1350169" y="3376088"/>
            <a:ext cx="1350300" cy="1248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73" name="Google Shape;473;p52"/>
          <p:cNvSpPr txBox="1">
            <a:spLocks noGrp="1"/>
          </p:cNvSpPr>
          <p:nvPr>
            <p:ph type="body" idx="7"/>
          </p:nvPr>
        </p:nvSpPr>
        <p:spPr>
          <a:xfrm>
            <a:off x="1" y="3376089"/>
            <a:ext cx="1350300" cy="1248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8575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900"/>
              <a:buFont typeface="Libre Franklin"/>
              <a:buChar char="•"/>
              <a:defRPr sz="1200"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74" name="Google Shape;474;p52"/>
          <p:cNvSpPr txBox="1">
            <a:spLocks noGrp="1"/>
          </p:cNvSpPr>
          <p:nvPr>
            <p:ph type="body" idx="8"/>
          </p:nvPr>
        </p:nvSpPr>
        <p:spPr>
          <a:xfrm>
            <a:off x="7793832" y="879476"/>
            <a:ext cx="1350300" cy="1872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8575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529A43"/>
              </a:buClr>
              <a:buSzPts val="900"/>
              <a:buFont typeface="Libre Franklin"/>
              <a:buChar char="•"/>
              <a:defRPr sz="1200">
                <a:solidFill>
                  <a:schemeClr val="lt1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529A43"/>
              </a:buClr>
              <a:buSzPts val="1200"/>
              <a:buChar char="•"/>
              <a:defRPr sz="1200">
                <a:solidFill>
                  <a:srgbClr val="000000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529A43"/>
              </a:buClr>
              <a:buSzPts val="2000"/>
              <a:buNone/>
              <a:defRPr sz="2000">
                <a:solidFill>
                  <a:srgbClr val="000000"/>
                </a:solidFill>
              </a:defRPr>
            </a:lvl3pPr>
            <a:lvl4pPr marL="1828800" lvl="3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529A43"/>
              </a:buClr>
              <a:buSzPts val="1800"/>
              <a:buChar char="•"/>
              <a:defRPr sz="1800">
                <a:solidFill>
                  <a:srgbClr val="000000"/>
                </a:solidFill>
              </a:defRPr>
            </a:lvl4pPr>
            <a:lvl5pPr marL="2286000" lvl="4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529A43"/>
              </a:buClr>
              <a:buSzPts val="1800"/>
              <a:buChar char="•"/>
              <a:defRPr sz="1800">
                <a:solidFill>
                  <a:srgbClr val="000000"/>
                </a:solidFill>
              </a:defRPr>
            </a:lvl5pPr>
            <a:lvl6pPr marL="2743200" lvl="5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475" name="Google Shape;475;p52"/>
          <p:cNvSpPr txBox="1">
            <a:spLocks noGrp="1"/>
          </p:cNvSpPr>
          <p:nvPr>
            <p:ph type="body" idx="9"/>
          </p:nvPr>
        </p:nvSpPr>
        <p:spPr>
          <a:xfrm>
            <a:off x="7793832" y="2763758"/>
            <a:ext cx="1350300" cy="1860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8575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900"/>
              <a:buFont typeface="Libre Franklin"/>
              <a:buChar char="•"/>
              <a:defRPr sz="1200"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76" name="Google Shape;476;p52"/>
          <p:cNvSpPr txBox="1">
            <a:spLocks noGrp="1"/>
          </p:cNvSpPr>
          <p:nvPr>
            <p:ph type="body" idx="13"/>
          </p:nvPr>
        </p:nvSpPr>
        <p:spPr>
          <a:xfrm>
            <a:off x="6443662" y="879476"/>
            <a:ext cx="1350300" cy="1872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77" name="Google Shape;477;p52"/>
          <p:cNvSpPr txBox="1">
            <a:spLocks noGrp="1"/>
          </p:cNvSpPr>
          <p:nvPr>
            <p:ph type="body" idx="14"/>
          </p:nvPr>
        </p:nvSpPr>
        <p:spPr>
          <a:xfrm>
            <a:off x="6443662" y="2763758"/>
            <a:ext cx="1350300" cy="1860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Font typeface="Libre Franklin"/>
              <a:buNone/>
              <a:defRPr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78" name="Google Shape;478;p52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479" name="Google Shape;479;p52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0" name="Google Shape;480;p52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6">
  <p:cSld name="custom layout 16">
    <p:spTree>
      <p:nvGrpSpPr>
        <p:cNvPr id="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53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3" name="Google Shape;483;p53"/>
          <p:cNvSpPr>
            <a:spLocks noGrp="1"/>
          </p:cNvSpPr>
          <p:nvPr>
            <p:ph type="pic" idx="2"/>
          </p:nvPr>
        </p:nvSpPr>
        <p:spPr>
          <a:xfrm>
            <a:off x="5962650" y="898538"/>
            <a:ext cx="3181500" cy="3744900"/>
          </a:xfrm>
          <a:prstGeom prst="rect">
            <a:avLst/>
          </a:prstGeom>
          <a:noFill/>
          <a:ln>
            <a:noFill/>
          </a:ln>
        </p:spPr>
      </p:sp>
      <p:sp>
        <p:nvSpPr>
          <p:cNvPr id="484" name="Google Shape;484;p53"/>
          <p:cNvSpPr txBox="1">
            <a:spLocks noGrp="1"/>
          </p:cNvSpPr>
          <p:nvPr>
            <p:ph type="body" idx="1"/>
          </p:nvPr>
        </p:nvSpPr>
        <p:spPr>
          <a:xfrm>
            <a:off x="0" y="898538"/>
            <a:ext cx="4085100" cy="4683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27000" tIns="0" rIns="54000" bIns="0" anchor="ctr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Libre Franklin Medium"/>
              <a:buNone/>
              <a:def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3655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700"/>
              <a:buNone/>
              <a:defRPr sz="1700">
                <a:solidFill>
                  <a:schemeClr val="lt1"/>
                </a:solidFill>
              </a:defRPr>
            </a:lvl3pPr>
            <a:lvl4pPr marL="1828800" lvl="3" indent="-33655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4pPr>
            <a:lvl5pPr marL="2286000" lvl="4" indent="-33655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700"/>
              <a:buChar char="•"/>
              <a:defRPr sz="1700"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85" name="Google Shape;485;p53"/>
          <p:cNvSpPr txBox="1">
            <a:spLocks noGrp="1"/>
          </p:cNvSpPr>
          <p:nvPr>
            <p:ph type="body" idx="3"/>
          </p:nvPr>
        </p:nvSpPr>
        <p:spPr>
          <a:xfrm>
            <a:off x="0" y="1364457"/>
            <a:ext cx="4081800" cy="3279000"/>
          </a:xfrm>
          <a:prstGeom prst="rect">
            <a:avLst/>
          </a:prstGeom>
          <a:solidFill>
            <a:srgbClr val="E1E3E1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600"/>
              <a:buNone/>
              <a:defRPr/>
            </a:lvl1pPr>
            <a:lvl2pPr marL="914400" lvl="1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86" name="Google Shape;486;p53"/>
          <p:cNvSpPr txBox="1">
            <a:spLocks noGrp="1"/>
          </p:cNvSpPr>
          <p:nvPr>
            <p:ph type="body" idx="4"/>
          </p:nvPr>
        </p:nvSpPr>
        <p:spPr>
          <a:xfrm>
            <a:off x="4104252" y="898538"/>
            <a:ext cx="1856100" cy="1867500"/>
          </a:xfrm>
          <a:prstGeom prst="rect">
            <a:avLst/>
          </a:prstGeom>
          <a:solidFill>
            <a:srgbClr val="E1E3E1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000"/>
              <a:buNone/>
              <a:defRPr sz="1000"/>
            </a:lvl1pPr>
            <a:lvl2pPr marL="914400" lvl="1" indent="-2921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00"/>
              <a:buChar char="•"/>
              <a:defRPr sz="1000"/>
            </a:lvl2pPr>
            <a:lvl3pPr marL="1371600" lvl="2" indent="-2921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00"/>
              <a:buChar char="•"/>
              <a:defRPr sz="1000"/>
            </a:lvl3pPr>
            <a:lvl4pPr marL="1828800" lvl="3" indent="-2921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00"/>
              <a:buChar char="•"/>
              <a:defRPr sz="1000"/>
            </a:lvl4pPr>
            <a:lvl5pPr marL="2286000" lvl="4" indent="-2921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00"/>
              <a:buChar char="•"/>
              <a:defRPr sz="10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87" name="Google Shape;487;p53"/>
          <p:cNvSpPr txBox="1">
            <a:spLocks noGrp="1"/>
          </p:cNvSpPr>
          <p:nvPr>
            <p:ph type="body" idx="5"/>
          </p:nvPr>
        </p:nvSpPr>
        <p:spPr>
          <a:xfrm>
            <a:off x="4104252" y="2788920"/>
            <a:ext cx="1856100" cy="1854600"/>
          </a:xfrm>
          <a:prstGeom prst="rect">
            <a:avLst/>
          </a:prstGeom>
          <a:solidFill>
            <a:srgbClr val="E1E3E1"/>
          </a:solidFill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1000"/>
              <a:buNone/>
              <a:defRPr sz="1000"/>
            </a:lvl1pPr>
            <a:lvl2pPr marL="914400" lvl="1" indent="-2921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00"/>
              <a:buChar char="•"/>
              <a:defRPr sz="1000"/>
            </a:lvl2pPr>
            <a:lvl3pPr marL="1371600" lvl="2" indent="-2921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00"/>
              <a:buChar char="•"/>
              <a:defRPr sz="1000"/>
            </a:lvl3pPr>
            <a:lvl4pPr marL="1828800" lvl="3" indent="-2921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00"/>
              <a:buChar char="•"/>
              <a:defRPr sz="1000"/>
            </a:lvl4pPr>
            <a:lvl5pPr marL="2286000" lvl="4" indent="-2921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00"/>
              <a:buChar char="•"/>
              <a:defRPr sz="1000"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88" name="Google Shape;488;p53"/>
          <p:cNvSpPr txBox="1">
            <a:spLocks noGrp="1"/>
          </p:cNvSpPr>
          <p:nvPr>
            <p:ph type="sldNum" idx="12"/>
          </p:nvPr>
        </p:nvSpPr>
        <p:spPr>
          <a:xfrm>
            <a:off x="338137" y="4744094"/>
            <a:ext cx="440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lvl="1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lvl="2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lvl="3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lvl="4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lvl="5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lvl="6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lvl="7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lvl="8" indent="0" algn="l">
              <a:spcBef>
                <a:spcPts val="0"/>
              </a:spcBef>
              <a:buNone/>
              <a:defRPr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489" name="Google Shape;489;p53"/>
          <p:cNvSpPr txBox="1">
            <a:spLocks noGrp="1"/>
          </p:cNvSpPr>
          <p:nvPr>
            <p:ph type="dt" idx="10"/>
          </p:nvPr>
        </p:nvSpPr>
        <p:spPr>
          <a:xfrm>
            <a:off x="892775" y="4744094"/>
            <a:ext cx="905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0" name="Google Shape;490;p53"/>
          <p:cNvSpPr txBox="1">
            <a:spLocks noGrp="1"/>
          </p:cNvSpPr>
          <p:nvPr>
            <p:ph type="ftr" idx="11"/>
          </p:nvPr>
        </p:nvSpPr>
        <p:spPr>
          <a:xfrm>
            <a:off x="4998308" y="4744094"/>
            <a:ext cx="29163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8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54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493" name="Google Shape;493;p54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0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75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494" name="Google Shape;494;p5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image" Target="../media/image1.png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  <a:defRPr sz="27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38138" y="889824"/>
            <a:ext cx="8452200" cy="375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>
            <a:lvl1pPr marL="457200" marR="0" lvl="0" indent="-3302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09563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275"/>
              <a:buFont typeface="Arial"/>
              <a:buChar char="•"/>
              <a:defRPr sz="127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09563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275"/>
              <a:buFont typeface="Arial"/>
              <a:buChar char="•"/>
              <a:defRPr sz="127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09563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275"/>
              <a:buFont typeface="Arial"/>
              <a:buChar char="•"/>
              <a:defRPr sz="127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09563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275"/>
              <a:buFont typeface="Arial"/>
              <a:buChar char="•"/>
              <a:defRPr sz="127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56">
            <a:alphaModFix/>
          </a:blip>
          <a:srcRect/>
          <a:stretch/>
        </p:blipFill>
        <p:spPr>
          <a:xfrm>
            <a:off x="7883544" y="4733778"/>
            <a:ext cx="928177" cy="285878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  <p:sldLayoutId id="2147483682" r:id="rId35"/>
    <p:sldLayoutId id="2147483683" r:id="rId36"/>
    <p:sldLayoutId id="2147483684" r:id="rId37"/>
    <p:sldLayoutId id="2147483685" r:id="rId38"/>
    <p:sldLayoutId id="2147483686" r:id="rId39"/>
    <p:sldLayoutId id="2147483687" r:id="rId40"/>
    <p:sldLayoutId id="2147483688" r:id="rId41"/>
    <p:sldLayoutId id="2147483689" r:id="rId42"/>
    <p:sldLayoutId id="2147483690" r:id="rId43"/>
    <p:sldLayoutId id="2147483691" r:id="rId44"/>
    <p:sldLayoutId id="2147483692" r:id="rId45"/>
    <p:sldLayoutId id="2147483693" r:id="rId46"/>
    <p:sldLayoutId id="2147483694" r:id="rId47"/>
    <p:sldLayoutId id="2147483695" r:id="rId48"/>
    <p:sldLayoutId id="2147483696" r:id="rId49"/>
    <p:sldLayoutId id="2147483697" r:id="rId50"/>
    <p:sldLayoutId id="2147483698" r:id="rId51"/>
    <p:sldLayoutId id="2147483699" r:id="rId52"/>
    <p:sldLayoutId id="2147483700" r:id="rId53"/>
    <p:sldLayoutId id="2147483701" r:id="rId5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  <p15:guide id="3" pos="213">
          <p15:clr>
            <a:srgbClr val="F26B43"/>
          </p15:clr>
        </p15:guide>
        <p15:guide id="4" pos="5537">
          <p15:clr>
            <a:srgbClr val="F26B43"/>
          </p15:clr>
        </p15:guide>
        <p15:guide id="5" orient="horz" pos="170">
          <p15:clr>
            <a:srgbClr val="F26B43"/>
          </p15:clr>
        </p15:guide>
        <p15:guide id="6" orient="horz" pos="2925">
          <p15:clr>
            <a:srgbClr val="F26B43"/>
          </p15:clr>
        </p15:guide>
        <p15:guide id="7" pos="1988">
          <p15:clr>
            <a:srgbClr val="F26B43"/>
          </p15:clr>
        </p15:guide>
        <p15:guide id="8" pos="375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sli.do/features-google-slides?payload=eyJwb2xsVXVpZCI6ImVkZjRlNTU4LTE0MzEtNDdkNy1hNTRmLTg0NGZlMjg0MmFhOSIsInByZXNlbnRhdGlvbklkIjoiMXFXUzhza09tMm9qS1JJY2VMOEtIM0twRHNiYlFfMnk3UERiNXdxT0FPbFkiLCJzbGlkZUlkIjoiU0xJREVTX0FQSTk1NDEyMDE1OV8wIiwidGltZWxpbmUiOlt7InNob3dSZXN1bHRzIjp0cnVlLCJwb2xsUXVlc3Rpb25VdWlkIjoiYTEwNDExYWMtYzhiYy00MzY0LWI5MDAtODVjNjY0YTg3YmExIn1dLCJ0eXBlIjoiU2xpZG9Qb2xsIn0%3D" TargetMode="External"/><Relationship Id="rId3" Type="http://schemas.openxmlformats.org/officeDocument/2006/relationships/hyperlink" Target="https://www.slido.com/support/gsi/how-to-change-the-design" TargetMode="External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4.xml"/><Relationship Id="rId6" Type="http://schemas.openxmlformats.org/officeDocument/2006/relationships/hyperlink" Target="https://chrome.google.com/webstore/detail/slido/dhhclfjehmpacimcdknijodpjpmppkii" TargetMode="External"/><Relationship Id="rId5" Type="http://schemas.openxmlformats.org/officeDocument/2006/relationships/image" Target="../media/image23.png"/><Relationship Id="rId4" Type="http://schemas.openxmlformats.org/officeDocument/2006/relationships/hyperlink" Target="https://www.sli.do/features-google-slides?interaction-type=TXVsdGlwbGVDaG9pY2U%3D" TargetMode="External"/><Relationship Id="rId9" Type="http://schemas.openxmlformats.org/officeDocument/2006/relationships/image" Target="../media/image2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sli.do/features-google-slides?payload=eyJwb2xsVXVpZCI6IjcyMjNmZDY1LWU3YzEtNDFmNy1iNWUzLTI1OGNmYjhjOGUwYiIsInByZXNlbnRhdGlvbklkIjoiMXFXUzhza09tMm9qS1JJY2VMOEtIM0twRHNiYlFfMnk3UERiNXdxT0FPbFkiLCJzbGlkZUlkIjoiU0xJREVTX0FQSTk1NDEyMDE1OV8xMSIsInRpbWVsaW5lIjpbeyJwb2xsUXVlc3Rpb25VdWlkIjoiYWZmYTU2ZWUtOGMxMy00OTVlLTkxNjUtNzRkMzIyYzI2N2RiIiwic2hvd1Jlc3VsdHMiOnRydWV9XSwidHlwZSI6IlNsaWRvUG9sbCJ9" TargetMode="External"/><Relationship Id="rId3" Type="http://schemas.openxmlformats.org/officeDocument/2006/relationships/hyperlink" Target="https://www.slido.com/support/gsi/how-to-change-the-design" TargetMode="External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4.xml"/><Relationship Id="rId6" Type="http://schemas.openxmlformats.org/officeDocument/2006/relationships/hyperlink" Target="https://chrome.google.com/webstore/detail/slido/dhhclfjehmpacimcdknijodpjpmppkii" TargetMode="External"/><Relationship Id="rId5" Type="http://schemas.openxmlformats.org/officeDocument/2006/relationships/image" Target="../media/image26.png"/><Relationship Id="rId4" Type="http://schemas.openxmlformats.org/officeDocument/2006/relationships/hyperlink" Target="https://www.sli.do/features-google-slides?interaction-type=V29yZENsb3Vk" TargetMode="External"/><Relationship Id="rId9" Type="http://schemas.openxmlformats.org/officeDocument/2006/relationships/image" Target="../media/image2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sli.do/features-google-slides?payload=eyJwb2xsVXVpZCI6IjViMTE4OGFjLWVjZDktNGQ3YS1iY2FhLWY3NDMyZTM1ZDI0NiIsInByZXNlbnRhdGlvbklkIjoiMXFXUzhza09tMm9qS1JJY2VMOEtIM0twRHNiYlFfMnk3UERiNXdxT0FPbFkiLCJzbGlkZUlkIjoiU0xJREVTX0FQSTk1NDEyMDE1OV8yMiIsInRpbWVsaW5lIjpbeyJwb2xsUXVlc3Rpb25VdWlkIjoiOThjZGEzOTctZDUwNi00Y2NlLTliMTYtZGUyZmJmMGZmNGYwIiwic2hvd1Jlc3VsdHMiOnRydWV9XSwidHlwZSI6IlNsaWRvUG9sbCJ9" TargetMode="External"/><Relationship Id="rId3" Type="http://schemas.openxmlformats.org/officeDocument/2006/relationships/hyperlink" Target="https://www.slido.com/support/gsi/how-to-change-the-design" TargetMode="External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4.xml"/><Relationship Id="rId6" Type="http://schemas.openxmlformats.org/officeDocument/2006/relationships/hyperlink" Target="https://chrome.google.com/webstore/detail/slido/dhhclfjehmpacimcdknijodpjpmppkii" TargetMode="External"/><Relationship Id="rId5" Type="http://schemas.openxmlformats.org/officeDocument/2006/relationships/image" Target="../media/image27.png"/><Relationship Id="rId4" Type="http://schemas.openxmlformats.org/officeDocument/2006/relationships/hyperlink" Target="https://www.sli.do/features-google-slides?interaction-type=T3BlblRleHQ%3D" TargetMode="External"/><Relationship Id="rId9" Type="http://schemas.openxmlformats.org/officeDocument/2006/relationships/image" Target="../media/image2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enome.ucsc.edu/goldenPath/help/bigBed.html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sli.do/features-google-slides?payload=eyJwb2xsVXVpZCI6IjJmNjY2YzFkLWU4MWQtNGUzOS1iNGViLTY3ZDRiZGVhNThkNiIsInByZXNlbnRhdGlvbklkIjoiMXFXUzhza09tMm9qS1JJY2VMOEtIM0twRHNiYlFfMnk3UERiNXdxT0FPbFkiLCJzbGlkZUlkIjoiU0xJREVTX0FQSTE0NDMyOTA1MzZfMCIsInRpbWVsaW5lIjpbeyJwb2xsUXVlc3Rpb25VdWlkIjoiZmY4OWY3NmUtOGFiOS00YzBhLWFjZWMtZWM2YmY0ZTA4MGM2Iiwic2hvd1Jlc3VsdHMiOnRydWV9XSwidHlwZSI6IlNsaWRvUG9sbCJ9" TargetMode="External"/><Relationship Id="rId3" Type="http://schemas.openxmlformats.org/officeDocument/2006/relationships/hyperlink" Target="https://www.slido.com/support/gsi/how-to-change-the-design" TargetMode="External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4.xml"/><Relationship Id="rId6" Type="http://schemas.openxmlformats.org/officeDocument/2006/relationships/hyperlink" Target="https://chrome.google.com/webstore/detail/slido/dhhclfjehmpacimcdknijodpjpmppkii" TargetMode="External"/><Relationship Id="rId5" Type="http://schemas.openxmlformats.org/officeDocument/2006/relationships/image" Target="../media/image26.png"/><Relationship Id="rId4" Type="http://schemas.openxmlformats.org/officeDocument/2006/relationships/hyperlink" Target="https://www.sli.do/features-google-slides?interaction-type=V29yZENsb3Vk" TargetMode="External"/><Relationship Id="rId9" Type="http://schemas.openxmlformats.org/officeDocument/2006/relationships/image" Target="../media/image2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sli.do/features-google-slides?payload=eyJrZWVwUG9sbEFjdGl2ZSI6ZmFsc2UsInBvbGxVdWlkIjoiOTQwNjhiMWMtMjRhZS00ZTU2LThhMWEtMDAxMmRjNWU3M2NlIiwicHJlc2VudGF0aW9uSWQiOiIxcVdTOHNrT20yb2pLUkljZUw4S0gzS3BEc2JiUV8yeTdQRGI1d3FPQU9sWSIsInNsaWRlSWQiOiJTTElERVNfQVBJMzk5MTQzNTc3XzAiLCJ0aW1lbGluZSI6W3sic2hvd1Jlc3VsdHMiOnRydWUsInBvbGxRdWVzdGlvblV1aWQiOiJlOGMwN2NjOS04ZjcwLTQ5NjAtOTlmOS04ZGU0MDE3MDEyODQifV0sInR5cGUiOiJTbGlkb1BvbGwifQ%3D%3D" TargetMode="External"/><Relationship Id="rId3" Type="http://schemas.openxmlformats.org/officeDocument/2006/relationships/hyperlink" Target="https://www.slido.com/support/gsi/how-to-change-the-design" TargetMode="External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4.xml"/><Relationship Id="rId6" Type="http://schemas.openxmlformats.org/officeDocument/2006/relationships/hyperlink" Target="https://chrome.google.com/webstore/detail/slido/dhhclfjehmpacimcdknijodpjpmppkii" TargetMode="External"/><Relationship Id="rId5" Type="http://schemas.openxmlformats.org/officeDocument/2006/relationships/image" Target="../media/image26.png"/><Relationship Id="rId4" Type="http://schemas.openxmlformats.org/officeDocument/2006/relationships/hyperlink" Target="https://www.sli.do/features-google-slides?interaction-type=V29yZENsb3Vk" TargetMode="External"/><Relationship Id="rId9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regulation.ensembl.org/data_access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p56"/>
          <p:cNvSpPr txBox="1">
            <a:spLocks noGrp="1"/>
          </p:cNvSpPr>
          <p:nvPr>
            <p:ph type="title"/>
          </p:nvPr>
        </p:nvSpPr>
        <p:spPr>
          <a:xfrm>
            <a:off x="640556" y="770936"/>
            <a:ext cx="5322000" cy="1415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Alternative Access to Regulatory Annotations</a:t>
            </a:r>
            <a:endParaRPr/>
          </a:p>
        </p:txBody>
      </p:sp>
      <p:sp>
        <p:nvSpPr>
          <p:cNvPr id="501" name="Google Shape;501;p56"/>
          <p:cNvSpPr txBox="1">
            <a:spLocks noGrp="1"/>
          </p:cNvSpPr>
          <p:nvPr>
            <p:ph type="body" idx="4"/>
          </p:nvPr>
        </p:nvSpPr>
        <p:spPr>
          <a:xfrm>
            <a:off x="640557" y="2310299"/>
            <a:ext cx="4867800" cy="526200"/>
          </a:xfrm>
          <a:prstGeom prst="rect">
            <a:avLst/>
          </a:prstGeom>
        </p:spPr>
        <p:txBody>
          <a:bodyPr spcFirstLastPara="1" wrap="square" lIns="0" tIns="45700" rIns="91425" bIns="45700" anchor="t" anchorCtr="0">
            <a:noAutofit/>
          </a:bodyPr>
          <a:lstStyle/>
          <a:p>
            <a:pPr marL="0" lvl="0" indent="0" algn="l" rtl="0">
              <a:spcBef>
                <a:spcPts val="750"/>
              </a:spcBef>
              <a:spcAft>
                <a:spcPts val="0"/>
              </a:spcAft>
              <a:buNone/>
            </a:pPr>
            <a:r>
              <a:rPr lang="en-GB"/>
              <a:t>Session 4</a:t>
            </a:r>
            <a:endParaRPr/>
          </a:p>
        </p:txBody>
      </p:sp>
      <p:sp>
        <p:nvSpPr>
          <p:cNvPr id="502" name="Google Shape;502;p56"/>
          <p:cNvSpPr txBox="1"/>
          <p:nvPr/>
        </p:nvSpPr>
        <p:spPr>
          <a:xfrm>
            <a:off x="640550" y="3581000"/>
            <a:ext cx="5385900" cy="2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8974C"/>
              </a:buClr>
              <a:buSzPts val="1800"/>
              <a:buFont typeface="Arial"/>
              <a:buNone/>
            </a:pPr>
            <a:r>
              <a:rPr lang="en-GB" sz="1800" b="1">
                <a:solidFill>
                  <a:srgbClr val="007B53"/>
                </a:solidFill>
              </a:rPr>
              <a:t>Gabriela A. Merino - Louisse Paola Mirabueno</a:t>
            </a:r>
            <a:endParaRPr sz="1800" b="1" i="0" u="none" strike="noStrike" cap="none">
              <a:solidFill>
                <a:srgbClr val="007B5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56"/>
          <p:cNvSpPr txBox="1"/>
          <p:nvPr/>
        </p:nvSpPr>
        <p:spPr>
          <a:xfrm>
            <a:off x="640548" y="3896000"/>
            <a:ext cx="2259600" cy="56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8974C"/>
              </a:buClr>
              <a:buSzPts val="1200"/>
              <a:buFont typeface="Arial"/>
              <a:buNone/>
            </a:pPr>
            <a:r>
              <a:rPr lang="en-GB" sz="1200" b="1">
                <a:solidFill>
                  <a:srgbClr val="000000"/>
                </a:solidFill>
              </a:rPr>
              <a:t>Senior Bioinformatician, Ensembl Regulation, EMBL-EBI</a:t>
            </a:r>
            <a:endParaRPr/>
          </a:p>
        </p:txBody>
      </p:sp>
      <p:sp>
        <p:nvSpPr>
          <p:cNvPr id="504" name="Google Shape;504;p56"/>
          <p:cNvSpPr txBox="1"/>
          <p:nvPr/>
        </p:nvSpPr>
        <p:spPr>
          <a:xfrm>
            <a:off x="640557" y="4549628"/>
            <a:ext cx="3037200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8974C"/>
              </a:buClr>
              <a:buSzPts val="1200"/>
              <a:buFont typeface="Arial"/>
              <a:buNone/>
            </a:pPr>
            <a:r>
              <a:rPr lang="en-GB" sz="1200">
                <a:solidFill>
                  <a:srgbClr val="000000"/>
                </a:solidFill>
              </a:rPr>
              <a:t>03/09/2026</a:t>
            </a:r>
            <a:endParaRPr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5" name="Google Shape;505;p56"/>
          <p:cNvSpPr txBox="1"/>
          <p:nvPr/>
        </p:nvSpPr>
        <p:spPr>
          <a:xfrm>
            <a:off x="2853948" y="3896000"/>
            <a:ext cx="2259600" cy="56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None/>
            </a:pPr>
            <a:r>
              <a:rPr lang="en-GB" sz="1200" b="1">
                <a:solidFill>
                  <a:schemeClr val="dk1"/>
                </a:solidFill>
              </a:rPr>
              <a:t>Outreach Officer, </a:t>
            </a:r>
            <a:endParaRPr sz="1200" b="1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None/>
            </a:pPr>
            <a:r>
              <a:rPr lang="en-GB" sz="1200" b="1">
                <a:solidFill>
                  <a:schemeClr val="dk1"/>
                </a:solidFill>
              </a:rPr>
              <a:t>Ensembl Outreach,</a:t>
            </a:r>
            <a:endParaRPr sz="1200" b="1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None/>
            </a:pPr>
            <a:r>
              <a:rPr lang="en-GB" sz="1200" b="1">
                <a:solidFill>
                  <a:schemeClr val="dk1"/>
                </a:solidFill>
              </a:rPr>
              <a:t>EMBL-EBI</a:t>
            </a:r>
            <a:endParaRPr sz="1200" b="1"/>
          </a:p>
        </p:txBody>
      </p:sp>
      <p:sp>
        <p:nvSpPr>
          <p:cNvPr id="506" name="Google Shape;506;p56"/>
          <p:cNvSpPr txBox="1"/>
          <p:nvPr/>
        </p:nvSpPr>
        <p:spPr>
          <a:xfrm>
            <a:off x="640550" y="2755532"/>
            <a:ext cx="5322000" cy="5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1">
                <a:solidFill>
                  <a:srgbClr val="FFFFFF"/>
                </a:solidFill>
              </a:rPr>
              <a:t>T6: Making the most of cis-regulatory annotations for genome-scale analysis</a:t>
            </a:r>
            <a:endParaRPr sz="1000" b="1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p57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Session map</a:t>
            </a:r>
            <a:endParaRPr/>
          </a:p>
        </p:txBody>
      </p:sp>
      <p:grpSp>
        <p:nvGrpSpPr>
          <p:cNvPr id="512" name="Google Shape;512;p57"/>
          <p:cNvGrpSpPr/>
          <p:nvPr/>
        </p:nvGrpSpPr>
        <p:grpSpPr>
          <a:xfrm>
            <a:off x="1593000" y="2838678"/>
            <a:ext cx="5957975" cy="643500"/>
            <a:chOff x="1593000" y="2322568"/>
            <a:chExt cx="5957975" cy="643500"/>
          </a:xfrm>
        </p:grpSpPr>
        <p:sp>
          <p:nvSpPr>
            <p:cNvPr id="513" name="Google Shape;513;p57"/>
            <p:cNvSpPr/>
            <p:nvPr/>
          </p:nvSpPr>
          <p:spPr>
            <a:xfrm>
              <a:off x="3728375" y="2322568"/>
              <a:ext cx="3822600" cy="643500"/>
            </a:xfrm>
            <a:prstGeom prst="rect">
              <a:avLst/>
            </a:prstGeom>
            <a:solidFill>
              <a:srgbClr val="EEEEE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" name="Google Shape;514;p57"/>
            <p:cNvSpPr/>
            <p:nvPr/>
          </p:nvSpPr>
          <p:spPr>
            <a:xfrm flipH="1">
              <a:off x="2283025" y="2322575"/>
              <a:ext cx="1844400" cy="642600"/>
            </a:xfrm>
            <a:prstGeom prst="rect">
              <a:avLst/>
            </a:prstGeom>
            <a:solidFill>
              <a:srgbClr val="0B71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" name="Google Shape;515;p57"/>
            <p:cNvSpPr/>
            <p:nvPr/>
          </p:nvSpPr>
          <p:spPr>
            <a:xfrm rot="-5400000">
              <a:off x="3501574" y="1934671"/>
              <a:ext cx="643356" cy="1419149"/>
            </a:xfrm>
            <a:prstGeom prst="flowChartOffpageConnector">
              <a:avLst/>
            </a:prstGeom>
            <a:solidFill>
              <a:srgbClr val="0B71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" name="Google Shape;516;p57"/>
            <p:cNvSpPr/>
            <p:nvPr/>
          </p:nvSpPr>
          <p:spPr>
            <a:xfrm>
              <a:off x="2342625" y="2399951"/>
              <a:ext cx="1940700" cy="49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000">
                  <a:solidFill>
                    <a:srgbClr val="FFFFFF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Hands-on</a:t>
              </a:r>
              <a:endParaRPr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17" name="Google Shape;517;p57"/>
            <p:cNvSpPr/>
            <p:nvPr/>
          </p:nvSpPr>
          <p:spPr>
            <a:xfrm>
              <a:off x="1593000" y="2322568"/>
              <a:ext cx="690000" cy="642300"/>
            </a:xfrm>
            <a:prstGeom prst="rect">
              <a:avLst/>
            </a:prstGeom>
            <a:solidFill>
              <a:srgbClr val="0B7743"/>
            </a:solidFill>
            <a:ln>
              <a:noFill/>
            </a:ln>
            <a:effectLst>
              <a:outerShdw blurRad="71438" dist="28575" dir="2700000" algn="bl" rotWithShape="0">
                <a:srgbClr val="000000">
                  <a:alpha val="17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Google Shape;518;p57"/>
            <p:cNvSpPr/>
            <p:nvPr/>
          </p:nvSpPr>
          <p:spPr>
            <a:xfrm>
              <a:off x="4387850" y="2323750"/>
              <a:ext cx="2971200" cy="64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800">
                <a:solidFill>
                  <a:srgbClr val="0B71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19" name="Google Shape;519;p57"/>
          <p:cNvGrpSpPr/>
          <p:nvPr/>
        </p:nvGrpSpPr>
        <p:grpSpPr>
          <a:xfrm>
            <a:off x="1593000" y="2183819"/>
            <a:ext cx="5957975" cy="643500"/>
            <a:chOff x="1593000" y="2322568"/>
            <a:chExt cx="5957975" cy="643500"/>
          </a:xfrm>
        </p:grpSpPr>
        <p:sp>
          <p:nvSpPr>
            <p:cNvPr id="520" name="Google Shape;520;p57"/>
            <p:cNvSpPr/>
            <p:nvPr/>
          </p:nvSpPr>
          <p:spPr>
            <a:xfrm>
              <a:off x="3728375" y="2322568"/>
              <a:ext cx="3822600" cy="643500"/>
            </a:xfrm>
            <a:prstGeom prst="rect">
              <a:avLst/>
            </a:prstGeom>
            <a:solidFill>
              <a:srgbClr val="EEEEE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Google Shape;521;p57"/>
            <p:cNvSpPr/>
            <p:nvPr/>
          </p:nvSpPr>
          <p:spPr>
            <a:xfrm flipH="1">
              <a:off x="2283025" y="2322575"/>
              <a:ext cx="1844400" cy="642600"/>
            </a:xfrm>
            <a:prstGeom prst="rect">
              <a:avLst/>
            </a:prstGeom>
            <a:solidFill>
              <a:srgbClr val="0B71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Google Shape;522;p57"/>
            <p:cNvSpPr/>
            <p:nvPr/>
          </p:nvSpPr>
          <p:spPr>
            <a:xfrm rot="-5400000">
              <a:off x="3501574" y="1934671"/>
              <a:ext cx="643356" cy="1419149"/>
            </a:xfrm>
            <a:prstGeom prst="flowChartOffpageConnector">
              <a:avLst/>
            </a:prstGeom>
            <a:solidFill>
              <a:srgbClr val="0B71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Google Shape;523;p57"/>
            <p:cNvSpPr/>
            <p:nvPr/>
          </p:nvSpPr>
          <p:spPr>
            <a:xfrm>
              <a:off x="2342625" y="2399951"/>
              <a:ext cx="1940700" cy="49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000">
                  <a:solidFill>
                    <a:srgbClr val="FFFFFF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CREs and evidence files</a:t>
              </a:r>
              <a:endParaRPr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24" name="Google Shape;524;p57"/>
            <p:cNvSpPr/>
            <p:nvPr/>
          </p:nvSpPr>
          <p:spPr>
            <a:xfrm>
              <a:off x="1593000" y="2322568"/>
              <a:ext cx="690000" cy="642300"/>
            </a:xfrm>
            <a:prstGeom prst="rect">
              <a:avLst/>
            </a:prstGeom>
            <a:solidFill>
              <a:srgbClr val="0B7743"/>
            </a:solidFill>
            <a:ln>
              <a:noFill/>
            </a:ln>
            <a:effectLst>
              <a:outerShdw blurRad="71438" dist="28575" dir="2700000" algn="bl" rotWithShape="0">
                <a:srgbClr val="000000">
                  <a:alpha val="17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Google Shape;525;p57"/>
            <p:cNvSpPr/>
            <p:nvPr/>
          </p:nvSpPr>
          <p:spPr>
            <a:xfrm>
              <a:off x="1593000" y="2322575"/>
              <a:ext cx="690000" cy="642600"/>
            </a:xfrm>
            <a:prstGeom prst="rect">
              <a:avLst/>
            </a:prstGeom>
            <a:solidFill>
              <a:srgbClr val="0C814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600">
                <a:solidFill>
                  <a:srgbClr val="FFFFFF"/>
                </a:solidFill>
                <a:latin typeface="Roboto Thin"/>
                <a:ea typeface="Roboto Thin"/>
                <a:cs typeface="Roboto Thin"/>
                <a:sym typeface="Roboto Thin"/>
              </a:endParaRPr>
            </a:p>
          </p:txBody>
        </p:sp>
        <p:sp>
          <p:nvSpPr>
            <p:cNvPr id="526" name="Google Shape;526;p57"/>
            <p:cNvSpPr/>
            <p:nvPr/>
          </p:nvSpPr>
          <p:spPr>
            <a:xfrm>
              <a:off x="4387850" y="2323750"/>
              <a:ext cx="2971200" cy="64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457200" lvl="0" indent="-2794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B713F"/>
                </a:buClr>
                <a:buSzPts val="800"/>
                <a:buFont typeface="Roboto"/>
                <a:buChar char="●"/>
              </a:pPr>
              <a:r>
                <a:rPr lang="en-GB" sz="800">
                  <a:solidFill>
                    <a:srgbClr val="0B713F"/>
                  </a:solidFill>
                  <a:latin typeface="Roboto"/>
                  <a:ea typeface="Roboto"/>
                  <a:cs typeface="Roboto"/>
                  <a:sym typeface="Roboto"/>
                </a:rPr>
                <a:t>How to get them</a:t>
              </a:r>
              <a:endParaRPr sz="800">
                <a:solidFill>
                  <a:srgbClr val="0B713F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marL="457200" lvl="0" indent="-2794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B713F"/>
                </a:buClr>
                <a:buSzPts val="800"/>
                <a:buFont typeface="Roboto"/>
                <a:buChar char="●"/>
              </a:pPr>
              <a:r>
                <a:rPr lang="en-GB" sz="800">
                  <a:solidFill>
                    <a:srgbClr val="0B713F"/>
                  </a:solidFill>
                  <a:latin typeface="Roboto"/>
                  <a:ea typeface="Roboto"/>
                  <a:cs typeface="Roboto"/>
                  <a:sym typeface="Roboto"/>
                </a:rPr>
                <a:t>How they look</a:t>
              </a:r>
              <a:endParaRPr sz="800">
                <a:solidFill>
                  <a:srgbClr val="0B713F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marL="457200" lvl="0" indent="-2794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B713F"/>
                </a:buClr>
                <a:buSzPts val="800"/>
                <a:buFont typeface="Roboto"/>
                <a:buChar char="●"/>
              </a:pPr>
              <a:r>
                <a:rPr lang="en-GB" sz="800">
                  <a:solidFill>
                    <a:srgbClr val="0B713F"/>
                  </a:solidFill>
                  <a:latin typeface="Roboto"/>
                  <a:ea typeface="Roboto"/>
                  <a:cs typeface="Roboto"/>
                  <a:sym typeface="Roboto"/>
                </a:rPr>
                <a:t>Considerations when working with multiple files and sources</a:t>
              </a:r>
              <a:endParaRPr sz="800">
                <a:solidFill>
                  <a:srgbClr val="0B71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27" name="Google Shape;527;p57"/>
          <p:cNvGrpSpPr/>
          <p:nvPr/>
        </p:nvGrpSpPr>
        <p:grpSpPr>
          <a:xfrm>
            <a:off x="1593000" y="1528944"/>
            <a:ext cx="5957975" cy="643500"/>
            <a:chOff x="1593000" y="2322568"/>
            <a:chExt cx="5957975" cy="643500"/>
          </a:xfrm>
        </p:grpSpPr>
        <p:sp>
          <p:nvSpPr>
            <p:cNvPr id="528" name="Google Shape;528;p57"/>
            <p:cNvSpPr/>
            <p:nvPr/>
          </p:nvSpPr>
          <p:spPr>
            <a:xfrm>
              <a:off x="3728375" y="2322568"/>
              <a:ext cx="3822600" cy="643500"/>
            </a:xfrm>
            <a:prstGeom prst="rect">
              <a:avLst/>
            </a:prstGeom>
            <a:solidFill>
              <a:srgbClr val="EEEEE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" name="Google Shape;529;p57"/>
            <p:cNvSpPr/>
            <p:nvPr/>
          </p:nvSpPr>
          <p:spPr>
            <a:xfrm flipH="1">
              <a:off x="2283025" y="2322575"/>
              <a:ext cx="1844400" cy="642600"/>
            </a:xfrm>
            <a:prstGeom prst="rect">
              <a:avLst/>
            </a:prstGeom>
            <a:solidFill>
              <a:srgbClr val="0B71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Google Shape;530;p57"/>
            <p:cNvSpPr/>
            <p:nvPr/>
          </p:nvSpPr>
          <p:spPr>
            <a:xfrm rot="-5400000">
              <a:off x="3501574" y="1934671"/>
              <a:ext cx="643356" cy="1419149"/>
            </a:xfrm>
            <a:prstGeom prst="flowChartOffpageConnector">
              <a:avLst/>
            </a:prstGeom>
            <a:solidFill>
              <a:srgbClr val="0B713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Google Shape;531;p57"/>
            <p:cNvSpPr/>
            <p:nvPr/>
          </p:nvSpPr>
          <p:spPr>
            <a:xfrm>
              <a:off x="2342625" y="2399951"/>
              <a:ext cx="1940700" cy="49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000">
                  <a:solidFill>
                    <a:srgbClr val="FFFFFF"/>
                  </a:solidFill>
                  <a:latin typeface="Roboto Medium"/>
                  <a:ea typeface="Roboto Medium"/>
                  <a:cs typeface="Roboto Medium"/>
                  <a:sym typeface="Roboto Medium"/>
                </a:rPr>
                <a:t>File formats</a:t>
              </a:r>
              <a:endParaRPr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32" name="Google Shape;532;p57"/>
            <p:cNvSpPr/>
            <p:nvPr/>
          </p:nvSpPr>
          <p:spPr>
            <a:xfrm>
              <a:off x="1593000" y="2322568"/>
              <a:ext cx="690000" cy="642300"/>
            </a:xfrm>
            <a:prstGeom prst="rect">
              <a:avLst/>
            </a:prstGeom>
            <a:solidFill>
              <a:srgbClr val="0B7743"/>
            </a:solidFill>
            <a:ln>
              <a:noFill/>
            </a:ln>
            <a:effectLst>
              <a:outerShdw blurRad="71438" dist="28575" dir="2700000" algn="bl" rotWithShape="0">
                <a:srgbClr val="000000">
                  <a:alpha val="17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Google Shape;533;p57"/>
            <p:cNvSpPr/>
            <p:nvPr/>
          </p:nvSpPr>
          <p:spPr>
            <a:xfrm>
              <a:off x="1593000" y="2322575"/>
              <a:ext cx="690000" cy="642600"/>
            </a:xfrm>
            <a:prstGeom prst="rect">
              <a:avLst/>
            </a:prstGeom>
            <a:solidFill>
              <a:srgbClr val="0C814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600">
                <a:solidFill>
                  <a:srgbClr val="FFFFFF"/>
                </a:solidFill>
                <a:latin typeface="Roboto Thin"/>
                <a:ea typeface="Roboto Thin"/>
                <a:cs typeface="Roboto Thin"/>
                <a:sym typeface="Roboto Thin"/>
              </a:endParaRPr>
            </a:p>
          </p:txBody>
        </p:sp>
        <p:sp>
          <p:nvSpPr>
            <p:cNvPr id="534" name="Google Shape;534;p57"/>
            <p:cNvSpPr/>
            <p:nvPr/>
          </p:nvSpPr>
          <p:spPr>
            <a:xfrm>
              <a:off x="4387850" y="2323750"/>
              <a:ext cx="2971200" cy="642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457200" lvl="0" indent="-2794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B713F"/>
                </a:buClr>
                <a:buSzPts val="800"/>
                <a:buFont typeface="Roboto"/>
                <a:buChar char="●"/>
              </a:pPr>
              <a:r>
                <a:rPr lang="en-GB" sz="800">
                  <a:solidFill>
                    <a:srgbClr val="0B713F"/>
                  </a:solidFill>
                  <a:latin typeface="Roboto"/>
                  <a:ea typeface="Roboto"/>
                  <a:cs typeface="Roboto"/>
                  <a:sym typeface="Roboto"/>
                </a:rPr>
                <a:t>Commonly-used format</a:t>
              </a:r>
              <a:endParaRPr sz="800">
                <a:solidFill>
                  <a:srgbClr val="0B713F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marL="457200" lvl="0" indent="-27940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B713F"/>
                </a:buClr>
                <a:buSzPts val="800"/>
                <a:buFont typeface="Roboto"/>
                <a:buChar char="●"/>
              </a:pPr>
              <a:r>
                <a:rPr lang="en-GB" sz="800">
                  <a:solidFill>
                    <a:srgbClr val="0B713F"/>
                  </a:solidFill>
                  <a:latin typeface="Roboto"/>
                  <a:ea typeface="Roboto"/>
                  <a:cs typeface="Roboto"/>
                  <a:sym typeface="Roboto"/>
                </a:rPr>
                <a:t>Coordinates system </a:t>
              </a:r>
              <a:endParaRPr sz="800">
                <a:solidFill>
                  <a:srgbClr val="0B71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Google Shape;539;p58"/>
          <p:cNvSpPr/>
          <p:nvPr/>
        </p:nvSpPr>
        <p:spPr>
          <a:xfrm rot="5400000">
            <a:off x="7365228" y="0"/>
            <a:ext cx="1778700" cy="1778700"/>
          </a:xfrm>
          <a:prstGeom prst="diagStripe">
            <a:avLst>
              <a:gd name="adj" fmla="val 50000"/>
            </a:avLst>
          </a:prstGeom>
          <a:solidFill>
            <a:srgbClr val="EDFAF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0" name="Google Shape;540;p58"/>
          <p:cNvSpPr txBox="1"/>
          <p:nvPr/>
        </p:nvSpPr>
        <p:spPr>
          <a:xfrm rot="2700000">
            <a:off x="7215273" y="386217"/>
            <a:ext cx="2501461" cy="583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>
                <a:solidFill>
                  <a:srgbClr val="198038"/>
                </a:solidFill>
                <a:latin typeface="Inter"/>
                <a:ea typeface="Inter"/>
                <a:cs typeface="Inter"/>
                <a:sym typeface="Inter"/>
              </a:rPr>
              <a:t>Do not edit</a:t>
            </a:r>
            <a:endParaRPr sz="1200" b="1">
              <a:solidFill>
                <a:srgbClr val="198038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u="sng">
                <a:solidFill>
                  <a:srgbClr val="198038"/>
                </a:solidFill>
                <a:latin typeface="Inter"/>
                <a:ea typeface="Inter"/>
                <a:cs typeface="Inter"/>
                <a:sym typeface="Inter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How to change the design</a:t>
            </a:r>
            <a:endParaRPr sz="1200">
              <a:solidFill>
                <a:srgbClr val="198038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541" name="Google Shape;541;p58" descr="poll-type-id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33520" y="1307027"/>
            <a:ext cx="1778772" cy="1778772"/>
          </a:xfrm>
          <a:prstGeom prst="rect">
            <a:avLst/>
          </a:prstGeom>
          <a:noFill/>
          <a:ln>
            <a:noFill/>
          </a:ln>
        </p:spPr>
      </p:pic>
      <p:sp>
        <p:nvSpPr>
          <p:cNvPr id="542" name="Google Shape;542;p58" descr="title-id"/>
          <p:cNvSpPr txBox="1"/>
          <p:nvPr/>
        </p:nvSpPr>
        <p:spPr>
          <a:xfrm>
            <a:off x="2334638" y="1320628"/>
            <a:ext cx="6364800" cy="175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400" b="1">
                <a:solidFill>
                  <a:srgbClr val="5B5B5B"/>
                </a:solidFill>
                <a:latin typeface="Inter"/>
                <a:ea typeface="Inter"/>
                <a:cs typeface="Inter"/>
                <a:sym typeface="Inter"/>
              </a:rPr>
              <a:t>Have you used some of the regulatory annotation resources we have presented?</a:t>
            </a:r>
            <a:endParaRPr sz="3400" b="1">
              <a:solidFill>
                <a:srgbClr val="5B5B5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43" name="Google Shape;543;p58"/>
          <p:cNvSpPr/>
          <p:nvPr/>
        </p:nvSpPr>
        <p:spPr>
          <a:xfrm>
            <a:off x="0" y="4365024"/>
            <a:ext cx="9144000" cy="778500"/>
          </a:xfrm>
          <a:prstGeom prst="rect">
            <a:avLst/>
          </a:prstGeom>
          <a:solidFill>
            <a:srgbClr val="19803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4" name="Google Shape;544;p58"/>
          <p:cNvSpPr txBox="1"/>
          <p:nvPr/>
        </p:nvSpPr>
        <p:spPr>
          <a:xfrm>
            <a:off x="555866" y="4365024"/>
            <a:ext cx="6948300" cy="77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Presenting with animations, GIFs or speaker notes? Enable our </a:t>
            </a:r>
            <a:r>
              <a:rPr lang="en-GB" sz="1200" u="sng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Chrome extension</a:t>
            </a:r>
            <a:endParaRPr sz="12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545" name="Google Shape;545;p58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22347" y="4643089"/>
            <a:ext cx="222347" cy="222347"/>
          </a:xfrm>
          <a:prstGeom prst="rect">
            <a:avLst/>
          </a:prstGeom>
          <a:noFill/>
          <a:ln>
            <a:noFill/>
          </a:ln>
        </p:spPr>
      </p:pic>
      <p:pic>
        <p:nvPicPr>
          <p:cNvPr id="546" name="Google Shape;546;p58" descr="logo-id">
            <a:hlinkClick r:id="rId8"/>
          </p:cNvPr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7921094" y="4476329"/>
            <a:ext cx="1111733" cy="5558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Google Shape;551;p59"/>
          <p:cNvSpPr/>
          <p:nvPr/>
        </p:nvSpPr>
        <p:spPr>
          <a:xfrm rot="5400000">
            <a:off x="7365228" y="0"/>
            <a:ext cx="1778700" cy="1778700"/>
          </a:xfrm>
          <a:prstGeom prst="diagStripe">
            <a:avLst>
              <a:gd name="adj" fmla="val 50000"/>
            </a:avLst>
          </a:prstGeom>
          <a:solidFill>
            <a:srgbClr val="EDFAF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2" name="Google Shape;552;p59"/>
          <p:cNvSpPr txBox="1"/>
          <p:nvPr/>
        </p:nvSpPr>
        <p:spPr>
          <a:xfrm rot="2700000">
            <a:off x="7215273" y="386217"/>
            <a:ext cx="2501461" cy="583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>
                <a:solidFill>
                  <a:srgbClr val="198038"/>
                </a:solidFill>
                <a:latin typeface="Inter"/>
                <a:ea typeface="Inter"/>
                <a:cs typeface="Inter"/>
                <a:sym typeface="Inter"/>
              </a:rPr>
              <a:t>Do not edit</a:t>
            </a:r>
            <a:endParaRPr sz="1200" b="1">
              <a:solidFill>
                <a:srgbClr val="198038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u="sng">
                <a:solidFill>
                  <a:srgbClr val="198038"/>
                </a:solidFill>
                <a:latin typeface="Inter"/>
                <a:ea typeface="Inter"/>
                <a:cs typeface="Inter"/>
                <a:sym typeface="Inter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How to change the design</a:t>
            </a:r>
            <a:endParaRPr sz="1200">
              <a:solidFill>
                <a:srgbClr val="198038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553" name="Google Shape;553;p59" descr="poll-type-id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33520" y="1307027"/>
            <a:ext cx="1778772" cy="1778772"/>
          </a:xfrm>
          <a:prstGeom prst="rect">
            <a:avLst/>
          </a:prstGeom>
          <a:noFill/>
          <a:ln>
            <a:noFill/>
          </a:ln>
        </p:spPr>
      </p:pic>
      <p:sp>
        <p:nvSpPr>
          <p:cNvPr id="554" name="Google Shape;554;p59" descr="title-id"/>
          <p:cNvSpPr txBox="1"/>
          <p:nvPr/>
        </p:nvSpPr>
        <p:spPr>
          <a:xfrm>
            <a:off x="2334638" y="1320628"/>
            <a:ext cx="6364800" cy="175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>
                <a:solidFill>
                  <a:srgbClr val="5B5B5B"/>
                </a:solidFill>
                <a:latin typeface="Inter"/>
                <a:ea typeface="Inter"/>
                <a:cs typeface="Inter"/>
                <a:sym typeface="Inter"/>
              </a:rPr>
              <a:t>If you have previously used the regulatory annotation resources, how have you used them? E.g. single, locus analysis, file, etc.</a:t>
            </a:r>
            <a:endParaRPr sz="2400" b="1">
              <a:solidFill>
                <a:srgbClr val="5B5B5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55" name="Google Shape;555;p59"/>
          <p:cNvSpPr/>
          <p:nvPr/>
        </p:nvSpPr>
        <p:spPr>
          <a:xfrm>
            <a:off x="0" y="4365024"/>
            <a:ext cx="9144000" cy="778500"/>
          </a:xfrm>
          <a:prstGeom prst="rect">
            <a:avLst/>
          </a:prstGeom>
          <a:solidFill>
            <a:srgbClr val="19803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59"/>
          <p:cNvSpPr txBox="1"/>
          <p:nvPr/>
        </p:nvSpPr>
        <p:spPr>
          <a:xfrm>
            <a:off x="555866" y="4365024"/>
            <a:ext cx="6948300" cy="77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Presenting with animations, GIFs or speaker notes? Enable our </a:t>
            </a:r>
            <a:r>
              <a:rPr lang="en-GB" sz="1200" u="sng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Chrome extension</a:t>
            </a:r>
            <a:endParaRPr sz="12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557" name="Google Shape;557;p59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22347" y="4643089"/>
            <a:ext cx="222347" cy="222347"/>
          </a:xfrm>
          <a:prstGeom prst="rect">
            <a:avLst/>
          </a:prstGeom>
          <a:noFill/>
          <a:ln>
            <a:noFill/>
          </a:ln>
        </p:spPr>
      </p:pic>
      <p:pic>
        <p:nvPicPr>
          <p:cNvPr id="558" name="Google Shape;558;p59" descr="logo-id">
            <a:hlinkClick r:id="rId8"/>
          </p:cNvPr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7921094" y="4476329"/>
            <a:ext cx="1111733" cy="5558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60"/>
          <p:cNvSpPr/>
          <p:nvPr/>
        </p:nvSpPr>
        <p:spPr>
          <a:xfrm rot="5400000">
            <a:off x="7365228" y="0"/>
            <a:ext cx="1778700" cy="1778700"/>
          </a:xfrm>
          <a:prstGeom prst="diagStripe">
            <a:avLst>
              <a:gd name="adj" fmla="val 50000"/>
            </a:avLst>
          </a:prstGeom>
          <a:solidFill>
            <a:srgbClr val="EDFAF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60"/>
          <p:cNvSpPr txBox="1"/>
          <p:nvPr/>
        </p:nvSpPr>
        <p:spPr>
          <a:xfrm rot="2700000">
            <a:off x="7215273" y="386217"/>
            <a:ext cx="2501461" cy="583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>
                <a:solidFill>
                  <a:srgbClr val="198038"/>
                </a:solidFill>
                <a:latin typeface="Inter"/>
                <a:ea typeface="Inter"/>
                <a:cs typeface="Inter"/>
                <a:sym typeface="Inter"/>
              </a:rPr>
              <a:t>Do not edit</a:t>
            </a:r>
            <a:endParaRPr sz="1200" b="1">
              <a:solidFill>
                <a:srgbClr val="198038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u="sng">
                <a:solidFill>
                  <a:srgbClr val="198038"/>
                </a:solidFill>
                <a:latin typeface="Inter"/>
                <a:ea typeface="Inter"/>
                <a:cs typeface="Inter"/>
                <a:sym typeface="Inter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How to change the design</a:t>
            </a:r>
            <a:endParaRPr sz="1200">
              <a:solidFill>
                <a:srgbClr val="198038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565" name="Google Shape;565;p60" descr="poll-type-id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33520" y="1307027"/>
            <a:ext cx="1778772" cy="1778772"/>
          </a:xfrm>
          <a:prstGeom prst="rect">
            <a:avLst/>
          </a:prstGeom>
          <a:noFill/>
          <a:ln>
            <a:noFill/>
          </a:ln>
        </p:spPr>
      </p:pic>
      <p:sp>
        <p:nvSpPr>
          <p:cNvPr id="566" name="Google Shape;566;p60" descr="title-id"/>
          <p:cNvSpPr txBox="1"/>
          <p:nvPr/>
        </p:nvSpPr>
        <p:spPr>
          <a:xfrm>
            <a:off x="2334638" y="1320628"/>
            <a:ext cx="6364800" cy="175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400" b="1">
                <a:solidFill>
                  <a:srgbClr val="5B5B5B"/>
                </a:solidFill>
                <a:latin typeface="Inter"/>
                <a:ea typeface="Inter"/>
                <a:cs typeface="Inter"/>
                <a:sym typeface="Inter"/>
              </a:rPr>
              <a:t>For your future work, how do you think would be the best way to access them?</a:t>
            </a:r>
            <a:endParaRPr sz="3400" b="1">
              <a:solidFill>
                <a:srgbClr val="5B5B5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67" name="Google Shape;567;p60"/>
          <p:cNvSpPr/>
          <p:nvPr/>
        </p:nvSpPr>
        <p:spPr>
          <a:xfrm>
            <a:off x="0" y="4365024"/>
            <a:ext cx="9144000" cy="778500"/>
          </a:xfrm>
          <a:prstGeom prst="rect">
            <a:avLst/>
          </a:prstGeom>
          <a:solidFill>
            <a:srgbClr val="19803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60"/>
          <p:cNvSpPr txBox="1"/>
          <p:nvPr/>
        </p:nvSpPr>
        <p:spPr>
          <a:xfrm>
            <a:off x="555866" y="4365024"/>
            <a:ext cx="6948300" cy="77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Presenting with animations, GIFs or speaker notes? Enable our </a:t>
            </a:r>
            <a:r>
              <a:rPr lang="en-GB" sz="1200" u="sng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Chrome extension</a:t>
            </a:r>
            <a:endParaRPr sz="12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569" name="Google Shape;569;p6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22347" y="4643089"/>
            <a:ext cx="222347" cy="222347"/>
          </a:xfrm>
          <a:prstGeom prst="rect">
            <a:avLst/>
          </a:prstGeom>
          <a:noFill/>
          <a:ln>
            <a:noFill/>
          </a:ln>
        </p:spPr>
      </p:pic>
      <p:pic>
        <p:nvPicPr>
          <p:cNvPr id="570" name="Google Shape;570;p60" descr="logo-id">
            <a:hlinkClick r:id="rId8"/>
          </p:cNvPr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7921094" y="4476329"/>
            <a:ext cx="1111733" cy="5558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Google Shape;575;p61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Commonly-used formats: BED and BigBed format</a:t>
            </a:r>
            <a:endParaRPr/>
          </a:p>
        </p:txBody>
      </p:sp>
      <p:sp>
        <p:nvSpPr>
          <p:cNvPr id="576" name="Google Shape;576;p61"/>
          <p:cNvSpPr txBox="1">
            <a:spLocks noGrp="1"/>
          </p:cNvSpPr>
          <p:nvPr>
            <p:ph type="body" idx="1"/>
          </p:nvPr>
        </p:nvSpPr>
        <p:spPr>
          <a:xfrm>
            <a:off x="338150" y="829300"/>
            <a:ext cx="8452200" cy="3424800"/>
          </a:xfrm>
          <a:prstGeom prst="rect">
            <a:avLst/>
          </a:prstGeom>
        </p:spPr>
        <p:txBody>
          <a:bodyPr spcFirstLastPara="1" wrap="square" lIns="0" tIns="45700" rIns="91425" bIns="45700" anchor="t" anchorCtr="0">
            <a:noAutofit/>
          </a:bodyPr>
          <a:lstStyle/>
          <a:p>
            <a:pPr marL="585000" lvl="1" indent="-317500" algn="just" rtl="0">
              <a:lnSpc>
                <a:spcPct val="150000"/>
              </a:lnSpc>
              <a:spcBef>
                <a:spcPts val="375"/>
              </a:spcBef>
              <a:spcAft>
                <a:spcPts val="0"/>
              </a:spcAft>
              <a:buSzPts val="1400"/>
              <a:buChar char="✓"/>
            </a:pPr>
            <a:r>
              <a:rPr lang="en-GB"/>
              <a:t>Standard format for representing genomic intervals and annotations.</a:t>
            </a:r>
            <a:endParaRPr/>
          </a:p>
          <a:p>
            <a:pPr marL="585000" lvl="1" indent="-3175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✓"/>
            </a:pPr>
            <a:r>
              <a:rPr lang="en-GB"/>
              <a:t>It has three </a:t>
            </a:r>
            <a:r>
              <a:rPr lang="en-GB">
                <a:solidFill>
                  <a:srgbClr val="FF0000"/>
                </a:solidFill>
              </a:rPr>
              <a:t>required</a:t>
            </a:r>
            <a:r>
              <a:rPr lang="en-GB"/>
              <a:t> fields and nine </a:t>
            </a:r>
            <a:r>
              <a:rPr lang="en-GB">
                <a:solidFill>
                  <a:srgbClr val="0000FF"/>
                </a:solidFill>
              </a:rPr>
              <a:t>additional</a:t>
            </a:r>
            <a:r>
              <a:rPr lang="en-GB"/>
              <a:t> optional fields. </a:t>
            </a:r>
            <a:endParaRPr sz="1200"/>
          </a:p>
          <a:p>
            <a:pPr marL="914400" lvl="1" indent="-30162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C8148"/>
              </a:buClr>
              <a:buSzPts val="1150"/>
              <a:buChar char="●"/>
            </a:pPr>
            <a:r>
              <a:rPr lang="en-GB" sz="1150" b="1">
                <a:solidFill>
                  <a:srgbClr val="FF0000"/>
                </a:solidFill>
                <a:highlight>
                  <a:srgbClr val="FFFFFF"/>
                </a:highlight>
              </a:rPr>
              <a:t>chrom</a:t>
            </a:r>
            <a:r>
              <a:rPr lang="en-GB" sz="1150">
                <a:highlight>
                  <a:srgbClr val="FFFFFF"/>
                </a:highlight>
              </a:rPr>
              <a:t>: e.g. chr3, Y, NC_000001.11, scaffold10671.</a:t>
            </a:r>
            <a:endParaRPr sz="1150">
              <a:highlight>
                <a:srgbClr val="FFFFFF"/>
              </a:highlight>
            </a:endParaRPr>
          </a:p>
          <a:p>
            <a:pPr marL="914400" lvl="1" indent="-30162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C8148"/>
              </a:buClr>
              <a:buSzPts val="1150"/>
              <a:buChar char="●"/>
            </a:pPr>
            <a:r>
              <a:rPr lang="en-GB" sz="1150" b="1">
                <a:solidFill>
                  <a:srgbClr val="FF0000"/>
                </a:solidFill>
                <a:highlight>
                  <a:srgbClr val="FFFFFF"/>
                </a:highlight>
              </a:rPr>
              <a:t>chromStart</a:t>
            </a:r>
            <a:r>
              <a:rPr lang="en-GB" sz="1150">
                <a:highlight>
                  <a:srgbClr val="FFFFFF"/>
                </a:highlight>
              </a:rPr>
              <a:t>: zero-based, included in the feature.</a:t>
            </a:r>
            <a:endParaRPr sz="1150">
              <a:highlight>
                <a:srgbClr val="FFFFFF"/>
              </a:highlight>
            </a:endParaRPr>
          </a:p>
          <a:p>
            <a:pPr marL="914400" lvl="1" indent="-30162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C8148"/>
              </a:buClr>
              <a:buSzPts val="1150"/>
              <a:buChar char="●"/>
            </a:pPr>
            <a:r>
              <a:rPr lang="en-GB" sz="1150" b="1">
                <a:solidFill>
                  <a:srgbClr val="FF0000"/>
                </a:solidFill>
                <a:highlight>
                  <a:srgbClr val="FFFFFF"/>
                </a:highlight>
              </a:rPr>
              <a:t>chromEnd</a:t>
            </a:r>
            <a:r>
              <a:rPr lang="en-GB" sz="1150">
                <a:highlight>
                  <a:srgbClr val="FFFFFF"/>
                </a:highlight>
              </a:rPr>
              <a:t>: Not included in the display of the feature.</a:t>
            </a:r>
            <a:endParaRPr sz="1150">
              <a:highlight>
                <a:srgbClr val="FFFFFF"/>
              </a:highlight>
            </a:endParaRPr>
          </a:p>
          <a:p>
            <a:pPr marL="914400" lvl="1" indent="-30162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C8148"/>
              </a:buClr>
              <a:buSzPts val="1150"/>
              <a:buChar char="●"/>
            </a:pPr>
            <a:r>
              <a:rPr lang="en-GB" sz="1150" b="1">
                <a:solidFill>
                  <a:srgbClr val="0000FF"/>
                </a:solidFill>
                <a:highlight>
                  <a:srgbClr val="FFFFFF"/>
                </a:highlight>
              </a:rPr>
              <a:t>name</a:t>
            </a:r>
            <a:endParaRPr sz="1150">
              <a:highlight>
                <a:srgbClr val="FFFFFF"/>
              </a:highlight>
            </a:endParaRPr>
          </a:p>
          <a:p>
            <a:pPr marL="914400" lvl="1" indent="-30162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C8148"/>
              </a:buClr>
              <a:buSzPts val="1150"/>
              <a:buChar char="●"/>
            </a:pPr>
            <a:r>
              <a:rPr lang="en-GB" sz="1150" b="1">
                <a:solidFill>
                  <a:srgbClr val="0000FF"/>
                </a:solidFill>
                <a:highlight>
                  <a:srgbClr val="FFFFFF"/>
                </a:highlight>
              </a:rPr>
              <a:t>score</a:t>
            </a:r>
            <a:r>
              <a:rPr lang="en-GB" sz="1150">
                <a:highlight>
                  <a:srgbClr val="FFFFFF"/>
                </a:highlight>
              </a:rPr>
              <a:t> </a:t>
            </a:r>
            <a:endParaRPr sz="1150">
              <a:highlight>
                <a:srgbClr val="FFFFFF"/>
              </a:highlight>
            </a:endParaRPr>
          </a:p>
          <a:p>
            <a:pPr marL="914400" lvl="1" indent="-30162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C8148"/>
              </a:buClr>
              <a:buSzPts val="1150"/>
              <a:buChar char="●"/>
            </a:pPr>
            <a:r>
              <a:rPr lang="en-GB" sz="1150" b="1">
                <a:solidFill>
                  <a:srgbClr val="0000FF"/>
                </a:solidFill>
                <a:highlight>
                  <a:srgbClr val="FFFFFF"/>
                </a:highlight>
              </a:rPr>
              <a:t>strand</a:t>
            </a:r>
            <a:r>
              <a:rPr lang="en-GB" sz="1150">
                <a:highlight>
                  <a:srgbClr val="FFFFFF"/>
                </a:highlight>
              </a:rPr>
              <a:t>: Either "." (=no strand) or "+" or "-".</a:t>
            </a:r>
            <a:endParaRPr sz="1150">
              <a:highlight>
                <a:srgbClr val="FFFFFF"/>
              </a:highlight>
            </a:endParaRPr>
          </a:p>
          <a:p>
            <a:pPr marL="914400" lvl="1" indent="-30162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C8148"/>
              </a:buClr>
              <a:buSzPts val="1150"/>
              <a:buChar char="●"/>
            </a:pPr>
            <a:r>
              <a:rPr lang="en-GB" sz="1150" b="1">
                <a:solidFill>
                  <a:srgbClr val="0000FF"/>
                </a:solidFill>
                <a:highlight>
                  <a:srgbClr val="FFFFFF"/>
                </a:highlight>
              </a:rPr>
              <a:t>thickStart</a:t>
            </a:r>
            <a:r>
              <a:rPr lang="en-GB" sz="1150">
                <a:highlight>
                  <a:srgbClr val="FFFFFF"/>
                </a:highlight>
              </a:rPr>
              <a:t>: The starting position at which the feature is drawn thickly (e.g., the start codon in gene displays).</a:t>
            </a:r>
            <a:endParaRPr sz="1150">
              <a:highlight>
                <a:srgbClr val="FFFFFF"/>
              </a:highlight>
            </a:endParaRPr>
          </a:p>
          <a:p>
            <a:pPr marL="914400" lvl="1" indent="-30162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C8148"/>
              </a:buClr>
              <a:buSzPts val="1150"/>
              <a:buChar char="●"/>
            </a:pPr>
            <a:r>
              <a:rPr lang="en-GB" sz="1150" b="1">
                <a:solidFill>
                  <a:srgbClr val="0000FF"/>
                </a:solidFill>
                <a:highlight>
                  <a:srgbClr val="FFFFFF"/>
                </a:highlight>
              </a:rPr>
              <a:t>thickEnd: </a:t>
            </a:r>
            <a:r>
              <a:rPr lang="en-GB" sz="1150">
                <a:highlight>
                  <a:srgbClr val="FFFFFF"/>
                </a:highlight>
              </a:rPr>
              <a:t>The ending position at which the feature is drawn thickly.</a:t>
            </a:r>
            <a:endParaRPr sz="1150">
              <a:highlight>
                <a:srgbClr val="FFFFFF"/>
              </a:highlight>
            </a:endParaRPr>
          </a:p>
          <a:p>
            <a:pPr marL="914400" lvl="1" indent="-30162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C8148"/>
              </a:buClr>
              <a:buSzPts val="1150"/>
              <a:buChar char="●"/>
            </a:pPr>
            <a:r>
              <a:rPr lang="en-GB" sz="1150" b="1">
                <a:solidFill>
                  <a:srgbClr val="0000FF"/>
                </a:solidFill>
                <a:highlight>
                  <a:srgbClr val="FFFFFF"/>
                </a:highlight>
              </a:rPr>
              <a:t>itemRgb</a:t>
            </a:r>
            <a:endParaRPr sz="1150">
              <a:highlight>
                <a:srgbClr val="FFFFFF"/>
              </a:highlight>
            </a:endParaRPr>
          </a:p>
          <a:p>
            <a:pPr marL="914400" lvl="1" indent="-30162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C8148"/>
              </a:buClr>
              <a:buSzPts val="1150"/>
              <a:buChar char="●"/>
            </a:pPr>
            <a:r>
              <a:rPr lang="en-GB" sz="1150" b="1">
                <a:solidFill>
                  <a:srgbClr val="0000FF"/>
                </a:solidFill>
                <a:highlight>
                  <a:srgbClr val="FFFFFF"/>
                </a:highlight>
              </a:rPr>
              <a:t>blockCount</a:t>
            </a:r>
            <a:r>
              <a:rPr lang="en-GB" sz="1150">
                <a:highlight>
                  <a:srgbClr val="FFFFFF"/>
                </a:highlight>
              </a:rPr>
              <a:t>, </a:t>
            </a:r>
            <a:r>
              <a:rPr lang="en-GB" sz="1150" b="1">
                <a:solidFill>
                  <a:srgbClr val="0000FF"/>
                </a:solidFill>
                <a:highlight>
                  <a:srgbClr val="FFFFFF"/>
                </a:highlight>
              </a:rPr>
              <a:t>blockSizes</a:t>
            </a:r>
            <a:r>
              <a:rPr lang="en-GB" sz="1150">
                <a:highlight>
                  <a:srgbClr val="FFFFFF"/>
                </a:highlight>
              </a:rPr>
              <a:t>, </a:t>
            </a:r>
            <a:r>
              <a:rPr lang="en-GB" sz="1150" b="1">
                <a:solidFill>
                  <a:srgbClr val="0000FF"/>
                </a:solidFill>
                <a:highlight>
                  <a:srgbClr val="FFFFFF"/>
                </a:highlight>
              </a:rPr>
              <a:t>blockStarts</a:t>
            </a:r>
            <a:r>
              <a:rPr lang="en-GB" sz="1150">
                <a:highlight>
                  <a:srgbClr val="FFFFFF"/>
                </a:highlight>
              </a:rPr>
              <a:t>: Blocks structure (i.e. exons)</a:t>
            </a:r>
            <a:endParaRPr sz="1150">
              <a:highlight>
                <a:srgbClr val="FFFFFF"/>
              </a:highlight>
            </a:endParaRPr>
          </a:p>
          <a:p>
            <a:pPr marL="585000" marR="0" lvl="1" indent="-3175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✓"/>
            </a:pPr>
            <a:r>
              <a:rPr lang="en-GB" sz="1400"/>
              <a:t>Uses 0-based, half-open coordinates:</a:t>
            </a:r>
            <a:endParaRPr sz="1400"/>
          </a:p>
        </p:txBody>
      </p:sp>
      <p:sp>
        <p:nvSpPr>
          <p:cNvPr id="577" name="Google Shape;577;p61"/>
          <p:cNvSpPr txBox="1"/>
          <p:nvPr/>
        </p:nvSpPr>
        <p:spPr>
          <a:xfrm>
            <a:off x="2842650" y="4130450"/>
            <a:ext cx="3721500" cy="897780"/>
          </a:xfrm>
          <a:prstGeom prst="rect">
            <a:avLst/>
          </a:prstGeom>
          <a:solidFill>
            <a:srgbClr val="6AA84F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000" lvl="0" indent="0" algn="l" rtl="0"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rPr lang="en-GB" sz="1150" dirty="0" err="1">
                <a:solidFill>
                  <a:schemeClr val="dk1"/>
                </a:solidFill>
              </a:rPr>
              <a:t>E.g</a:t>
            </a:r>
            <a:r>
              <a:rPr lang="en-GB" sz="1150" dirty="0">
                <a:solidFill>
                  <a:schemeClr val="dk1"/>
                </a:solidFill>
              </a:rPr>
              <a:t>: the first 100 bases of chromosome 1 are defined as </a:t>
            </a:r>
            <a:r>
              <a:rPr lang="en-GB" sz="1150" i="1" dirty="0" err="1">
                <a:solidFill>
                  <a:schemeClr val="dk1"/>
                </a:solidFill>
              </a:rPr>
              <a:t>chrom</a:t>
            </a:r>
            <a:r>
              <a:rPr lang="en-GB" sz="1150" i="1" dirty="0">
                <a:solidFill>
                  <a:schemeClr val="dk1"/>
                </a:solidFill>
              </a:rPr>
              <a:t>=1, </a:t>
            </a:r>
            <a:r>
              <a:rPr lang="en-GB" sz="1150" i="1" dirty="0" err="1">
                <a:solidFill>
                  <a:schemeClr val="dk1"/>
                </a:solidFill>
              </a:rPr>
              <a:t>chromStart</a:t>
            </a:r>
            <a:r>
              <a:rPr lang="en-GB" sz="1150" i="1" dirty="0">
                <a:solidFill>
                  <a:schemeClr val="dk1"/>
                </a:solidFill>
              </a:rPr>
              <a:t>=0, </a:t>
            </a:r>
            <a:r>
              <a:rPr lang="en-GB" sz="1150" i="1" dirty="0" err="1">
                <a:solidFill>
                  <a:schemeClr val="dk1"/>
                </a:solidFill>
              </a:rPr>
              <a:t>chromEnd</a:t>
            </a:r>
            <a:r>
              <a:rPr lang="en-GB" sz="1150" i="1" dirty="0">
                <a:solidFill>
                  <a:schemeClr val="dk1"/>
                </a:solidFill>
              </a:rPr>
              <a:t>=100</a:t>
            </a:r>
            <a:r>
              <a:rPr lang="en-GB" sz="1150" dirty="0">
                <a:solidFill>
                  <a:schemeClr val="dk1"/>
                </a:solidFill>
              </a:rPr>
              <a:t>, and span the bases numbered 0-99.</a:t>
            </a: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62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Commonly-used formats: BED and BigBed format</a:t>
            </a:r>
            <a:endParaRPr/>
          </a:p>
        </p:txBody>
      </p:sp>
      <p:sp>
        <p:nvSpPr>
          <p:cNvPr id="583" name="Google Shape;583;p62"/>
          <p:cNvSpPr txBox="1">
            <a:spLocks noGrp="1"/>
          </p:cNvSpPr>
          <p:nvPr>
            <p:ph type="body" idx="1"/>
          </p:nvPr>
        </p:nvSpPr>
        <p:spPr>
          <a:xfrm>
            <a:off x="338150" y="829300"/>
            <a:ext cx="8452200" cy="3902700"/>
          </a:xfrm>
          <a:prstGeom prst="rect">
            <a:avLst/>
          </a:prstGeom>
        </p:spPr>
        <p:txBody>
          <a:bodyPr spcFirstLastPara="1" wrap="square" lIns="0" tIns="45700" rIns="91425" bIns="45700" anchor="t" anchorCtr="0">
            <a:noAutofit/>
          </a:bodyPr>
          <a:lstStyle/>
          <a:p>
            <a:pPr marL="585000" lvl="1" indent="-317500" algn="just" rtl="0">
              <a:lnSpc>
                <a:spcPct val="150000"/>
              </a:lnSpc>
              <a:spcBef>
                <a:spcPts val="375"/>
              </a:spcBef>
              <a:spcAft>
                <a:spcPts val="0"/>
              </a:spcAft>
              <a:buSzPts val="1400"/>
              <a:buChar char="✓"/>
            </a:pPr>
            <a:r>
              <a:rPr lang="en-GB"/>
              <a:t>The number of fields per line must be consistent throughout any single set of data in an annotation track. </a:t>
            </a:r>
            <a:endParaRPr/>
          </a:p>
          <a:p>
            <a:pPr marL="585000" lvl="1" indent="-3175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✓"/>
            </a:pPr>
            <a:r>
              <a:rPr lang="en-GB"/>
              <a:t>The order of the optional fields is binding: lower-numbered fields must always be populated if higher-numbered fields are used.</a:t>
            </a:r>
            <a:endParaRPr/>
          </a:p>
          <a:p>
            <a:pPr marL="585000" lvl="1" indent="-3175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✓"/>
            </a:pPr>
            <a:r>
              <a:rPr lang="en-GB"/>
              <a:t>For very large BED datasets, UCSC recommends </a:t>
            </a:r>
            <a:r>
              <a:rPr lang="en-GB" u="sng">
                <a:solidFill>
                  <a:schemeClr val="hlink"/>
                </a:solidFill>
                <a:hlinkClick r:id="rId3"/>
              </a:rPr>
              <a:t>BigBed</a:t>
            </a:r>
            <a:r>
              <a:rPr lang="en-GB"/>
              <a:t>, which provides indexing and faster remote access.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Google Shape;588;p63"/>
          <p:cNvSpPr/>
          <p:nvPr/>
        </p:nvSpPr>
        <p:spPr>
          <a:xfrm rot="5400000">
            <a:off x="7365228" y="0"/>
            <a:ext cx="1778700" cy="1778700"/>
          </a:xfrm>
          <a:prstGeom prst="diagStripe">
            <a:avLst>
              <a:gd name="adj" fmla="val 50000"/>
            </a:avLst>
          </a:prstGeom>
          <a:solidFill>
            <a:srgbClr val="EDFAF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9" name="Google Shape;589;p63"/>
          <p:cNvSpPr txBox="1"/>
          <p:nvPr/>
        </p:nvSpPr>
        <p:spPr>
          <a:xfrm rot="2700000">
            <a:off x="7215273" y="386217"/>
            <a:ext cx="2501461" cy="583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>
                <a:solidFill>
                  <a:srgbClr val="198038"/>
                </a:solidFill>
                <a:latin typeface="Inter"/>
                <a:ea typeface="Inter"/>
                <a:cs typeface="Inter"/>
                <a:sym typeface="Inter"/>
              </a:rPr>
              <a:t>Do not edit</a:t>
            </a:r>
            <a:endParaRPr sz="1200" b="1">
              <a:solidFill>
                <a:srgbClr val="198038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u="sng">
                <a:solidFill>
                  <a:srgbClr val="198038"/>
                </a:solidFill>
                <a:latin typeface="Inter"/>
                <a:ea typeface="Inter"/>
                <a:cs typeface="Inter"/>
                <a:sym typeface="Inter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How to change the design</a:t>
            </a:r>
            <a:endParaRPr sz="1200">
              <a:solidFill>
                <a:srgbClr val="198038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590" name="Google Shape;590;p63" descr="poll-type-id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33520" y="1307027"/>
            <a:ext cx="1778772" cy="1778772"/>
          </a:xfrm>
          <a:prstGeom prst="rect">
            <a:avLst/>
          </a:prstGeom>
          <a:noFill/>
          <a:ln>
            <a:noFill/>
          </a:ln>
        </p:spPr>
      </p:pic>
      <p:sp>
        <p:nvSpPr>
          <p:cNvPr id="591" name="Google Shape;591;p63" descr="title-id"/>
          <p:cNvSpPr txBox="1"/>
          <p:nvPr/>
        </p:nvSpPr>
        <p:spPr>
          <a:xfrm>
            <a:off x="2334638" y="1320628"/>
            <a:ext cx="6364800" cy="175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b="1">
                <a:solidFill>
                  <a:srgbClr val="5B5B5B"/>
                </a:solidFill>
                <a:latin typeface="Inter"/>
                <a:ea typeface="Inter"/>
                <a:cs typeface="Inter"/>
                <a:sym typeface="Inter"/>
              </a:rPr>
              <a:t>What type of track would you expect to be available as BED format?</a:t>
            </a:r>
            <a:endParaRPr sz="3600" b="1">
              <a:solidFill>
                <a:srgbClr val="5B5B5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92" name="Google Shape;592;p63"/>
          <p:cNvSpPr/>
          <p:nvPr/>
        </p:nvSpPr>
        <p:spPr>
          <a:xfrm>
            <a:off x="0" y="4365024"/>
            <a:ext cx="9144000" cy="778500"/>
          </a:xfrm>
          <a:prstGeom prst="rect">
            <a:avLst/>
          </a:prstGeom>
          <a:solidFill>
            <a:srgbClr val="19803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3" name="Google Shape;593;p63"/>
          <p:cNvSpPr txBox="1"/>
          <p:nvPr/>
        </p:nvSpPr>
        <p:spPr>
          <a:xfrm>
            <a:off x="555866" y="4365024"/>
            <a:ext cx="6948300" cy="77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Presenting with animations, GIFs or speaker notes? Enable our </a:t>
            </a:r>
            <a:r>
              <a:rPr lang="en-GB" sz="1200" u="sng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Chrome extension</a:t>
            </a:r>
            <a:endParaRPr sz="12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594" name="Google Shape;594;p63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22347" y="4643089"/>
            <a:ext cx="222347" cy="222347"/>
          </a:xfrm>
          <a:prstGeom prst="rect">
            <a:avLst/>
          </a:prstGeom>
          <a:noFill/>
          <a:ln>
            <a:noFill/>
          </a:ln>
        </p:spPr>
      </p:pic>
      <p:pic>
        <p:nvPicPr>
          <p:cNvPr id="595" name="Google Shape;595;p63" descr="logo-id">
            <a:hlinkClick r:id="rId8"/>
          </p:cNvPr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7921094" y="4476329"/>
            <a:ext cx="1111733" cy="5558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p64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Commonly-used formats: WIG and bigWig format</a:t>
            </a:r>
            <a:endParaRPr/>
          </a:p>
        </p:txBody>
      </p:sp>
      <p:sp>
        <p:nvSpPr>
          <p:cNvPr id="601" name="Google Shape;601;p64"/>
          <p:cNvSpPr txBox="1">
            <a:spLocks noGrp="1"/>
          </p:cNvSpPr>
          <p:nvPr>
            <p:ph type="body" idx="1"/>
          </p:nvPr>
        </p:nvSpPr>
        <p:spPr>
          <a:xfrm>
            <a:off x="338150" y="829300"/>
            <a:ext cx="8452200" cy="3902700"/>
          </a:xfrm>
          <a:prstGeom prst="rect">
            <a:avLst/>
          </a:prstGeom>
        </p:spPr>
        <p:txBody>
          <a:bodyPr spcFirstLastPara="1" wrap="square" lIns="0" tIns="45700" rIns="91425" bIns="45700" anchor="t" anchorCtr="0">
            <a:noAutofit/>
          </a:bodyPr>
          <a:lstStyle/>
          <a:p>
            <a:pPr marL="585000" lvl="1" indent="-317500" algn="just" rtl="0">
              <a:lnSpc>
                <a:spcPct val="150000"/>
              </a:lnSpc>
              <a:spcBef>
                <a:spcPts val="375"/>
              </a:spcBef>
              <a:spcAft>
                <a:spcPts val="0"/>
              </a:spcAft>
              <a:buSzPts val="1400"/>
              <a:buChar char="✓"/>
            </a:pPr>
            <a:r>
              <a:rPr lang="en-GB"/>
              <a:t>Stores and displays continuous genomic signal data displayed as graphs in genome browsers.</a:t>
            </a:r>
            <a:endParaRPr/>
          </a:p>
          <a:p>
            <a:pPr marL="585000" lvl="1" indent="-3175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✓"/>
            </a:pPr>
            <a:r>
              <a:rPr lang="en-GB"/>
              <a:t>Designed for dense, </a:t>
            </a:r>
            <a:r>
              <a:rPr lang="en-GB" b="1"/>
              <a:t>continuous</a:t>
            </a:r>
            <a:r>
              <a:rPr lang="en-GB"/>
              <a:t> datasets with equally sized data elements.</a:t>
            </a:r>
            <a:endParaRPr/>
          </a:p>
          <a:p>
            <a:pPr marL="585000" lvl="1" indent="-3175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✓"/>
            </a:pPr>
            <a:r>
              <a:rPr lang="en-GB"/>
              <a:t>Supports two formats:</a:t>
            </a:r>
            <a:endParaRPr/>
          </a:p>
          <a:p>
            <a:pPr marL="899999" lvl="2" indent="-3175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GB" sz="1250"/>
              <a:t>variableStep: irregularly spaced positions</a:t>
            </a:r>
            <a:endParaRPr sz="1250"/>
          </a:p>
          <a:p>
            <a:pPr marL="899999" lvl="2" indent="-3175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GB" sz="1250"/>
              <a:t>fixedStep: regularly spaced positions (more compact)</a:t>
            </a:r>
            <a:endParaRPr sz="1250"/>
          </a:p>
          <a:p>
            <a:pPr marL="585000" marR="0" lvl="1" indent="-3175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✓"/>
            </a:pPr>
            <a:r>
              <a:rPr lang="en-GB" sz="1400"/>
              <a:t>Structure:</a:t>
            </a:r>
            <a:endParaRPr sz="1400"/>
          </a:p>
          <a:p>
            <a:pPr marL="899999" marR="0" lvl="2" indent="-3175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GB"/>
              <a:t>Track definition line (track type=wiggle_0)</a:t>
            </a:r>
            <a:endParaRPr/>
          </a:p>
          <a:p>
            <a:pPr marL="899999" marR="0" lvl="2" indent="-3175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GB"/>
              <a:t>Declaration line (variableStep or fixedStep)</a:t>
            </a:r>
            <a:endParaRPr/>
          </a:p>
          <a:p>
            <a:pPr marL="899999" marR="0" lvl="2" indent="-3175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GB"/>
              <a:t>Data values (integer or floating-point, positive or negative)</a:t>
            </a:r>
            <a:endParaRPr/>
          </a:p>
          <a:p>
            <a:pPr marL="585000" marR="0" lvl="1" indent="-3175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✓"/>
            </a:pPr>
            <a:r>
              <a:rPr lang="en-GB" sz="1400"/>
              <a:t>Important consideration: Unlike BED format, it uses 1-based, fully closed coordinates.</a:t>
            </a:r>
            <a:endParaRPr sz="1400"/>
          </a:p>
          <a:p>
            <a:pPr marL="585000" marR="0" lvl="1" indent="-3175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✓"/>
            </a:pPr>
            <a:r>
              <a:rPr lang="en-GB" sz="1400"/>
              <a:t>UCSC recommends converting WIG files to bigWig for large datasets because it is indexed, faster to display, and more scalable.</a:t>
            </a:r>
            <a:endParaRPr sz="1400"/>
          </a:p>
        </p:txBody>
      </p:sp>
      <p:sp>
        <p:nvSpPr>
          <p:cNvPr id="602" name="Google Shape;602;p64"/>
          <p:cNvSpPr txBox="1"/>
          <p:nvPr/>
        </p:nvSpPr>
        <p:spPr>
          <a:xfrm>
            <a:off x="4715675" y="2430025"/>
            <a:ext cx="3721500" cy="897780"/>
          </a:xfrm>
          <a:prstGeom prst="rect">
            <a:avLst/>
          </a:prstGeom>
          <a:solidFill>
            <a:srgbClr val="6AA84F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000"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</a:pPr>
            <a:r>
              <a:rPr lang="en-GB" sz="1150" dirty="0" err="1">
                <a:solidFill>
                  <a:schemeClr val="dk1"/>
                </a:solidFill>
              </a:rPr>
              <a:t>E.g</a:t>
            </a:r>
            <a:r>
              <a:rPr lang="en-GB" sz="1150" dirty="0">
                <a:solidFill>
                  <a:schemeClr val="dk1"/>
                </a:solidFill>
              </a:rPr>
              <a:t>: the first 100 bases of chromosome 1 are defined as </a:t>
            </a:r>
            <a:r>
              <a:rPr lang="en-GB" sz="1150" dirty="0" err="1">
                <a:solidFill>
                  <a:schemeClr val="dk1"/>
                </a:solidFill>
              </a:rPr>
              <a:t>chrom</a:t>
            </a:r>
            <a:r>
              <a:rPr lang="en-GB" sz="1150" dirty="0">
                <a:solidFill>
                  <a:schemeClr val="dk1"/>
                </a:solidFill>
              </a:rPr>
              <a:t>=1, </a:t>
            </a:r>
            <a:r>
              <a:rPr lang="en-GB" sz="1150" dirty="0" err="1">
                <a:solidFill>
                  <a:schemeClr val="dk1"/>
                </a:solidFill>
              </a:rPr>
              <a:t>chromStart</a:t>
            </a:r>
            <a:r>
              <a:rPr lang="en-GB" sz="1150" dirty="0">
                <a:solidFill>
                  <a:schemeClr val="dk1"/>
                </a:solidFill>
              </a:rPr>
              <a:t>=1, </a:t>
            </a:r>
            <a:r>
              <a:rPr lang="en-GB" sz="1150" dirty="0" err="1">
                <a:solidFill>
                  <a:schemeClr val="dk1"/>
                </a:solidFill>
              </a:rPr>
              <a:t>chromEnd</a:t>
            </a:r>
            <a:r>
              <a:rPr lang="en-GB" sz="1150" dirty="0">
                <a:solidFill>
                  <a:schemeClr val="dk1"/>
                </a:solidFill>
              </a:rPr>
              <a:t>=100, and span the bases numbered 1-100.</a:t>
            </a:r>
            <a:endParaRPr sz="1150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p65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Commonly-used formats: bedGraph format</a:t>
            </a:r>
            <a:endParaRPr/>
          </a:p>
        </p:txBody>
      </p:sp>
      <p:sp>
        <p:nvSpPr>
          <p:cNvPr id="608" name="Google Shape;608;p65"/>
          <p:cNvSpPr txBox="1">
            <a:spLocks noGrp="1"/>
          </p:cNvSpPr>
          <p:nvPr>
            <p:ph type="body" idx="1"/>
          </p:nvPr>
        </p:nvSpPr>
        <p:spPr>
          <a:xfrm>
            <a:off x="338150" y="829300"/>
            <a:ext cx="8452200" cy="3902700"/>
          </a:xfrm>
          <a:prstGeom prst="rect">
            <a:avLst/>
          </a:prstGeom>
        </p:spPr>
        <p:txBody>
          <a:bodyPr spcFirstLastPara="1" wrap="square" lIns="0" tIns="45700" rIns="91425" bIns="45700" anchor="t" anchorCtr="0">
            <a:noAutofit/>
          </a:bodyPr>
          <a:lstStyle/>
          <a:p>
            <a:pPr marL="585000" lvl="1" indent="-317500" algn="just" rtl="0">
              <a:lnSpc>
                <a:spcPct val="150000"/>
              </a:lnSpc>
              <a:spcBef>
                <a:spcPts val="375"/>
              </a:spcBef>
              <a:spcAft>
                <a:spcPts val="0"/>
              </a:spcAft>
              <a:buSzPts val="1400"/>
              <a:buChar char="✓"/>
            </a:pPr>
            <a:r>
              <a:rPr lang="en-GB"/>
              <a:t>Stores and displays continuous-valued genomic signals.</a:t>
            </a:r>
            <a:endParaRPr/>
          </a:p>
          <a:p>
            <a:pPr marL="585000" lvl="1" indent="-3175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✓"/>
            </a:pPr>
            <a:r>
              <a:rPr lang="en-GB"/>
              <a:t>Is similar to WIG, but preserves the original data values (no internal compression or binning).</a:t>
            </a:r>
            <a:endParaRPr/>
          </a:p>
          <a:p>
            <a:pPr marL="585000" lvl="1" indent="-3175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✓"/>
            </a:pPr>
            <a:r>
              <a:rPr lang="en-GB"/>
              <a:t>Suitable for both dense and sparse genomic signal data.</a:t>
            </a:r>
            <a:endParaRPr/>
          </a:p>
          <a:p>
            <a:pPr marL="585000" lvl="1" indent="-3175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✓"/>
            </a:pPr>
            <a:r>
              <a:rPr lang="en-GB"/>
              <a:t>Can store integer or floating-point values, including positive and negative numbers.</a:t>
            </a:r>
            <a:endParaRPr/>
          </a:p>
          <a:p>
            <a:pPr marL="585000" lvl="1" indent="-3175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✓"/>
            </a:pPr>
            <a:r>
              <a:rPr lang="en-GB"/>
              <a:t>Structure</a:t>
            </a:r>
            <a:endParaRPr/>
          </a:p>
          <a:p>
            <a:pPr marL="990001" lvl="2" indent="-3175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GB"/>
              <a:t>Track definition line (track type=bedGraph)</a:t>
            </a:r>
            <a:endParaRPr/>
          </a:p>
          <a:p>
            <a:pPr marL="990001" lvl="2" indent="-3175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GB"/>
              <a:t>Data lines with 4 columns: chrom, chromStart, chromEnd, dataValue</a:t>
            </a:r>
            <a:endParaRPr/>
          </a:p>
          <a:p>
            <a:pPr marL="585000" lvl="1" indent="-3175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✓"/>
            </a:pPr>
            <a:r>
              <a:rPr lang="en-GB"/>
              <a:t>It uses 0-based, half-open coordinates</a:t>
            </a:r>
            <a:endParaRPr/>
          </a:p>
          <a:p>
            <a:pPr marL="585000" lvl="1" indent="-3175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✓"/>
            </a:pPr>
            <a:r>
              <a:rPr lang="en-GB"/>
              <a:t>Large text files can become inefficient; UCSC recommends bigWig for large datasets.</a:t>
            </a:r>
            <a:endParaRPr/>
          </a:p>
        </p:txBody>
      </p:sp>
      <p:sp>
        <p:nvSpPr>
          <p:cNvPr id="609" name="Google Shape;609;p65"/>
          <p:cNvSpPr txBox="1"/>
          <p:nvPr/>
        </p:nvSpPr>
        <p:spPr>
          <a:xfrm>
            <a:off x="2823450" y="3830025"/>
            <a:ext cx="3721500" cy="897780"/>
          </a:xfrm>
          <a:prstGeom prst="rect">
            <a:avLst/>
          </a:prstGeom>
          <a:solidFill>
            <a:srgbClr val="6AA84F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000" lvl="0" indent="0"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  <a:buFont typeface="Arial"/>
              <a:buNone/>
            </a:pPr>
            <a:r>
              <a:rPr lang="en-GB" sz="1150" dirty="0" err="1">
                <a:solidFill>
                  <a:schemeClr val="dk1"/>
                </a:solidFill>
              </a:rPr>
              <a:t>E.g</a:t>
            </a:r>
            <a:r>
              <a:rPr lang="en-GB" sz="1150" dirty="0">
                <a:solidFill>
                  <a:schemeClr val="dk1"/>
                </a:solidFill>
              </a:rPr>
              <a:t>: the first 100 bases of chromosome 1 are defined as </a:t>
            </a:r>
            <a:r>
              <a:rPr lang="en-GB" sz="1150" dirty="0" err="1">
                <a:solidFill>
                  <a:schemeClr val="dk1"/>
                </a:solidFill>
              </a:rPr>
              <a:t>chrom</a:t>
            </a:r>
            <a:r>
              <a:rPr lang="en-GB" sz="1150" dirty="0">
                <a:solidFill>
                  <a:schemeClr val="dk1"/>
                </a:solidFill>
              </a:rPr>
              <a:t>=1, </a:t>
            </a:r>
            <a:r>
              <a:rPr lang="en-GB" sz="1150" dirty="0" err="1">
                <a:solidFill>
                  <a:schemeClr val="dk1"/>
                </a:solidFill>
              </a:rPr>
              <a:t>chromStart</a:t>
            </a:r>
            <a:r>
              <a:rPr lang="en-GB" sz="1150" dirty="0">
                <a:solidFill>
                  <a:schemeClr val="dk1"/>
                </a:solidFill>
              </a:rPr>
              <a:t>=0, </a:t>
            </a:r>
            <a:r>
              <a:rPr lang="en-GB" sz="1150" dirty="0" err="1">
                <a:solidFill>
                  <a:schemeClr val="dk1"/>
                </a:solidFill>
              </a:rPr>
              <a:t>chromEnd</a:t>
            </a:r>
            <a:r>
              <a:rPr lang="en-GB" sz="1150" dirty="0">
                <a:solidFill>
                  <a:schemeClr val="dk1"/>
                </a:solidFill>
              </a:rPr>
              <a:t>=100, and span the bases numbered 0-99.</a:t>
            </a:r>
            <a:endParaRPr sz="1150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66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Commonly-used formats: GFF3/GTF format</a:t>
            </a:r>
            <a:endParaRPr/>
          </a:p>
        </p:txBody>
      </p:sp>
      <p:sp>
        <p:nvSpPr>
          <p:cNvPr id="615" name="Google Shape;615;p66"/>
          <p:cNvSpPr txBox="1">
            <a:spLocks noGrp="1"/>
          </p:cNvSpPr>
          <p:nvPr>
            <p:ph type="body" idx="1"/>
          </p:nvPr>
        </p:nvSpPr>
        <p:spPr>
          <a:xfrm>
            <a:off x="338150" y="829300"/>
            <a:ext cx="8452200" cy="3902700"/>
          </a:xfrm>
          <a:prstGeom prst="rect">
            <a:avLst/>
          </a:prstGeom>
        </p:spPr>
        <p:txBody>
          <a:bodyPr spcFirstLastPara="1" wrap="square" lIns="0" tIns="45700" rIns="91425" bIns="45700" anchor="t" anchorCtr="0">
            <a:noAutofit/>
          </a:bodyPr>
          <a:lstStyle/>
          <a:p>
            <a:pPr marL="585000" marR="0" lvl="1" indent="-317500" algn="just" rtl="0">
              <a:lnSpc>
                <a:spcPct val="150000"/>
              </a:lnSpc>
              <a:spcBef>
                <a:spcPts val="375"/>
              </a:spcBef>
              <a:spcAft>
                <a:spcPts val="0"/>
              </a:spcAft>
              <a:buSzPts val="1400"/>
              <a:buChar char="✓"/>
            </a:pPr>
            <a:r>
              <a:rPr lang="en-GB" sz="1400"/>
              <a:t>Standard formats for representing genome annotations, including genes, transcripts, exons, CDS regions, UTRs, and other genomic features.</a:t>
            </a:r>
            <a:endParaRPr sz="1400"/>
          </a:p>
          <a:p>
            <a:pPr marL="585000" marR="0" lvl="1" indent="-3175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✓"/>
            </a:pPr>
            <a:r>
              <a:rPr lang="en-GB" sz="1400"/>
              <a:t>Store both genomic coordinates and feature relationships (e.g., gene → transcript → exon).</a:t>
            </a:r>
            <a:endParaRPr sz="1400"/>
          </a:p>
          <a:p>
            <a:pPr marL="585000" marR="0" lvl="1" indent="-3175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✓"/>
            </a:pPr>
            <a:r>
              <a:rPr lang="en-GB" sz="1400"/>
              <a:t>Support hierarchical annotation of complex gene structures.</a:t>
            </a:r>
            <a:endParaRPr sz="1400"/>
          </a:p>
          <a:p>
            <a:pPr marL="585000" marR="0" lvl="1" indent="-3175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✓"/>
            </a:pPr>
            <a:r>
              <a:rPr lang="en-GB" sz="1400"/>
              <a:t>Human-readable, tab-delimited text formats</a:t>
            </a:r>
            <a:r>
              <a:rPr lang="en-GB"/>
              <a:t> containing 9 columns:</a:t>
            </a:r>
            <a:endParaRPr/>
          </a:p>
          <a:p>
            <a:pPr marL="1080000" marR="0" lvl="2" indent="-3175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GB" sz="1150" b="1">
                <a:solidFill>
                  <a:srgbClr val="FF0000"/>
                </a:solidFill>
                <a:highlight>
                  <a:srgbClr val="FFFFFF"/>
                </a:highlight>
              </a:rPr>
              <a:t>seqid (chromosome/scaffold)</a:t>
            </a:r>
            <a:endParaRPr sz="1150" b="1">
              <a:solidFill>
                <a:srgbClr val="FF0000"/>
              </a:solidFill>
              <a:highlight>
                <a:srgbClr val="FFFFFF"/>
              </a:highlight>
            </a:endParaRPr>
          </a:p>
          <a:p>
            <a:pPr marL="1080000" marR="0" lvl="2" indent="-3175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GB" sz="1150" b="1">
                <a:solidFill>
                  <a:srgbClr val="FF0000"/>
                </a:solidFill>
                <a:highlight>
                  <a:srgbClr val="FFFFFF"/>
                </a:highlight>
              </a:rPr>
              <a:t>source</a:t>
            </a:r>
            <a:endParaRPr sz="1150" b="1">
              <a:solidFill>
                <a:srgbClr val="FF0000"/>
              </a:solidFill>
              <a:highlight>
                <a:srgbClr val="FFFFFF"/>
              </a:highlight>
            </a:endParaRPr>
          </a:p>
          <a:p>
            <a:pPr marL="1080000" marR="0" lvl="2" indent="-3175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GB" sz="1150" b="1">
                <a:solidFill>
                  <a:srgbClr val="FF0000"/>
                </a:solidFill>
                <a:highlight>
                  <a:srgbClr val="FFFFFF"/>
                </a:highlight>
              </a:rPr>
              <a:t>type (gene, exon, CDS, etc.)</a:t>
            </a:r>
            <a:endParaRPr sz="1150" b="1">
              <a:solidFill>
                <a:srgbClr val="FF0000"/>
              </a:solidFill>
              <a:highlight>
                <a:srgbClr val="FFFFFF"/>
              </a:highlight>
            </a:endParaRPr>
          </a:p>
          <a:p>
            <a:pPr marL="1080000" marR="0" lvl="2" indent="-3175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GB" sz="1150" b="1">
                <a:solidFill>
                  <a:srgbClr val="FF0000"/>
                </a:solidFill>
                <a:highlight>
                  <a:srgbClr val="FFFFFF"/>
                </a:highlight>
              </a:rPr>
              <a:t>start</a:t>
            </a:r>
            <a:endParaRPr sz="1150" b="1">
              <a:solidFill>
                <a:srgbClr val="FF0000"/>
              </a:solidFill>
              <a:highlight>
                <a:srgbClr val="FFFFFF"/>
              </a:highlight>
            </a:endParaRPr>
          </a:p>
          <a:p>
            <a:pPr marL="1080000" marR="0" lvl="2" indent="-3175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GB" sz="1150" b="1">
                <a:solidFill>
                  <a:srgbClr val="FF0000"/>
                </a:solidFill>
                <a:highlight>
                  <a:srgbClr val="FFFFFF"/>
                </a:highlight>
              </a:rPr>
              <a:t>end</a:t>
            </a:r>
            <a:endParaRPr sz="1150" b="1">
              <a:solidFill>
                <a:srgbClr val="FF0000"/>
              </a:solidFill>
              <a:highlight>
                <a:srgbClr val="FFFFFF"/>
              </a:highlight>
            </a:endParaRPr>
          </a:p>
          <a:p>
            <a:pPr marL="1080000" marR="0" lvl="2" indent="-3175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GB" sz="1150" b="1">
                <a:solidFill>
                  <a:srgbClr val="FF0000"/>
                </a:solidFill>
                <a:highlight>
                  <a:srgbClr val="FFFFFF"/>
                </a:highlight>
              </a:rPr>
              <a:t>score</a:t>
            </a:r>
            <a:endParaRPr sz="1150" b="1">
              <a:solidFill>
                <a:srgbClr val="FF0000"/>
              </a:solidFill>
              <a:highlight>
                <a:srgbClr val="FFFFFF"/>
              </a:highlight>
            </a:endParaRPr>
          </a:p>
          <a:p>
            <a:pPr marL="1080000" marR="0" lvl="2" indent="-3175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GB" sz="1150" b="1">
                <a:solidFill>
                  <a:srgbClr val="FF0000"/>
                </a:solidFill>
                <a:highlight>
                  <a:srgbClr val="FFFFFF"/>
                </a:highlight>
              </a:rPr>
              <a:t>strand</a:t>
            </a:r>
            <a:endParaRPr sz="1150" b="1">
              <a:solidFill>
                <a:srgbClr val="FF0000"/>
              </a:solidFill>
              <a:highlight>
                <a:srgbClr val="FFFFFF"/>
              </a:highlight>
            </a:endParaRPr>
          </a:p>
          <a:p>
            <a:pPr marL="1080000" marR="0" lvl="2" indent="-3175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GB" sz="1150" b="1">
                <a:solidFill>
                  <a:srgbClr val="FF0000"/>
                </a:solidFill>
                <a:highlight>
                  <a:srgbClr val="FFFFFF"/>
                </a:highlight>
              </a:rPr>
              <a:t>phase</a:t>
            </a:r>
            <a:endParaRPr sz="1150" b="1">
              <a:solidFill>
                <a:srgbClr val="FF0000"/>
              </a:solidFill>
              <a:highlight>
                <a:srgbClr val="FFFFFF"/>
              </a:highlight>
            </a:endParaRPr>
          </a:p>
          <a:p>
            <a:pPr marL="1080000" marR="0" lvl="2" indent="-3175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GB" sz="1150" b="1">
                <a:solidFill>
                  <a:srgbClr val="FF0000"/>
                </a:solidFill>
                <a:highlight>
                  <a:srgbClr val="FFFFFF"/>
                </a:highlight>
              </a:rPr>
              <a:t>attributes</a:t>
            </a:r>
            <a:endParaRPr/>
          </a:p>
          <a:p>
            <a:pPr marL="585000" marR="0" lvl="1" indent="-3175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✓"/>
            </a:pPr>
            <a:r>
              <a:rPr lang="en-GB" sz="1400"/>
              <a:t>Use 1-based, fully closed coordinates.</a:t>
            </a:r>
            <a:endParaRPr sz="1400"/>
          </a:p>
        </p:txBody>
      </p:sp>
      <p:sp>
        <p:nvSpPr>
          <p:cNvPr id="616" name="Google Shape;616;p66"/>
          <p:cNvSpPr txBox="1"/>
          <p:nvPr/>
        </p:nvSpPr>
        <p:spPr>
          <a:xfrm>
            <a:off x="3026050" y="3353675"/>
            <a:ext cx="3721500" cy="897780"/>
          </a:xfrm>
          <a:prstGeom prst="rect">
            <a:avLst/>
          </a:prstGeom>
          <a:solidFill>
            <a:srgbClr val="6AA84F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000">
              <a:lnSpc>
                <a:spcPct val="115000"/>
              </a:lnSpc>
              <a:spcBef>
                <a:spcPts val="400"/>
              </a:spcBef>
              <a:spcAft>
                <a:spcPts val="400"/>
              </a:spcAft>
            </a:pPr>
            <a:r>
              <a:rPr lang="en-GB" sz="1150" dirty="0" err="1">
                <a:solidFill>
                  <a:schemeClr val="dk1"/>
                </a:solidFill>
              </a:rPr>
              <a:t>E.g</a:t>
            </a:r>
            <a:r>
              <a:rPr lang="en-GB" sz="1150" dirty="0">
                <a:solidFill>
                  <a:schemeClr val="dk1"/>
                </a:solidFill>
              </a:rPr>
              <a:t>: the first 100 bases of chromosome 1 are defined as </a:t>
            </a:r>
            <a:r>
              <a:rPr lang="en-GB" sz="1150" dirty="0" err="1">
                <a:solidFill>
                  <a:schemeClr val="dk1"/>
                </a:solidFill>
              </a:rPr>
              <a:t>chrom</a:t>
            </a:r>
            <a:r>
              <a:rPr lang="en-GB" sz="1150" dirty="0">
                <a:solidFill>
                  <a:schemeClr val="dk1"/>
                </a:solidFill>
              </a:rPr>
              <a:t>=1, </a:t>
            </a:r>
            <a:r>
              <a:rPr lang="en-GB" sz="1150" dirty="0" err="1">
                <a:solidFill>
                  <a:schemeClr val="dk1"/>
                </a:solidFill>
              </a:rPr>
              <a:t>chromStart</a:t>
            </a:r>
            <a:r>
              <a:rPr lang="en-GB" sz="1150" dirty="0">
                <a:solidFill>
                  <a:schemeClr val="dk1"/>
                </a:solidFill>
              </a:rPr>
              <a:t>=1, </a:t>
            </a:r>
            <a:r>
              <a:rPr lang="en-GB" sz="1150" dirty="0" err="1">
                <a:solidFill>
                  <a:schemeClr val="dk1"/>
                </a:solidFill>
              </a:rPr>
              <a:t>chromEnd</a:t>
            </a:r>
            <a:r>
              <a:rPr lang="en-GB" sz="1150" dirty="0">
                <a:solidFill>
                  <a:schemeClr val="dk1"/>
                </a:solidFill>
              </a:rPr>
              <a:t>=100, and span the bases numbered 1-100.</a:t>
            </a:r>
            <a:endParaRPr sz="1150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67"/>
          <p:cNvSpPr/>
          <p:nvPr/>
        </p:nvSpPr>
        <p:spPr>
          <a:xfrm rot="5400000">
            <a:off x="7365228" y="0"/>
            <a:ext cx="1778700" cy="1778700"/>
          </a:xfrm>
          <a:prstGeom prst="diagStripe">
            <a:avLst>
              <a:gd name="adj" fmla="val 50000"/>
            </a:avLst>
          </a:prstGeom>
          <a:solidFill>
            <a:srgbClr val="EDFAF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2" name="Google Shape;622;p67"/>
          <p:cNvSpPr txBox="1"/>
          <p:nvPr/>
        </p:nvSpPr>
        <p:spPr>
          <a:xfrm rot="2700000">
            <a:off x="7215273" y="386217"/>
            <a:ext cx="2501461" cy="583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>
                <a:solidFill>
                  <a:srgbClr val="198038"/>
                </a:solidFill>
                <a:latin typeface="Inter"/>
                <a:ea typeface="Inter"/>
                <a:cs typeface="Inter"/>
                <a:sym typeface="Inter"/>
              </a:rPr>
              <a:t>Do not edit</a:t>
            </a:r>
            <a:endParaRPr sz="1200" b="1">
              <a:solidFill>
                <a:srgbClr val="198038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u="sng">
                <a:solidFill>
                  <a:srgbClr val="198038"/>
                </a:solidFill>
                <a:latin typeface="Inter"/>
                <a:ea typeface="Inter"/>
                <a:cs typeface="Inter"/>
                <a:sym typeface="Inter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How to change the design</a:t>
            </a:r>
            <a:endParaRPr sz="1200">
              <a:solidFill>
                <a:srgbClr val="198038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23" name="Google Shape;623;p67" descr="poll-type-id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33520" y="1307027"/>
            <a:ext cx="1778772" cy="1778772"/>
          </a:xfrm>
          <a:prstGeom prst="rect">
            <a:avLst/>
          </a:prstGeom>
          <a:noFill/>
          <a:ln>
            <a:noFill/>
          </a:ln>
        </p:spPr>
      </p:pic>
      <p:sp>
        <p:nvSpPr>
          <p:cNvPr id="624" name="Google Shape;624;p67" descr="title-id"/>
          <p:cNvSpPr txBox="1"/>
          <p:nvPr/>
        </p:nvSpPr>
        <p:spPr>
          <a:xfrm>
            <a:off x="2334638" y="1320628"/>
            <a:ext cx="6364800" cy="175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b="1">
                <a:solidFill>
                  <a:srgbClr val="5B5B5B"/>
                </a:solidFill>
                <a:latin typeface="Inter"/>
                <a:ea typeface="Inter"/>
                <a:cs typeface="Inter"/>
                <a:sym typeface="Inter"/>
              </a:rPr>
              <a:t>What type of track would you expect to be available as GFF format?</a:t>
            </a:r>
            <a:endParaRPr sz="3600" b="1">
              <a:solidFill>
                <a:srgbClr val="5B5B5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25" name="Google Shape;625;p67"/>
          <p:cNvSpPr/>
          <p:nvPr/>
        </p:nvSpPr>
        <p:spPr>
          <a:xfrm>
            <a:off x="0" y="4365024"/>
            <a:ext cx="9144000" cy="778500"/>
          </a:xfrm>
          <a:prstGeom prst="rect">
            <a:avLst/>
          </a:prstGeom>
          <a:solidFill>
            <a:srgbClr val="19803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6" name="Google Shape;626;p67"/>
          <p:cNvSpPr txBox="1"/>
          <p:nvPr/>
        </p:nvSpPr>
        <p:spPr>
          <a:xfrm>
            <a:off x="555866" y="4365024"/>
            <a:ext cx="6948300" cy="77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Presenting with animations, GIFs or speaker notes? Enable our </a:t>
            </a:r>
            <a:r>
              <a:rPr lang="en-GB" sz="1200" u="sng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Chrome extension</a:t>
            </a:r>
            <a:endParaRPr sz="12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27" name="Google Shape;627;p67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22347" y="4643089"/>
            <a:ext cx="222347" cy="2223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28" name="Google Shape;628;p67" descr="logo-id">
            <a:hlinkClick r:id="rId8"/>
          </p:cNvPr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7921094" y="4476329"/>
            <a:ext cx="1111733" cy="5558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68"/>
          <p:cNvSpPr txBox="1">
            <a:spLocks noGrp="1"/>
          </p:cNvSpPr>
          <p:nvPr>
            <p:ph type="body" idx="1"/>
          </p:nvPr>
        </p:nvSpPr>
        <p:spPr>
          <a:xfrm>
            <a:off x="338150" y="829300"/>
            <a:ext cx="8452200" cy="3902700"/>
          </a:xfrm>
          <a:prstGeom prst="rect">
            <a:avLst/>
          </a:prstGeom>
        </p:spPr>
        <p:txBody>
          <a:bodyPr spcFirstLastPara="1" wrap="square" lIns="0" tIns="45700" rIns="91425" bIns="45700" anchor="t" anchorCtr="0">
            <a:noAutofit/>
          </a:bodyPr>
          <a:lstStyle/>
          <a:p>
            <a:pPr marL="585000" lvl="1" indent="-317500" algn="just" rtl="0">
              <a:lnSpc>
                <a:spcPct val="150000"/>
              </a:lnSpc>
              <a:spcBef>
                <a:spcPts val="375"/>
              </a:spcBef>
              <a:spcAft>
                <a:spcPts val="0"/>
              </a:spcAft>
              <a:buSzPts val="1400"/>
              <a:buChar char="✓"/>
            </a:pPr>
            <a:r>
              <a:rPr lang="en-GB"/>
              <a:t>GTF (Gene Transfer Format)</a:t>
            </a:r>
            <a:endParaRPr/>
          </a:p>
          <a:p>
            <a:pPr marL="944999" lvl="2" indent="-3175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GB" sz="1250"/>
              <a:t>Simpler format derived from GFF2.</a:t>
            </a:r>
            <a:endParaRPr sz="1250"/>
          </a:p>
          <a:p>
            <a:pPr marL="944999" lvl="2" indent="-3175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GB" sz="1250"/>
              <a:t>Attributes typically include: gene_id, transcript_id, gene_name</a:t>
            </a:r>
            <a:endParaRPr sz="1600"/>
          </a:p>
          <a:p>
            <a:pPr marL="585000" marR="0" lvl="1" indent="-3175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✓"/>
            </a:pPr>
            <a:r>
              <a:rPr lang="en-GB"/>
              <a:t>GFF3 (General Feature Format v3)</a:t>
            </a:r>
            <a:endParaRPr/>
          </a:p>
          <a:p>
            <a:pPr marL="944999" marR="0" lvl="2" indent="-3175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GB" sz="1250"/>
              <a:t>More expressive and standardized than GTF.</a:t>
            </a:r>
            <a:endParaRPr sz="1250"/>
          </a:p>
          <a:p>
            <a:pPr marL="944999" marR="0" lvl="2" indent="-3175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GB" sz="1250"/>
              <a:t>Uses explicit parent-child relationships:</a:t>
            </a:r>
            <a:endParaRPr sz="1250"/>
          </a:p>
          <a:p>
            <a:pPr marL="1529999" marR="0" lvl="3" indent="-3175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sz="1250"/>
              <a:t>ID=</a:t>
            </a:r>
            <a:endParaRPr sz="1250"/>
          </a:p>
          <a:p>
            <a:pPr marL="1529999" marR="0" lvl="3" indent="-3175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sz="1250"/>
              <a:t>Parent=</a:t>
            </a:r>
            <a:endParaRPr sz="1250"/>
          </a:p>
          <a:p>
            <a:pPr marL="944999" marR="0" lvl="2" indent="-3175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GB" sz="1250"/>
              <a:t>Supports complex annotations, including alternative transcripts, regulatory elements, and non-coding features.</a:t>
            </a:r>
            <a:endParaRPr sz="1250"/>
          </a:p>
          <a:p>
            <a:pPr marL="944999" marR="0" lvl="2" indent="-3175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GB" sz="1250"/>
              <a:t>Better suited for genome annotation projects and data exchange.</a:t>
            </a:r>
            <a:endParaRPr sz="1250"/>
          </a:p>
          <a:p>
            <a:pPr marL="944999" marR="0" lvl="2" indent="-3175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-GB" sz="1250"/>
              <a:t>Official Sequence Ontology standard.</a:t>
            </a:r>
            <a:endParaRPr sz="1250"/>
          </a:p>
        </p:txBody>
      </p:sp>
      <p:sp>
        <p:nvSpPr>
          <p:cNvPr id="634" name="Google Shape;634;p68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Commonly-used formats: GFF3/GTF format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Google Shape;639;p69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Commonly-used formats: Summary table</a:t>
            </a:r>
            <a:endParaRPr/>
          </a:p>
        </p:txBody>
      </p:sp>
      <p:graphicFrame>
        <p:nvGraphicFramePr>
          <p:cNvPr id="640" name="Google Shape;640;p69"/>
          <p:cNvGraphicFramePr/>
          <p:nvPr/>
        </p:nvGraphicFramePr>
        <p:xfrm>
          <a:off x="566413" y="881725"/>
          <a:ext cx="8011175" cy="3655491"/>
        </p:xfrm>
        <a:graphic>
          <a:graphicData uri="http://schemas.openxmlformats.org/drawingml/2006/table">
            <a:tbl>
              <a:tblPr>
                <a:noFill/>
                <a:tableStyleId>{EC8825AA-C4DE-4C30-88E3-B08674D2A2D1}</a:tableStyleId>
              </a:tblPr>
              <a:tblGrid>
                <a:gridCol w="969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188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04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455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436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29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485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 b="1"/>
                        <a:t>Format</a:t>
                      </a:r>
                      <a:endParaRPr sz="900" b="1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9E4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 b="1"/>
                        <a:t>Stores</a:t>
                      </a:r>
                      <a:endParaRPr sz="900" b="1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9E4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 b="1"/>
                        <a:t>Typical Use</a:t>
                      </a:r>
                      <a:endParaRPr sz="900" b="1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9E4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 b="1"/>
                        <a:t>Coordinates</a:t>
                      </a:r>
                      <a:endParaRPr sz="900" b="1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9E4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 b="1"/>
                        <a:t>Advantages</a:t>
                      </a:r>
                      <a:endParaRPr sz="900" b="1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9E4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 b="1"/>
                        <a:t>Recommended Large-Scale Version</a:t>
                      </a:r>
                      <a:endParaRPr sz="900" b="1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9E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72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 b="1"/>
                        <a:t>BED</a:t>
                      </a:r>
                      <a:endParaRPr sz="900" b="1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/>
                        <a:t>Genomic intervals/features</a:t>
                      </a:r>
                      <a:endParaRPr sz="9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/>
                        <a:t>Genes, peaks, regulatory regions</a:t>
                      </a:r>
                      <a:endParaRPr sz="9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 b="1"/>
                        <a:t>0-based, half-open</a:t>
                      </a:r>
                      <a:endParaRPr sz="900" b="1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/>
                        <a:t>Simple, compact, widely supported</a:t>
                      </a:r>
                      <a:endParaRPr sz="9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 b="1"/>
                        <a:t>bigBed</a:t>
                      </a:r>
                      <a:endParaRPr sz="900" b="1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6D7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99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 b="1"/>
                        <a:t>bedGraph</a:t>
                      </a:r>
                      <a:endParaRPr sz="900" b="1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59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/>
                        <a:t>Quantitative signal values across intervals</a:t>
                      </a:r>
                      <a:endParaRPr sz="9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59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/>
                        <a:t>Coverage, expression, scores</a:t>
                      </a:r>
                      <a:endParaRPr sz="9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59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 b="1"/>
                        <a:t>0-based, half-open</a:t>
                      </a:r>
                      <a:endParaRPr sz="900" b="1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59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/>
                        <a:t>Preserves exact values; good for sparse or dense data</a:t>
                      </a:r>
                      <a:endParaRPr sz="9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59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 b="1"/>
                        <a:t>bigWig</a:t>
                      </a:r>
                      <a:endParaRPr sz="900" b="1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5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3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 b="1"/>
                        <a:t>WIG</a:t>
                      </a:r>
                      <a:endParaRPr sz="900" b="1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/>
                        <a:t>Continuous signal data</a:t>
                      </a:r>
                      <a:endParaRPr sz="9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/>
                        <a:t>Coverage tracks, probabilities, GC content</a:t>
                      </a:r>
                      <a:endParaRPr sz="9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 b="1"/>
                        <a:t>1-based, closed</a:t>
                      </a:r>
                      <a:endParaRPr sz="900" b="1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/>
                        <a:t>Compact representation for dense data</a:t>
                      </a:r>
                      <a:endParaRPr sz="9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 b="1"/>
                        <a:t>bigWig</a:t>
                      </a:r>
                      <a:endParaRPr sz="900" b="1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6D7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32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 b="1"/>
                        <a:t>GTF / GFF3</a:t>
                      </a:r>
                      <a:endParaRPr sz="900" b="1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59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/>
                        <a:t>Genome annotations with feature relationships</a:t>
                      </a:r>
                      <a:endParaRPr sz="9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59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/>
                        <a:t>Genes, transcripts, exons, CDS</a:t>
                      </a:r>
                      <a:endParaRPr sz="9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59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 b="1"/>
                        <a:t>1-based, closed</a:t>
                      </a:r>
                      <a:endParaRPr sz="900" b="1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59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/>
                        <a:t>Rich annotation structure; supports gene models</a:t>
                      </a:r>
                      <a:endParaRPr sz="9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59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/>
                        <a:t>— (text-based standard)</a:t>
                      </a:r>
                      <a:endParaRPr sz="9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5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33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 b="1"/>
                        <a:t>bigBed</a:t>
                      </a:r>
                      <a:endParaRPr sz="900" b="1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/>
                        <a:t>Indexed binary BED</a:t>
                      </a:r>
                      <a:endParaRPr sz="9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/>
                        <a:t>Large annotation datasets</a:t>
                      </a:r>
                      <a:endParaRPr sz="9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 b="1"/>
                        <a:t>0-based, half-open</a:t>
                      </a:r>
                      <a:endParaRPr sz="900" b="1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/>
                        <a:t>Fast access, efficient remote visualization</a:t>
                      </a:r>
                      <a:endParaRPr sz="9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/>
                        <a:t>Current UCSC recommendation</a:t>
                      </a:r>
                      <a:endParaRPr sz="9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B6D7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6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 b="1"/>
                        <a:t>bigWig</a:t>
                      </a:r>
                      <a:endParaRPr sz="900" b="1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59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/>
                        <a:t>Indexed binary WIG/bedGraph</a:t>
                      </a:r>
                      <a:endParaRPr sz="9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59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/>
                        <a:t>Large signal tracks</a:t>
                      </a:r>
                      <a:endParaRPr sz="9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59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/>
                        <a:t>Depends on source format during conversion</a:t>
                      </a:r>
                      <a:endParaRPr sz="9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59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/>
                        <a:t>Fast retrieval, scalable, browser-friendly</a:t>
                      </a:r>
                      <a:endParaRPr sz="9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59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900"/>
                        <a:t>Current UCSC recommendation</a:t>
                      </a:r>
                      <a:endParaRPr sz="900"/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E5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p70"/>
          <p:cNvSpPr txBox="1">
            <a:spLocks noGrp="1"/>
          </p:cNvSpPr>
          <p:nvPr>
            <p:ph type="title"/>
          </p:nvPr>
        </p:nvSpPr>
        <p:spPr>
          <a:xfrm>
            <a:off x="338150" y="273850"/>
            <a:ext cx="85269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Recommendations when working with multiple files</a:t>
            </a:r>
            <a:endParaRPr/>
          </a:p>
        </p:txBody>
      </p:sp>
      <p:sp>
        <p:nvSpPr>
          <p:cNvPr id="646" name="Google Shape;646;p70"/>
          <p:cNvSpPr txBox="1">
            <a:spLocks noGrp="1"/>
          </p:cNvSpPr>
          <p:nvPr>
            <p:ph type="body" idx="1"/>
          </p:nvPr>
        </p:nvSpPr>
        <p:spPr>
          <a:xfrm>
            <a:off x="338150" y="829300"/>
            <a:ext cx="4580700" cy="2134500"/>
          </a:xfrm>
          <a:prstGeom prst="rect">
            <a:avLst/>
          </a:prstGeom>
        </p:spPr>
        <p:txBody>
          <a:bodyPr spcFirstLastPara="1" wrap="square" lIns="0" tIns="45700" rIns="91425" bIns="45700" anchor="t" anchorCtr="0">
            <a:noAutofit/>
          </a:bodyPr>
          <a:lstStyle/>
          <a:p>
            <a:pPr marL="457200" marR="0" lvl="0" indent="-330200" algn="just" rtl="0">
              <a:lnSpc>
                <a:spcPct val="150000"/>
              </a:lnSpc>
              <a:spcBef>
                <a:spcPts val="750"/>
              </a:spcBef>
              <a:spcAft>
                <a:spcPts val="0"/>
              </a:spcAft>
              <a:buSzPts val="1600"/>
              <a:buChar char="✓"/>
            </a:pPr>
            <a:r>
              <a:rPr lang="en-GB" sz="1600"/>
              <a:t>Before analysis, write down:</a:t>
            </a:r>
            <a:endParaRPr/>
          </a:p>
          <a:p>
            <a:pPr marL="914400" marR="0" lvl="1" indent="-3175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✓"/>
            </a:pPr>
            <a:r>
              <a:rPr lang="en-GB" sz="1300"/>
              <a:t>Where each file came from</a:t>
            </a:r>
            <a:endParaRPr sz="1300"/>
          </a:p>
          <a:p>
            <a:pPr marL="914400" marR="0" lvl="1" indent="-3175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✓"/>
            </a:pPr>
            <a:r>
              <a:rPr lang="en-GB" sz="1300"/>
              <a:t>Which release or registry version it represents</a:t>
            </a:r>
            <a:endParaRPr sz="1300"/>
          </a:p>
          <a:p>
            <a:pPr marL="914400" marR="0" lvl="1" indent="-3175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✓"/>
            </a:pPr>
            <a:r>
              <a:rPr lang="en-GB" sz="1300"/>
              <a:t>Which filters were applied before download</a:t>
            </a:r>
            <a:endParaRPr sz="1300"/>
          </a:p>
          <a:p>
            <a:pPr marL="914400" marR="0" lvl="1" indent="-3175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✓"/>
            </a:pPr>
            <a:r>
              <a:rPr lang="en-GB" sz="1300"/>
              <a:t>Which coordinate system do the file uses</a:t>
            </a:r>
            <a:endParaRPr sz="1300"/>
          </a:p>
          <a:p>
            <a:pPr marL="914400" marR="0" lvl="1" indent="-3175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✓"/>
            </a:pPr>
            <a:r>
              <a:rPr lang="en-GB" sz="1300"/>
              <a:t>Which assembly has been used to produce it</a:t>
            </a:r>
            <a:endParaRPr sz="1300"/>
          </a:p>
          <a:p>
            <a:pPr marL="457200" lvl="0" indent="0" algn="just" rtl="0">
              <a:lnSpc>
                <a:spcPct val="150000"/>
              </a:lnSpc>
              <a:spcBef>
                <a:spcPts val="75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647" name="Google Shape;647;p70"/>
          <p:cNvGraphicFramePr/>
          <p:nvPr/>
        </p:nvGraphicFramePr>
        <p:xfrm>
          <a:off x="4823850" y="2298513"/>
          <a:ext cx="4041175" cy="2270580"/>
        </p:xfrm>
        <a:graphic>
          <a:graphicData uri="http://schemas.openxmlformats.org/drawingml/2006/table">
            <a:tbl>
              <a:tblPr>
                <a:noFill/>
                <a:tableStyleId>{AC969CF7-ADC5-4383-A8E3-20DD6302E44E}</a:tableStyleId>
              </a:tblPr>
              <a:tblGrid>
                <a:gridCol w="98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579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0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>
                          <a:solidFill>
                            <a:srgbClr val="38761D"/>
                          </a:solidFill>
                        </a:rPr>
                        <a:t>source</a:t>
                      </a:r>
                      <a:endParaRPr sz="1100" b="1">
                        <a:solidFill>
                          <a:srgbClr val="38761D"/>
                        </a:solidFill>
                      </a:endParaRPr>
                    </a:p>
                  </a:txBody>
                  <a:tcPr marL="91425" marR="91425" marT="91425" marB="91425"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i="1"/>
                        <a:t>Ensembl / SCREEN / ENCODE / FAANG</a:t>
                      </a:r>
                      <a:endParaRPr sz="1100" i="1"/>
                    </a:p>
                  </a:txBody>
                  <a:tcPr marL="91425" marR="91425" marT="91425" marB="91425"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>
                          <a:solidFill>
                            <a:srgbClr val="38761D"/>
                          </a:solidFill>
                        </a:rPr>
                        <a:t>version</a:t>
                      </a:r>
                      <a:endParaRPr sz="1100" b="1">
                        <a:solidFill>
                          <a:srgbClr val="38761D"/>
                        </a:solidFill>
                      </a:endParaRPr>
                    </a:p>
                  </a:txBody>
                  <a:tcPr marL="91425" marR="91425" marT="91425" marB="91425"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i="1"/>
                        <a:t>release, registry version, retrieval date</a:t>
                      </a:r>
                      <a:endParaRPr sz="1100" i="1"/>
                    </a:p>
                  </a:txBody>
                  <a:tcPr marL="91425" marR="91425" marT="91425" marB="91425"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>
                          <a:solidFill>
                            <a:srgbClr val="38761D"/>
                          </a:solidFill>
                        </a:rPr>
                        <a:t>assembly</a:t>
                      </a:r>
                      <a:endParaRPr sz="1100" b="1">
                        <a:solidFill>
                          <a:srgbClr val="38761D"/>
                        </a:solidFill>
                      </a:endParaRPr>
                    </a:p>
                  </a:txBody>
                  <a:tcPr marL="91425" marR="91425" marT="91425" marB="91425"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i="1"/>
                        <a:t>GRCh38, GRCh37, mm10, ARS-UCD, etc.</a:t>
                      </a:r>
                      <a:endParaRPr sz="1100" i="1"/>
                    </a:p>
                  </a:txBody>
                  <a:tcPr marL="91425" marR="91425" marT="91425" marB="91425"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>
                          <a:solidFill>
                            <a:srgbClr val="38761D"/>
                          </a:solidFill>
                        </a:rPr>
                        <a:t>file</a:t>
                      </a:r>
                      <a:endParaRPr sz="1100" b="1">
                        <a:solidFill>
                          <a:srgbClr val="38761D"/>
                        </a:solidFill>
                      </a:endParaRPr>
                    </a:p>
                  </a:txBody>
                  <a:tcPr marL="91425" marR="91425" marT="91425" marB="91425"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i="1"/>
                        <a:t>URL, accession, checksum if available</a:t>
                      </a:r>
                      <a:endParaRPr sz="1100" i="1"/>
                    </a:p>
                  </a:txBody>
                  <a:tcPr marL="91425" marR="91425" marT="91425" marB="91425"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6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>
                          <a:solidFill>
                            <a:srgbClr val="38761D"/>
                          </a:solidFill>
                        </a:rPr>
                        <a:t>filters</a:t>
                      </a:r>
                      <a:endParaRPr sz="1100" b="1">
                        <a:solidFill>
                          <a:srgbClr val="38761D"/>
                        </a:solidFill>
                      </a:endParaRPr>
                    </a:p>
                  </a:txBody>
                  <a:tcPr marL="91425" marR="91425" marT="91425" marB="91425"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i="1"/>
                        <a:t>feature class, tissue, assay, status, cell type</a:t>
                      </a:r>
                      <a:endParaRPr sz="1100" i="1"/>
                    </a:p>
                  </a:txBody>
                  <a:tcPr marL="91425" marR="91425" marT="91425" marB="91425"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5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>
                          <a:solidFill>
                            <a:srgbClr val="38761D"/>
                          </a:solidFill>
                        </a:rPr>
                        <a:t>coordinate system</a:t>
                      </a:r>
                      <a:endParaRPr sz="1100" b="1">
                        <a:solidFill>
                          <a:srgbClr val="38761D"/>
                        </a:solidFill>
                      </a:endParaRPr>
                    </a:p>
                  </a:txBody>
                  <a:tcPr marL="91425" marR="91425" marT="91425" marB="91425"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i="1"/>
                        <a:t>BED or GFF convention; seqname style</a:t>
                      </a:r>
                      <a:endParaRPr sz="1100" i="1"/>
                    </a:p>
                  </a:txBody>
                  <a:tcPr marL="91425" marR="91425" marT="91425" marB="91425"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Google Shape;652;p71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ENCODE cCREs annotation file</a:t>
            </a:r>
            <a:endParaRPr/>
          </a:p>
        </p:txBody>
      </p:sp>
      <p:pic>
        <p:nvPicPr>
          <p:cNvPr id="653" name="Google Shape;653;p7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3625" y="944650"/>
            <a:ext cx="7940408" cy="36988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p72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ENCODE cCREs annotation file</a:t>
            </a:r>
            <a:endParaRPr/>
          </a:p>
        </p:txBody>
      </p:sp>
      <p:sp>
        <p:nvSpPr>
          <p:cNvPr id="659" name="Google Shape;659;p72"/>
          <p:cNvSpPr txBox="1"/>
          <p:nvPr/>
        </p:nvSpPr>
        <p:spPr>
          <a:xfrm>
            <a:off x="1645920" y="905199"/>
            <a:ext cx="5146186" cy="1051796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b="1" dirty="0">
                <a:solidFill>
                  <a:srgbClr val="FFE599"/>
                </a:solidFill>
                <a:latin typeface="Courier New"/>
                <a:ea typeface="Courier New"/>
                <a:cs typeface="Courier New"/>
                <a:sym typeface="Courier New"/>
              </a:rPr>
              <a:t>head -n 6 GRCh38-cCREs.bed</a:t>
            </a:r>
            <a:endParaRPr sz="700" b="1" dirty="0">
              <a:solidFill>
                <a:srgbClr val="FFE5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b="1" dirty="0">
                <a:solidFill>
                  <a:srgbClr val="FFE599"/>
                </a:solidFill>
                <a:latin typeface="Courier New"/>
                <a:ea typeface="Courier New"/>
                <a:cs typeface="Courier New"/>
                <a:sym typeface="Courier New"/>
              </a:rPr>
              <a:t>chr1	10033	10250	EH38D4327497	EH38E2776516	</a:t>
            </a:r>
            <a:r>
              <a:rPr lang="en-GB" sz="700" b="1" dirty="0" err="1">
                <a:solidFill>
                  <a:srgbClr val="FFE599"/>
                </a:solidFill>
                <a:latin typeface="Courier New"/>
                <a:ea typeface="Courier New"/>
                <a:cs typeface="Courier New"/>
                <a:sym typeface="Courier New"/>
              </a:rPr>
              <a:t>pELS</a:t>
            </a:r>
            <a:endParaRPr sz="700" b="1" dirty="0">
              <a:solidFill>
                <a:srgbClr val="FFE5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b="1" dirty="0">
                <a:solidFill>
                  <a:srgbClr val="FFE599"/>
                </a:solidFill>
                <a:latin typeface="Courier New"/>
                <a:ea typeface="Courier New"/>
                <a:cs typeface="Courier New"/>
                <a:sym typeface="Courier New"/>
              </a:rPr>
              <a:t>chr1	10385	10713	EH38D4327498	EH38E2776517	</a:t>
            </a:r>
            <a:r>
              <a:rPr lang="en-GB" sz="700" b="1" dirty="0" err="1">
                <a:solidFill>
                  <a:srgbClr val="FFE599"/>
                </a:solidFill>
                <a:latin typeface="Courier New"/>
                <a:ea typeface="Courier New"/>
                <a:cs typeface="Courier New"/>
                <a:sym typeface="Courier New"/>
              </a:rPr>
              <a:t>pELS</a:t>
            </a:r>
            <a:endParaRPr sz="700" b="1" dirty="0">
              <a:solidFill>
                <a:srgbClr val="FFE5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b="1" dirty="0">
                <a:solidFill>
                  <a:srgbClr val="FFE599"/>
                </a:solidFill>
                <a:latin typeface="Courier New"/>
                <a:ea typeface="Courier New"/>
                <a:cs typeface="Courier New"/>
                <a:sym typeface="Courier New"/>
              </a:rPr>
              <a:t>chr1	16097	16381	EH38D6144701	EH38E3951272	CA-CTCF</a:t>
            </a:r>
            <a:endParaRPr sz="700" b="1" dirty="0">
              <a:solidFill>
                <a:srgbClr val="FFE5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b="1" dirty="0">
                <a:solidFill>
                  <a:srgbClr val="FFE599"/>
                </a:solidFill>
                <a:latin typeface="Courier New"/>
                <a:ea typeface="Courier New"/>
                <a:cs typeface="Courier New"/>
                <a:sym typeface="Courier New"/>
              </a:rPr>
              <a:t>chr1	17343	17642	EH38D6144702	EH38E3951273	CA-TF</a:t>
            </a:r>
            <a:endParaRPr sz="700" b="1" dirty="0">
              <a:solidFill>
                <a:srgbClr val="FFE5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b="1" dirty="0">
                <a:solidFill>
                  <a:srgbClr val="FFE599"/>
                </a:solidFill>
                <a:latin typeface="Courier New"/>
                <a:ea typeface="Courier New"/>
                <a:cs typeface="Courier New"/>
                <a:sym typeface="Courier New"/>
              </a:rPr>
              <a:t>chr1	29320	29517	EH38D6144703	EH38E3951274	CA</a:t>
            </a:r>
            <a:endParaRPr sz="700" b="1" dirty="0">
              <a:solidFill>
                <a:srgbClr val="FFE5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b="1" dirty="0">
                <a:solidFill>
                  <a:srgbClr val="FFE599"/>
                </a:solidFill>
                <a:latin typeface="Courier New"/>
                <a:ea typeface="Courier New"/>
                <a:cs typeface="Courier New"/>
                <a:sym typeface="Courier New"/>
              </a:rPr>
              <a:t>chr1	66350	66509	EH38D4327503	EH38E3951275	CA</a:t>
            </a:r>
            <a:endParaRPr sz="700" b="1" dirty="0">
              <a:solidFill>
                <a:srgbClr val="FFE599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660" name="Google Shape;660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1450" y="2069950"/>
            <a:ext cx="7182551" cy="28091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Google Shape;665;p73"/>
          <p:cNvSpPr txBox="1">
            <a:spLocks noGrp="1"/>
          </p:cNvSpPr>
          <p:nvPr>
            <p:ph type="title"/>
          </p:nvPr>
        </p:nvSpPr>
        <p:spPr>
          <a:xfrm>
            <a:off x="337788" y="269869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Ensembl Regulatory Features annotation file</a:t>
            </a:r>
            <a:endParaRPr/>
          </a:p>
        </p:txBody>
      </p:sp>
      <p:pic>
        <p:nvPicPr>
          <p:cNvPr id="666" name="Google Shape;666;p7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75775" y="788269"/>
            <a:ext cx="6938854" cy="40504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Google Shape;671;p74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Ensembl Regulatory Features annotation file</a:t>
            </a:r>
            <a:endParaRPr/>
          </a:p>
        </p:txBody>
      </p:sp>
      <p:sp>
        <p:nvSpPr>
          <p:cNvPr id="672" name="Google Shape;672;p74"/>
          <p:cNvSpPr txBox="1"/>
          <p:nvPr/>
        </p:nvSpPr>
        <p:spPr>
          <a:xfrm>
            <a:off x="157941" y="989652"/>
            <a:ext cx="8828117" cy="1246465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00" b="1" dirty="0">
                <a:solidFill>
                  <a:srgbClr val="FFE599"/>
                </a:solidFill>
                <a:latin typeface="Courier New"/>
                <a:ea typeface="Courier New"/>
                <a:cs typeface="Courier New"/>
                <a:sym typeface="Courier New"/>
              </a:rPr>
              <a:t>head -n 8 Homo_sapiens.GRCh38.regulatory_features.v116.gff3 </a:t>
            </a:r>
            <a:endParaRPr sz="600" b="1" dirty="0">
              <a:solidFill>
                <a:srgbClr val="FFE5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00" b="1" dirty="0">
                <a:solidFill>
                  <a:srgbClr val="FFE599"/>
                </a:solidFill>
                <a:latin typeface="Courier New"/>
                <a:ea typeface="Courier New"/>
                <a:cs typeface="Courier New"/>
                <a:sym typeface="Courier New"/>
              </a:rPr>
              <a:t>##</a:t>
            </a:r>
            <a:r>
              <a:rPr lang="en-GB" sz="600" b="1" dirty="0" err="1">
                <a:solidFill>
                  <a:srgbClr val="FFE599"/>
                </a:solidFill>
                <a:latin typeface="Courier New"/>
                <a:ea typeface="Courier New"/>
                <a:cs typeface="Courier New"/>
                <a:sym typeface="Courier New"/>
              </a:rPr>
              <a:t>gff</a:t>
            </a:r>
            <a:r>
              <a:rPr lang="en-GB" sz="600" b="1" dirty="0">
                <a:solidFill>
                  <a:srgbClr val="FFE599"/>
                </a:solidFill>
                <a:latin typeface="Courier New"/>
                <a:ea typeface="Courier New"/>
                <a:cs typeface="Courier New"/>
                <a:sym typeface="Courier New"/>
              </a:rPr>
              <a:t>-version 3</a:t>
            </a:r>
            <a:endParaRPr sz="600" b="1" dirty="0">
              <a:solidFill>
                <a:srgbClr val="FFE5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00" b="1" dirty="0">
                <a:solidFill>
                  <a:srgbClr val="FFE599"/>
                </a:solidFill>
                <a:latin typeface="Courier New"/>
                <a:ea typeface="Courier New"/>
                <a:cs typeface="Courier New"/>
                <a:sym typeface="Courier New"/>
              </a:rPr>
              <a:t># Gene IDs in promoter attributes are from </a:t>
            </a:r>
            <a:r>
              <a:rPr lang="en-GB" sz="600" b="1" dirty="0" err="1">
                <a:solidFill>
                  <a:srgbClr val="FFE599"/>
                </a:solidFill>
                <a:latin typeface="Courier New"/>
                <a:ea typeface="Courier New"/>
                <a:cs typeface="Courier New"/>
                <a:sym typeface="Courier New"/>
              </a:rPr>
              <a:t>Ensembl</a:t>
            </a:r>
            <a:r>
              <a:rPr lang="en-GB" sz="600" b="1" dirty="0">
                <a:solidFill>
                  <a:srgbClr val="FFE599"/>
                </a:solidFill>
                <a:latin typeface="Courier New"/>
                <a:ea typeface="Courier New"/>
                <a:cs typeface="Courier New"/>
                <a:sym typeface="Courier New"/>
              </a:rPr>
              <a:t> release 114</a:t>
            </a:r>
            <a:endParaRPr sz="600" b="1" dirty="0">
              <a:solidFill>
                <a:srgbClr val="FFE5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00" b="1" dirty="0">
                <a:solidFill>
                  <a:srgbClr val="FFE599"/>
                </a:solidFill>
                <a:latin typeface="Courier New"/>
                <a:ea typeface="Courier New"/>
                <a:cs typeface="Courier New"/>
                <a:sym typeface="Courier New"/>
              </a:rPr>
              <a:t>1	</a:t>
            </a:r>
            <a:r>
              <a:rPr lang="en-GB" sz="600" b="1" dirty="0" err="1">
                <a:solidFill>
                  <a:srgbClr val="FFE599"/>
                </a:solidFill>
                <a:latin typeface="Courier New"/>
                <a:ea typeface="Courier New"/>
                <a:cs typeface="Courier New"/>
                <a:sym typeface="Courier New"/>
              </a:rPr>
              <a:t>Ensembl</a:t>
            </a:r>
            <a:r>
              <a:rPr lang="en-GB" sz="600" b="1" dirty="0">
                <a:solidFill>
                  <a:srgbClr val="FFE599"/>
                </a:solidFill>
                <a:latin typeface="Courier New"/>
                <a:ea typeface="Courier New"/>
                <a:cs typeface="Courier New"/>
                <a:sym typeface="Courier New"/>
              </a:rPr>
              <a:t>	promoter	10936	11436	.	.	.	ID=ENSR1_958;extended_start=9953;extended_end=11436;gene_id=ENSG00000290825;gene_name=DDX11L16;gene_biotype=</a:t>
            </a:r>
            <a:r>
              <a:rPr lang="en-GB" sz="600" b="1" dirty="0" err="1">
                <a:solidFill>
                  <a:srgbClr val="FFE599"/>
                </a:solidFill>
                <a:latin typeface="Courier New"/>
                <a:ea typeface="Courier New"/>
                <a:cs typeface="Courier New"/>
                <a:sym typeface="Courier New"/>
              </a:rPr>
              <a:t>lncRNA;color</a:t>
            </a:r>
            <a:r>
              <a:rPr lang="en-GB" sz="600" b="1" dirty="0">
                <a:solidFill>
                  <a:srgbClr val="FFE599"/>
                </a:solidFill>
                <a:latin typeface="Courier New"/>
                <a:ea typeface="Courier New"/>
                <a:cs typeface="Courier New"/>
                <a:sym typeface="Courier New"/>
              </a:rPr>
              <a:t>=#ff0000</a:t>
            </a:r>
            <a:endParaRPr sz="600" b="1" dirty="0">
              <a:solidFill>
                <a:srgbClr val="FFE5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00" b="1" dirty="0">
                <a:solidFill>
                  <a:srgbClr val="FFE599"/>
                </a:solidFill>
                <a:latin typeface="Courier New"/>
                <a:ea typeface="Courier New"/>
                <a:cs typeface="Courier New"/>
                <a:sym typeface="Courier New"/>
              </a:rPr>
              <a:t>1	</a:t>
            </a:r>
            <a:r>
              <a:rPr lang="en-GB" sz="600" b="1" dirty="0" err="1">
                <a:solidFill>
                  <a:srgbClr val="FFE599"/>
                </a:solidFill>
                <a:latin typeface="Courier New"/>
                <a:ea typeface="Courier New"/>
                <a:cs typeface="Courier New"/>
                <a:sym typeface="Courier New"/>
              </a:rPr>
              <a:t>Ensembl</a:t>
            </a:r>
            <a:r>
              <a:rPr lang="en-GB" sz="600" b="1" dirty="0">
                <a:solidFill>
                  <a:srgbClr val="FFE599"/>
                </a:solidFill>
                <a:latin typeface="Courier New"/>
                <a:ea typeface="Courier New"/>
                <a:cs typeface="Courier New"/>
                <a:sym typeface="Courier New"/>
              </a:rPr>
              <a:t>	</a:t>
            </a:r>
            <a:r>
              <a:rPr lang="en-GB" sz="600" b="1" dirty="0" err="1">
                <a:solidFill>
                  <a:srgbClr val="FFE599"/>
                </a:solidFill>
                <a:latin typeface="Courier New"/>
                <a:ea typeface="Courier New"/>
                <a:cs typeface="Courier New"/>
                <a:sym typeface="Courier New"/>
              </a:rPr>
              <a:t>CTCF_binding_site</a:t>
            </a:r>
            <a:r>
              <a:rPr lang="en-GB" sz="600" b="1" dirty="0">
                <a:solidFill>
                  <a:srgbClr val="FFE599"/>
                </a:solidFill>
                <a:latin typeface="Courier New"/>
                <a:ea typeface="Courier New"/>
                <a:cs typeface="Courier New"/>
                <a:sym typeface="Courier New"/>
              </a:rPr>
              <a:t>	11222	11243	.	+	.	ID=ENSR1_53X2;color=#40e0d0</a:t>
            </a:r>
            <a:endParaRPr sz="600" b="1" dirty="0">
              <a:solidFill>
                <a:srgbClr val="FFE5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00" b="1" dirty="0">
                <a:solidFill>
                  <a:srgbClr val="FFE599"/>
                </a:solidFill>
                <a:latin typeface="Courier New"/>
                <a:ea typeface="Courier New"/>
                <a:cs typeface="Courier New"/>
                <a:sym typeface="Courier New"/>
              </a:rPr>
              <a:t>1	</a:t>
            </a:r>
            <a:r>
              <a:rPr lang="en-GB" sz="600" b="1" dirty="0" err="1">
                <a:solidFill>
                  <a:srgbClr val="FFE599"/>
                </a:solidFill>
                <a:latin typeface="Courier New"/>
                <a:ea typeface="Courier New"/>
                <a:cs typeface="Courier New"/>
                <a:sym typeface="Courier New"/>
              </a:rPr>
              <a:t>Ensembl</a:t>
            </a:r>
            <a:r>
              <a:rPr lang="en-GB" sz="600" b="1" dirty="0">
                <a:solidFill>
                  <a:srgbClr val="FFE599"/>
                </a:solidFill>
                <a:latin typeface="Courier New"/>
                <a:ea typeface="Courier New"/>
                <a:cs typeface="Courier New"/>
                <a:sym typeface="Courier New"/>
              </a:rPr>
              <a:t>	</a:t>
            </a:r>
            <a:r>
              <a:rPr lang="en-GB" sz="600" b="1" dirty="0" err="1">
                <a:solidFill>
                  <a:srgbClr val="FFE599"/>
                </a:solidFill>
                <a:latin typeface="Courier New"/>
                <a:ea typeface="Courier New"/>
                <a:cs typeface="Courier New"/>
                <a:sym typeface="Courier New"/>
              </a:rPr>
              <a:t>CTCF_binding_site</a:t>
            </a:r>
            <a:r>
              <a:rPr lang="en-GB" sz="600" b="1" dirty="0">
                <a:solidFill>
                  <a:srgbClr val="FFE599"/>
                </a:solidFill>
                <a:latin typeface="Courier New"/>
                <a:ea typeface="Courier New"/>
                <a:cs typeface="Courier New"/>
                <a:sym typeface="Courier New"/>
              </a:rPr>
              <a:t>	11280	11301	.	+	.	ID=ENSR1_53X9;color=#40e0d0</a:t>
            </a:r>
            <a:endParaRPr sz="600" b="1" dirty="0">
              <a:solidFill>
                <a:srgbClr val="FFE5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00" b="1" dirty="0">
                <a:solidFill>
                  <a:srgbClr val="FFE599"/>
                </a:solidFill>
                <a:latin typeface="Courier New"/>
                <a:ea typeface="Courier New"/>
                <a:cs typeface="Courier New"/>
                <a:sym typeface="Courier New"/>
              </a:rPr>
              <a:t>1	</a:t>
            </a:r>
            <a:r>
              <a:rPr lang="en-GB" sz="600" b="1" dirty="0" err="1">
                <a:solidFill>
                  <a:srgbClr val="FFE599"/>
                </a:solidFill>
                <a:latin typeface="Courier New"/>
                <a:ea typeface="Courier New"/>
                <a:cs typeface="Courier New"/>
                <a:sym typeface="Courier New"/>
              </a:rPr>
              <a:t>Ensembl</a:t>
            </a:r>
            <a:r>
              <a:rPr lang="en-GB" sz="600" b="1" dirty="0">
                <a:solidFill>
                  <a:srgbClr val="FFE599"/>
                </a:solidFill>
                <a:latin typeface="Courier New"/>
                <a:ea typeface="Courier New"/>
                <a:cs typeface="Courier New"/>
                <a:sym typeface="Courier New"/>
              </a:rPr>
              <a:t>	</a:t>
            </a:r>
            <a:r>
              <a:rPr lang="en-GB" sz="600" b="1" dirty="0" err="1">
                <a:solidFill>
                  <a:srgbClr val="FFE599"/>
                </a:solidFill>
                <a:latin typeface="Courier New"/>
                <a:ea typeface="Courier New"/>
                <a:cs typeface="Courier New"/>
                <a:sym typeface="Courier New"/>
              </a:rPr>
              <a:t>CTCF_binding_site</a:t>
            </a:r>
            <a:r>
              <a:rPr lang="en-GB" sz="600" b="1" dirty="0">
                <a:solidFill>
                  <a:srgbClr val="FFE599"/>
                </a:solidFill>
                <a:latin typeface="Courier New"/>
                <a:ea typeface="Courier New"/>
                <a:cs typeface="Courier New"/>
                <a:sym typeface="Courier New"/>
              </a:rPr>
              <a:t>	11339	11360	.	+	.	ID=ENSR1_53XJ;color=#40e0d0</a:t>
            </a:r>
            <a:endParaRPr sz="600" b="1" dirty="0">
              <a:solidFill>
                <a:srgbClr val="FFE5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00" b="1" dirty="0">
                <a:solidFill>
                  <a:srgbClr val="FFE599"/>
                </a:solidFill>
                <a:latin typeface="Courier New"/>
                <a:ea typeface="Courier New"/>
                <a:cs typeface="Courier New"/>
                <a:sym typeface="Courier New"/>
              </a:rPr>
              <a:t>1	</a:t>
            </a:r>
            <a:r>
              <a:rPr lang="en-GB" sz="600" b="1" dirty="0" err="1">
                <a:solidFill>
                  <a:srgbClr val="FFE599"/>
                </a:solidFill>
                <a:latin typeface="Courier New"/>
                <a:ea typeface="Courier New"/>
                <a:cs typeface="Courier New"/>
                <a:sym typeface="Courier New"/>
              </a:rPr>
              <a:t>Ensembl</a:t>
            </a:r>
            <a:r>
              <a:rPr lang="en-GB" sz="600" b="1" dirty="0">
                <a:solidFill>
                  <a:srgbClr val="FFE599"/>
                </a:solidFill>
                <a:latin typeface="Courier New"/>
                <a:ea typeface="Courier New"/>
                <a:cs typeface="Courier New"/>
                <a:sym typeface="Courier New"/>
              </a:rPr>
              <a:t>	enhancer	11437	11649	.	.	.	ID=ENSR1_88N;color=#faca00</a:t>
            </a:r>
            <a:endParaRPr sz="600" b="1" dirty="0">
              <a:solidFill>
                <a:srgbClr val="FFE5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00" b="1" dirty="0">
                <a:solidFill>
                  <a:srgbClr val="FFE599"/>
                </a:solidFill>
                <a:latin typeface="Courier New"/>
                <a:ea typeface="Courier New"/>
                <a:cs typeface="Courier New"/>
                <a:sym typeface="Courier New"/>
              </a:rPr>
              <a:t>1	</a:t>
            </a:r>
            <a:r>
              <a:rPr lang="en-GB" sz="600" b="1" dirty="0" err="1">
                <a:solidFill>
                  <a:srgbClr val="FFE599"/>
                </a:solidFill>
                <a:latin typeface="Courier New"/>
                <a:ea typeface="Courier New"/>
                <a:cs typeface="Courier New"/>
                <a:sym typeface="Courier New"/>
              </a:rPr>
              <a:t>Ensembl</a:t>
            </a:r>
            <a:r>
              <a:rPr lang="en-GB" sz="600" b="1" dirty="0">
                <a:solidFill>
                  <a:srgbClr val="FFE599"/>
                </a:solidFill>
                <a:latin typeface="Courier New"/>
                <a:ea typeface="Courier New"/>
                <a:cs typeface="Courier New"/>
                <a:sym typeface="Courier New"/>
              </a:rPr>
              <a:t>	enhancer	12686	14671	.	.	.	ID=ENSR1_CZ;color=#faca00</a:t>
            </a:r>
            <a:endParaRPr sz="600" b="1" dirty="0">
              <a:solidFill>
                <a:srgbClr val="FFE599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673" name="Google Shape;673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74100" y="2433525"/>
            <a:ext cx="5755939" cy="2490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Google Shape;678;p75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Ensembl Regulatory Activity file </a:t>
            </a:r>
            <a:endParaRPr/>
          </a:p>
        </p:txBody>
      </p:sp>
      <p:pic>
        <p:nvPicPr>
          <p:cNvPr id="679" name="Google Shape;679;p75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07900" y="944675"/>
            <a:ext cx="8322798" cy="3733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Google Shape;684;p76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Ensembl Regulatory Activity file </a:t>
            </a:r>
            <a:endParaRPr/>
          </a:p>
        </p:txBody>
      </p:sp>
      <p:sp>
        <p:nvSpPr>
          <p:cNvPr id="685" name="Google Shape;685;p76"/>
          <p:cNvSpPr txBox="1"/>
          <p:nvPr/>
        </p:nvSpPr>
        <p:spPr>
          <a:xfrm>
            <a:off x="732915" y="1058338"/>
            <a:ext cx="7678169" cy="1051796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b="1">
                <a:solidFill>
                  <a:srgbClr val="FFE599"/>
                </a:solidFill>
                <a:latin typeface="Courier New"/>
                <a:ea typeface="Courier New"/>
                <a:cs typeface="Courier New"/>
                <a:sym typeface="Courier New"/>
              </a:rPr>
              <a:t>head -n 2 Homo_sapiens.GRCh38.regulatory_activity.tsv </a:t>
            </a:r>
            <a:endParaRPr sz="700" b="1">
              <a:solidFill>
                <a:srgbClr val="FFE5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b="1">
                <a:solidFill>
                  <a:srgbClr val="FFE599"/>
                </a:solidFill>
                <a:latin typeface="Courier New"/>
                <a:ea typeface="Courier New"/>
                <a:cs typeface="Courier New"/>
                <a:sym typeface="Courier New"/>
              </a:rPr>
              <a:t>feature_id	feature_type	A549 (m, 58 y)	A673 (f, 15 y)	adrenal gland (f, 53 y)	…	vagina (f, 53 y)</a:t>
            </a:r>
            <a:endParaRPr sz="700" b="1">
              <a:solidFill>
                <a:srgbClr val="FFE5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b="1">
                <a:solidFill>
                  <a:srgbClr val="FFE599"/>
                </a:solidFill>
                <a:latin typeface="Courier New"/>
                <a:ea typeface="Courier New"/>
                <a:cs typeface="Courier New"/>
                <a:sym typeface="Courier New"/>
              </a:rPr>
              <a:t>ENSR1_958	promoter	ACTIVE	ACTIVE	ACTIVE	…	ACTIVE</a:t>
            </a:r>
            <a:endParaRPr sz="700" b="1">
              <a:solidFill>
                <a:srgbClr val="FFE5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b="1">
                <a:solidFill>
                  <a:srgbClr val="FFE599"/>
                </a:solidFill>
                <a:latin typeface="Courier New"/>
                <a:ea typeface="Courier New"/>
                <a:cs typeface="Courier New"/>
                <a:sym typeface="Courier New"/>
              </a:rPr>
              <a:t>ENSR1_88N	enhancer	ACTIVE	ACTIVE	ACTIVE	…	ACTIVE</a:t>
            </a:r>
            <a:endParaRPr sz="700" b="1">
              <a:solidFill>
                <a:srgbClr val="FFE5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b="1">
                <a:solidFill>
                  <a:srgbClr val="FFE599"/>
                </a:solidFill>
                <a:latin typeface="Courier New"/>
                <a:ea typeface="Courier New"/>
                <a:cs typeface="Courier New"/>
                <a:sym typeface="Courier New"/>
              </a:rPr>
              <a:t>ENSR1_CZ		enhancer	ACTIVE	ACTIVE	ACTIVE	…	ACTIVE</a:t>
            </a:r>
            <a:endParaRPr sz="700" b="1">
              <a:solidFill>
                <a:srgbClr val="FFE5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b="1">
                <a:solidFill>
                  <a:srgbClr val="FFE599"/>
                </a:solidFill>
                <a:latin typeface="Courier New"/>
                <a:ea typeface="Courier New"/>
                <a:cs typeface="Courier New"/>
                <a:sym typeface="Courier New"/>
              </a:rPr>
              <a:t>ENSR1_B48	enhancer	ACTIVE	INACTIVE	ACTIVE	…	ACTIVE</a:t>
            </a:r>
            <a:endParaRPr sz="700" b="1">
              <a:solidFill>
                <a:srgbClr val="FFE5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b="1">
                <a:solidFill>
                  <a:srgbClr val="FFE599"/>
                </a:solidFill>
                <a:latin typeface="Courier New"/>
                <a:ea typeface="Courier New"/>
                <a:cs typeface="Courier New"/>
                <a:sym typeface="Courier New"/>
              </a:rPr>
              <a:t>ENSR1_986	enhancer	INACTIVE	INACTIVE	ACTIVE	…	ACTIVE</a:t>
            </a:r>
            <a:endParaRPr sz="700" b="1">
              <a:solidFill>
                <a:srgbClr val="FFE599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686" name="Google Shape;686;p7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0625" y="2247375"/>
            <a:ext cx="7882750" cy="2452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p77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Ensembl Regulation Epigenomes Metadata</a:t>
            </a:r>
            <a:endParaRPr/>
          </a:p>
        </p:txBody>
      </p:sp>
      <p:sp>
        <p:nvSpPr>
          <p:cNvPr id="692" name="Google Shape;692;p77"/>
          <p:cNvSpPr txBox="1"/>
          <p:nvPr/>
        </p:nvSpPr>
        <p:spPr>
          <a:xfrm>
            <a:off x="1030800" y="1050025"/>
            <a:ext cx="6848000" cy="804036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b="1" dirty="0">
                <a:solidFill>
                  <a:srgbClr val="FFE599"/>
                </a:solidFill>
                <a:latin typeface="Courier New"/>
                <a:ea typeface="Courier New"/>
                <a:cs typeface="Courier New"/>
                <a:sym typeface="Courier New"/>
              </a:rPr>
              <a:t>head -n 4 Homo_sapiens.GRCh38.metadata.2025-12.csv</a:t>
            </a:r>
            <a:endParaRPr sz="700" b="1" dirty="0">
              <a:solidFill>
                <a:srgbClr val="FFE5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b="1" dirty="0">
                <a:solidFill>
                  <a:srgbClr val="FFE599"/>
                </a:solidFill>
                <a:latin typeface="Courier New"/>
                <a:ea typeface="Courier New"/>
                <a:cs typeface="Courier New"/>
                <a:sym typeface="Courier New"/>
              </a:rPr>
              <a:t>epigenome,"</a:t>
            </a:r>
            <a:r>
              <a:rPr lang="en-GB" sz="700" b="1" dirty="0" err="1">
                <a:solidFill>
                  <a:srgbClr val="FFE599"/>
                </a:solidFill>
                <a:latin typeface="Courier New"/>
                <a:ea typeface="Courier New"/>
                <a:cs typeface="Courier New"/>
                <a:sym typeface="Courier New"/>
              </a:rPr>
              <a:t>biosample</a:t>
            </a:r>
            <a:r>
              <a:rPr lang="en-GB" sz="700" b="1" dirty="0">
                <a:solidFill>
                  <a:srgbClr val="FFE599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GB" sz="700" b="1" dirty="0" err="1">
                <a:solidFill>
                  <a:srgbClr val="FFE599"/>
                </a:solidFill>
                <a:latin typeface="Courier New"/>
                <a:ea typeface="Courier New"/>
                <a:cs typeface="Courier New"/>
                <a:sym typeface="Courier New"/>
              </a:rPr>
              <a:t>term","tissue</a:t>
            </a:r>
            <a:r>
              <a:rPr lang="en-GB" sz="700" b="1" dirty="0">
                <a:solidFill>
                  <a:srgbClr val="FFE599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GB" sz="700" b="1" dirty="0" err="1">
                <a:solidFill>
                  <a:srgbClr val="FFE599"/>
                </a:solidFill>
                <a:latin typeface="Courier New"/>
                <a:ea typeface="Courier New"/>
                <a:cs typeface="Courier New"/>
                <a:sym typeface="Courier New"/>
              </a:rPr>
              <a:t>group",sex,"life</a:t>
            </a:r>
            <a:r>
              <a:rPr lang="en-GB" sz="700" b="1" dirty="0">
                <a:solidFill>
                  <a:srgbClr val="FFE599"/>
                </a:solidFill>
                <a:latin typeface="Courier New"/>
                <a:ea typeface="Courier New"/>
                <a:cs typeface="Courier New"/>
                <a:sym typeface="Courier New"/>
              </a:rPr>
              <a:t> stage",age,"</a:t>
            </a:r>
            <a:r>
              <a:rPr lang="en-GB" sz="700" b="1" dirty="0" err="1">
                <a:solidFill>
                  <a:srgbClr val="FFE599"/>
                </a:solidFill>
                <a:latin typeface="Courier New"/>
                <a:ea typeface="Courier New"/>
                <a:cs typeface="Courier New"/>
                <a:sym typeface="Courier New"/>
              </a:rPr>
              <a:t>biosample</a:t>
            </a:r>
            <a:r>
              <a:rPr lang="en-GB" sz="700" b="1" dirty="0">
                <a:solidFill>
                  <a:srgbClr val="FFE599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GB" sz="700" b="1" dirty="0" err="1">
                <a:solidFill>
                  <a:srgbClr val="FFE599"/>
                </a:solidFill>
                <a:latin typeface="Courier New"/>
                <a:ea typeface="Courier New"/>
                <a:cs typeface="Courier New"/>
                <a:sym typeface="Courier New"/>
              </a:rPr>
              <a:t>material",assays</a:t>
            </a:r>
            <a:endParaRPr sz="700" b="1" dirty="0">
              <a:solidFill>
                <a:srgbClr val="FFE5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b="1" dirty="0">
                <a:solidFill>
                  <a:srgbClr val="FFE599"/>
                </a:solidFill>
                <a:latin typeface="Courier New"/>
                <a:ea typeface="Courier New"/>
                <a:cs typeface="Courier New"/>
                <a:sym typeface="Courier New"/>
              </a:rPr>
              <a:t>"A549 (m, 58 y)","A549","lung","male","adult","58 </a:t>
            </a:r>
            <a:r>
              <a:rPr lang="en-GB" sz="700" b="1" dirty="0" err="1">
                <a:solidFill>
                  <a:srgbClr val="FFE599"/>
                </a:solidFill>
                <a:latin typeface="Courier New"/>
                <a:ea typeface="Courier New"/>
                <a:cs typeface="Courier New"/>
                <a:sym typeface="Courier New"/>
              </a:rPr>
              <a:t>y","cell</a:t>
            </a:r>
            <a:r>
              <a:rPr lang="en-GB" sz="700" b="1" dirty="0">
                <a:solidFill>
                  <a:srgbClr val="FFE599"/>
                </a:solidFill>
                <a:latin typeface="Courier New"/>
                <a:ea typeface="Courier New"/>
                <a:cs typeface="Courier New"/>
                <a:sym typeface="Courier New"/>
              </a:rPr>
              <a:t> line","</a:t>
            </a:r>
            <a:r>
              <a:rPr lang="en-GB" sz="700" b="1" dirty="0" err="1">
                <a:solidFill>
                  <a:srgbClr val="FFE599"/>
                </a:solidFill>
                <a:latin typeface="Courier New"/>
                <a:ea typeface="Courier New"/>
                <a:cs typeface="Courier New"/>
                <a:sym typeface="Courier New"/>
              </a:rPr>
              <a:t>ATA</a:t>
            </a:r>
            <a:r>
              <a:rPr lang="en-GB" sz="700" b="1" dirty="0">
                <a:solidFill>
                  <a:srgbClr val="FFE599"/>
                </a:solidFill>
                <a:latin typeface="Courier New"/>
                <a:ea typeface="Courier New"/>
                <a:cs typeface="Courier New"/>
                <a:sym typeface="Courier New"/>
              </a:rPr>
              <a:t>C-</a:t>
            </a:r>
            <a:r>
              <a:rPr lang="en-GB" sz="700" b="1" dirty="0" err="1">
                <a:solidFill>
                  <a:srgbClr val="FFE599"/>
                </a:solidFill>
                <a:latin typeface="Courier New"/>
                <a:ea typeface="Courier New"/>
                <a:cs typeface="Courier New"/>
                <a:sym typeface="Courier New"/>
              </a:rPr>
              <a:t>seq</a:t>
            </a:r>
            <a:r>
              <a:rPr lang="en-GB" sz="700" b="1" dirty="0">
                <a:solidFill>
                  <a:srgbClr val="FFE599"/>
                </a:solidFill>
                <a:latin typeface="Courier New"/>
                <a:ea typeface="Courier New"/>
                <a:cs typeface="Courier New"/>
                <a:sym typeface="Courier New"/>
              </a:rPr>
              <a:t>, CTCF, H3K4me3, DNase-</a:t>
            </a:r>
            <a:r>
              <a:rPr lang="en-GB" sz="700" b="1" dirty="0" err="1">
                <a:solidFill>
                  <a:srgbClr val="FFE599"/>
                </a:solidFill>
                <a:latin typeface="Courier New"/>
                <a:ea typeface="Courier New"/>
                <a:cs typeface="Courier New"/>
                <a:sym typeface="Courier New"/>
              </a:rPr>
              <a:t>seq</a:t>
            </a:r>
            <a:r>
              <a:rPr lang="en-GB" sz="700" b="1" dirty="0">
                <a:solidFill>
                  <a:srgbClr val="FFE599"/>
                </a:solidFill>
                <a:latin typeface="Courier New"/>
                <a:ea typeface="Courier New"/>
                <a:cs typeface="Courier New"/>
                <a:sym typeface="Courier New"/>
              </a:rPr>
              <a:t>"</a:t>
            </a:r>
            <a:endParaRPr sz="700" b="1" dirty="0">
              <a:solidFill>
                <a:srgbClr val="FFE5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b="1" dirty="0">
                <a:solidFill>
                  <a:srgbClr val="FFE599"/>
                </a:solidFill>
                <a:latin typeface="Courier New"/>
                <a:ea typeface="Courier New"/>
                <a:cs typeface="Courier New"/>
                <a:sym typeface="Courier New"/>
              </a:rPr>
              <a:t>"A673 (f, 15 y)","A673","muscle","female","child","15 </a:t>
            </a:r>
            <a:r>
              <a:rPr lang="en-GB" sz="700" b="1" dirty="0" err="1">
                <a:solidFill>
                  <a:srgbClr val="FFE599"/>
                </a:solidFill>
                <a:latin typeface="Courier New"/>
                <a:ea typeface="Courier New"/>
                <a:cs typeface="Courier New"/>
                <a:sym typeface="Courier New"/>
              </a:rPr>
              <a:t>y","cell</a:t>
            </a:r>
            <a:r>
              <a:rPr lang="en-GB" sz="700" b="1" dirty="0">
                <a:solidFill>
                  <a:srgbClr val="FFE599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GB" sz="700" b="1" dirty="0" err="1">
                <a:solidFill>
                  <a:srgbClr val="FFE599"/>
                </a:solidFill>
                <a:latin typeface="Courier New"/>
                <a:ea typeface="Courier New"/>
                <a:cs typeface="Courier New"/>
                <a:sym typeface="Courier New"/>
              </a:rPr>
              <a:t>line","CTCF</a:t>
            </a:r>
            <a:r>
              <a:rPr lang="en-GB" sz="700" b="1" dirty="0">
                <a:solidFill>
                  <a:srgbClr val="FFE599"/>
                </a:solidFill>
                <a:latin typeface="Courier New"/>
                <a:ea typeface="Courier New"/>
                <a:cs typeface="Courier New"/>
                <a:sym typeface="Courier New"/>
              </a:rPr>
              <a:t>, H3K27ac, H3K27me3, H3K4me1, H3K4me3, DNase-</a:t>
            </a:r>
            <a:r>
              <a:rPr lang="en-GB" sz="700" b="1" dirty="0" err="1">
                <a:solidFill>
                  <a:srgbClr val="FFE599"/>
                </a:solidFill>
                <a:latin typeface="Courier New"/>
                <a:ea typeface="Courier New"/>
                <a:cs typeface="Courier New"/>
                <a:sym typeface="Courier New"/>
              </a:rPr>
              <a:t>seq</a:t>
            </a:r>
            <a:r>
              <a:rPr lang="en-GB" sz="700" b="1" dirty="0">
                <a:solidFill>
                  <a:srgbClr val="FFE599"/>
                </a:solidFill>
                <a:latin typeface="Courier New"/>
                <a:ea typeface="Courier New"/>
                <a:cs typeface="Courier New"/>
                <a:sym typeface="Courier New"/>
              </a:rPr>
              <a:t>"</a:t>
            </a:r>
            <a:endParaRPr sz="700" b="1" dirty="0">
              <a:solidFill>
                <a:srgbClr val="FFE59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b="1" dirty="0">
                <a:solidFill>
                  <a:srgbClr val="FFE599"/>
                </a:solidFill>
                <a:latin typeface="Courier New"/>
                <a:ea typeface="Courier New"/>
                <a:cs typeface="Courier New"/>
                <a:sym typeface="Courier New"/>
              </a:rPr>
              <a:t>"ACC112 (m, 70 y)","ACC112","epithelium","male","adult","70 </a:t>
            </a:r>
            <a:r>
              <a:rPr lang="en-GB" sz="700" b="1" dirty="0" err="1">
                <a:solidFill>
                  <a:srgbClr val="FFE599"/>
                </a:solidFill>
                <a:latin typeface="Courier New"/>
                <a:ea typeface="Courier New"/>
                <a:cs typeface="Courier New"/>
                <a:sym typeface="Courier New"/>
              </a:rPr>
              <a:t>y","cell</a:t>
            </a:r>
            <a:r>
              <a:rPr lang="en-GB" sz="700" b="1" dirty="0">
                <a:solidFill>
                  <a:srgbClr val="FFE599"/>
                </a:solidFill>
                <a:latin typeface="Courier New"/>
                <a:ea typeface="Courier New"/>
                <a:cs typeface="Courier New"/>
                <a:sym typeface="Courier New"/>
              </a:rPr>
              <a:t> line","H3K27ac, H3K27me3, H3K4me1, H3K4me3"</a:t>
            </a:r>
            <a:endParaRPr sz="700" b="1" dirty="0">
              <a:solidFill>
                <a:srgbClr val="FFE599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693" name="Google Shape;693;p7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30800" y="2202075"/>
            <a:ext cx="6956676" cy="255926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Google Shape;698;p78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Ensembl Regulation Epigenome Peaks and Signals</a:t>
            </a:r>
            <a:endParaRPr/>
          </a:p>
        </p:txBody>
      </p:sp>
      <p:pic>
        <p:nvPicPr>
          <p:cNvPr id="699" name="Google Shape;699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1762" y="1149300"/>
            <a:ext cx="8240475" cy="3013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4" name="Google Shape;704;p79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Questions?</a:t>
            </a:r>
            <a:endParaRPr/>
          </a:p>
        </p:txBody>
      </p:sp>
      <p:grpSp>
        <p:nvGrpSpPr>
          <p:cNvPr id="705" name="Google Shape;705;p79"/>
          <p:cNvGrpSpPr/>
          <p:nvPr/>
        </p:nvGrpSpPr>
        <p:grpSpPr>
          <a:xfrm>
            <a:off x="1788346" y="1314725"/>
            <a:ext cx="776475" cy="2406685"/>
            <a:chOff x="3226825" y="1139765"/>
            <a:chExt cx="776475" cy="2406685"/>
          </a:xfrm>
        </p:grpSpPr>
        <p:sp>
          <p:nvSpPr>
            <p:cNvPr id="706" name="Google Shape;706;p79"/>
            <p:cNvSpPr/>
            <p:nvPr/>
          </p:nvSpPr>
          <p:spPr>
            <a:xfrm>
              <a:off x="3226825" y="1139765"/>
              <a:ext cx="776475" cy="2145375"/>
            </a:xfrm>
            <a:custGeom>
              <a:avLst/>
              <a:gdLst/>
              <a:ahLst/>
              <a:cxnLst/>
              <a:rect l="l" t="t" r="r" b="b"/>
              <a:pathLst>
                <a:path w="31059" h="85815" extrusionOk="0">
                  <a:moveTo>
                    <a:pt x="0" y="14021"/>
                  </a:moveTo>
                  <a:cubicBezTo>
                    <a:pt x="0" y="9152"/>
                    <a:pt x="2195" y="2810"/>
                    <a:pt x="6739" y="1062"/>
                  </a:cubicBezTo>
                  <a:cubicBezTo>
                    <a:pt x="14810" y="-2042"/>
                    <a:pt x="30061" y="2040"/>
                    <a:pt x="30843" y="10652"/>
                  </a:cubicBezTo>
                  <a:cubicBezTo>
                    <a:pt x="31710" y="20191"/>
                    <a:pt x="28640" y="30416"/>
                    <a:pt x="23327" y="38385"/>
                  </a:cubicBezTo>
                  <a:cubicBezTo>
                    <a:pt x="20036" y="43322"/>
                    <a:pt x="14613" y="46612"/>
                    <a:pt x="11405" y="51603"/>
                  </a:cubicBezTo>
                  <a:cubicBezTo>
                    <a:pt x="5161" y="61317"/>
                    <a:pt x="5962" y="74268"/>
                    <a:pt x="5962" y="85815"/>
                  </a:cubicBezTo>
                </a:path>
              </a:pathLst>
            </a:custGeom>
            <a:noFill/>
            <a:ln w="228600" cap="flat" cmpd="sng">
              <a:solidFill>
                <a:srgbClr val="274E13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07" name="Google Shape;707;p79"/>
            <p:cNvSpPr/>
            <p:nvPr/>
          </p:nvSpPr>
          <p:spPr>
            <a:xfrm>
              <a:off x="3316488" y="3427700"/>
              <a:ext cx="120625" cy="118750"/>
            </a:xfrm>
            <a:custGeom>
              <a:avLst/>
              <a:gdLst/>
              <a:ahLst/>
              <a:cxnLst/>
              <a:rect l="l" t="t" r="r" b="b"/>
              <a:pathLst>
                <a:path w="4825" h="4750" extrusionOk="0">
                  <a:moveTo>
                    <a:pt x="301" y="0"/>
                  </a:moveTo>
                  <a:cubicBezTo>
                    <a:pt x="-852" y="1732"/>
                    <a:pt x="2396" y="5007"/>
                    <a:pt x="4448" y="4665"/>
                  </a:cubicBezTo>
                  <a:cubicBezTo>
                    <a:pt x="6272" y="4361"/>
                    <a:pt x="627" y="-458"/>
                    <a:pt x="42" y="1296"/>
                  </a:cubicBezTo>
                </a:path>
              </a:pathLst>
            </a:custGeom>
            <a:noFill/>
            <a:ln w="228600" cap="flat" cmpd="sng">
              <a:solidFill>
                <a:srgbClr val="274E13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08" name="Google Shape;708;p79"/>
          <p:cNvGrpSpPr/>
          <p:nvPr/>
        </p:nvGrpSpPr>
        <p:grpSpPr>
          <a:xfrm>
            <a:off x="6367779" y="1366550"/>
            <a:ext cx="776475" cy="2406685"/>
            <a:chOff x="3226825" y="1139765"/>
            <a:chExt cx="776475" cy="2406685"/>
          </a:xfrm>
        </p:grpSpPr>
        <p:sp>
          <p:nvSpPr>
            <p:cNvPr id="709" name="Google Shape;709;p79"/>
            <p:cNvSpPr/>
            <p:nvPr/>
          </p:nvSpPr>
          <p:spPr>
            <a:xfrm>
              <a:off x="3226825" y="1139765"/>
              <a:ext cx="776475" cy="2145375"/>
            </a:xfrm>
            <a:custGeom>
              <a:avLst/>
              <a:gdLst/>
              <a:ahLst/>
              <a:cxnLst/>
              <a:rect l="l" t="t" r="r" b="b"/>
              <a:pathLst>
                <a:path w="31059" h="85815" extrusionOk="0">
                  <a:moveTo>
                    <a:pt x="0" y="14021"/>
                  </a:moveTo>
                  <a:cubicBezTo>
                    <a:pt x="0" y="9152"/>
                    <a:pt x="2195" y="2810"/>
                    <a:pt x="6739" y="1062"/>
                  </a:cubicBezTo>
                  <a:cubicBezTo>
                    <a:pt x="14810" y="-2042"/>
                    <a:pt x="30061" y="2040"/>
                    <a:pt x="30843" y="10652"/>
                  </a:cubicBezTo>
                  <a:cubicBezTo>
                    <a:pt x="31710" y="20191"/>
                    <a:pt x="28640" y="30416"/>
                    <a:pt x="23327" y="38385"/>
                  </a:cubicBezTo>
                  <a:cubicBezTo>
                    <a:pt x="20036" y="43322"/>
                    <a:pt x="14613" y="46612"/>
                    <a:pt x="11405" y="51603"/>
                  </a:cubicBezTo>
                  <a:cubicBezTo>
                    <a:pt x="5161" y="61317"/>
                    <a:pt x="5962" y="74268"/>
                    <a:pt x="5962" y="85815"/>
                  </a:cubicBezTo>
                </a:path>
              </a:pathLst>
            </a:custGeom>
            <a:noFill/>
            <a:ln w="228600" cap="flat" cmpd="sng">
              <a:solidFill>
                <a:srgbClr val="B6D7A8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10" name="Google Shape;710;p79"/>
            <p:cNvSpPr/>
            <p:nvPr/>
          </p:nvSpPr>
          <p:spPr>
            <a:xfrm>
              <a:off x="3316488" y="3427700"/>
              <a:ext cx="120625" cy="118750"/>
            </a:xfrm>
            <a:custGeom>
              <a:avLst/>
              <a:gdLst/>
              <a:ahLst/>
              <a:cxnLst/>
              <a:rect l="l" t="t" r="r" b="b"/>
              <a:pathLst>
                <a:path w="4825" h="4750" extrusionOk="0">
                  <a:moveTo>
                    <a:pt x="301" y="0"/>
                  </a:moveTo>
                  <a:cubicBezTo>
                    <a:pt x="-852" y="1732"/>
                    <a:pt x="2396" y="5007"/>
                    <a:pt x="4448" y="4665"/>
                  </a:cubicBezTo>
                  <a:cubicBezTo>
                    <a:pt x="6272" y="4361"/>
                    <a:pt x="627" y="-458"/>
                    <a:pt x="42" y="1296"/>
                  </a:cubicBezTo>
                </a:path>
              </a:pathLst>
            </a:custGeom>
            <a:noFill/>
            <a:ln w="228600" cap="flat" cmpd="sng">
              <a:solidFill>
                <a:srgbClr val="B6D7A8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11" name="Google Shape;711;p79"/>
          <p:cNvGrpSpPr/>
          <p:nvPr/>
        </p:nvGrpSpPr>
        <p:grpSpPr>
          <a:xfrm>
            <a:off x="2933204" y="1366550"/>
            <a:ext cx="776475" cy="2406685"/>
            <a:chOff x="3226825" y="1139765"/>
            <a:chExt cx="776475" cy="2406685"/>
          </a:xfrm>
        </p:grpSpPr>
        <p:sp>
          <p:nvSpPr>
            <p:cNvPr id="712" name="Google Shape;712;p79"/>
            <p:cNvSpPr/>
            <p:nvPr/>
          </p:nvSpPr>
          <p:spPr>
            <a:xfrm>
              <a:off x="3226825" y="1139765"/>
              <a:ext cx="776475" cy="2145375"/>
            </a:xfrm>
            <a:custGeom>
              <a:avLst/>
              <a:gdLst/>
              <a:ahLst/>
              <a:cxnLst/>
              <a:rect l="l" t="t" r="r" b="b"/>
              <a:pathLst>
                <a:path w="31059" h="85815" extrusionOk="0">
                  <a:moveTo>
                    <a:pt x="0" y="14021"/>
                  </a:moveTo>
                  <a:cubicBezTo>
                    <a:pt x="0" y="9152"/>
                    <a:pt x="2195" y="2810"/>
                    <a:pt x="6739" y="1062"/>
                  </a:cubicBezTo>
                  <a:cubicBezTo>
                    <a:pt x="14810" y="-2042"/>
                    <a:pt x="30061" y="2040"/>
                    <a:pt x="30843" y="10652"/>
                  </a:cubicBezTo>
                  <a:cubicBezTo>
                    <a:pt x="31710" y="20191"/>
                    <a:pt x="28640" y="30416"/>
                    <a:pt x="23327" y="38385"/>
                  </a:cubicBezTo>
                  <a:cubicBezTo>
                    <a:pt x="20036" y="43322"/>
                    <a:pt x="14613" y="46612"/>
                    <a:pt x="11405" y="51603"/>
                  </a:cubicBezTo>
                  <a:cubicBezTo>
                    <a:pt x="5161" y="61317"/>
                    <a:pt x="5962" y="74268"/>
                    <a:pt x="5962" y="85815"/>
                  </a:cubicBezTo>
                </a:path>
              </a:pathLst>
            </a:custGeom>
            <a:noFill/>
            <a:ln w="228600" cap="flat" cmpd="sng">
              <a:solidFill>
                <a:srgbClr val="38761D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13" name="Google Shape;713;p79"/>
            <p:cNvSpPr/>
            <p:nvPr/>
          </p:nvSpPr>
          <p:spPr>
            <a:xfrm>
              <a:off x="3316488" y="3427700"/>
              <a:ext cx="120625" cy="118750"/>
            </a:xfrm>
            <a:custGeom>
              <a:avLst/>
              <a:gdLst/>
              <a:ahLst/>
              <a:cxnLst/>
              <a:rect l="l" t="t" r="r" b="b"/>
              <a:pathLst>
                <a:path w="4825" h="4750" extrusionOk="0">
                  <a:moveTo>
                    <a:pt x="301" y="0"/>
                  </a:moveTo>
                  <a:cubicBezTo>
                    <a:pt x="-852" y="1732"/>
                    <a:pt x="2396" y="5007"/>
                    <a:pt x="4448" y="4665"/>
                  </a:cubicBezTo>
                  <a:cubicBezTo>
                    <a:pt x="6272" y="4361"/>
                    <a:pt x="627" y="-458"/>
                    <a:pt x="42" y="1296"/>
                  </a:cubicBezTo>
                </a:path>
              </a:pathLst>
            </a:custGeom>
            <a:noFill/>
            <a:ln w="228600" cap="flat" cmpd="sng">
              <a:solidFill>
                <a:srgbClr val="38761D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14" name="Google Shape;714;p79"/>
          <p:cNvGrpSpPr/>
          <p:nvPr/>
        </p:nvGrpSpPr>
        <p:grpSpPr>
          <a:xfrm>
            <a:off x="4078063" y="1366550"/>
            <a:ext cx="776475" cy="2406685"/>
            <a:chOff x="3226825" y="1139765"/>
            <a:chExt cx="776475" cy="2406685"/>
          </a:xfrm>
        </p:grpSpPr>
        <p:sp>
          <p:nvSpPr>
            <p:cNvPr id="715" name="Google Shape;715;p79"/>
            <p:cNvSpPr/>
            <p:nvPr/>
          </p:nvSpPr>
          <p:spPr>
            <a:xfrm>
              <a:off x="3226825" y="1139765"/>
              <a:ext cx="776475" cy="2145375"/>
            </a:xfrm>
            <a:custGeom>
              <a:avLst/>
              <a:gdLst/>
              <a:ahLst/>
              <a:cxnLst/>
              <a:rect l="l" t="t" r="r" b="b"/>
              <a:pathLst>
                <a:path w="31059" h="85815" extrusionOk="0">
                  <a:moveTo>
                    <a:pt x="0" y="14021"/>
                  </a:moveTo>
                  <a:cubicBezTo>
                    <a:pt x="0" y="9152"/>
                    <a:pt x="2195" y="2810"/>
                    <a:pt x="6739" y="1062"/>
                  </a:cubicBezTo>
                  <a:cubicBezTo>
                    <a:pt x="14810" y="-2042"/>
                    <a:pt x="30061" y="2040"/>
                    <a:pt x="30843" y="10652"/>
                  </a:cubicBezTo>
                  <a:cubicBezTo>
                    <a:pt x="31710" y="20191"/>
                    <a:pt x="28640" y="30416"/>
                    <a:pt x="23327" y="38385"/>
                  </a:cubicBezTo>
                  <a:cubicBezTo>
                    <a:pt x="20036" y="43322"/>
                    <a:pt x="14613" y="46612"/>
                    <a:pt x="11405" y="51603"/>
                  </a:cubicBezTo>
                  <a:cubicBezTo>
                    <a:pt x="5161" y="61317"/>
                    <a:pt x="5962" y="74268"/>
                    <a:pt x="5962" y="85815"/>
                  </a:cubicBezTo>
                </a:path>
              </a:pathLst>
            </a:custGeom>
            <a:noFill/>
            <a:ln w="228600" cap="flat" cmpd="sng">
              <a:solidFill>
                <a:srgbClr val="6AA84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16" name="Google Shape;716;p79"/>
            <p:cNvSpPr/>
            <p:nvPr/>
          </p:nvSpPr>
          <p:spPr>
            <a:xfrm>
              <a:off x="3316488" y="3427700"/>
              <a:ext cx="120625" cy="118750"/>
            </a:xfrm>
            <a:custGeom>
              <a:avLst/>
              <a:gdLst/>
              <a:ahLst/>
              <a:cxnLst/>
              <a:rect l="l" t="t" r="r" b="b"/>
              <a:pathLst>
                <a:path w="4825" h="4750" extrusionOk="0">
                  <a:moveTo>
                    <a:pt x="301" y="0"/>
                  </a:moveTo>
                  <a:cubicBezTo>
                    <a:pt x="-852" y="1732"/>
                    <a:pt x="2396" y="5007"/>
                    <a:pt x="4448" y="4665"/>
                  </a:cubicBezTo>
                  <a:cubicBezTo>
                    <a:pt x="6272" y="4361"/>
                    <a:pt x="627" y="-458"/>
                    <a:pt x="42" y="1296"/>
                  </a:cubicBezTo>
                </a:path>
              </a:pathLst>
            </a:custGeom>
            <a:noFill/>
            <a:ln w="228600" cap="flat" cmpd="sng">
              <a:solidFill>
                <a:srgbClr val="6AA84F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17" name="Google Shape;717;p79"/>
          <p:cNvGrpSpPr/>
          <p:nvPr/>
        </p:nvGrpSpPr>
        <p:grpSpPr>
          <a:xfrm>
            <a:off x="5222921" y="1366550"/>
            <a:ext cx="776475" cy="2406685"/>
            <a:chOff x="3226825" y="1139765"/>
            <a:chExt cx="776475" cy="2406685"/>
          </a:xfrm>
        </p:grpSpPr>
        <p:sp>
          <p:nvSpPr>
            <p:cNvPr id="718" name="Google Shape;718;p79"/>
            <p:cNvSpPr/>
            <p:nvPr/>
          </p:nvSpPr>
          <p:spPr>
            <a:xfrm>
              <a:off x="3226825" y="1139765"/>
              <a:ext cx="776475" cy="2145375"/>
            </a:xfrm>
            <a:custGeom>
              <a:avLst/>
              <a:gdLst/>
              <a:ahLst/>
              <a:cxnLst/>
              <a:rect l="l" t="t" r="r" b="b"/>
              <a:pathLst>
                <a:path w="31059" h="85815" extrusionOk="0">
                  <a:moveTo>
                    <a:pt x="0" y="14021"/>
                  </a:moveTo>
                  <a:cubicBezTo>
                    <a:pt x="0" y="9152"/>
                    <a:pt x="2195" y="2810"/>
                    <a:pt x="6739" y="1062"/>
                  </a:cubicBezTo>
                  <a:cubicBezTo>
                    <a:pt x="14810" y="-2042"/>
                    <a:pt x="30061" y="2040"/>
                    <a:pt x="30843" y="10652"/>
                  </a:cubicBezTo>
                  <a:cubicBezTo>
                    <a:pt x="31710" y="20191"/>
                    <a:pt x="28640" y="30416"/>
                    <a:pt x="23327" y="38385"/>
                  </a:cubicBezTo>
                  <a:cubicBezTo>
                    <a:pt x="20036" y="43322"/>
                    <a:pt x="14613" y="46612"/>
                    <a:pt x="11405" y="51603"/>
                  </a:cubicBezTo>
                  <a:cubicBezTo>
                    <a:pt x="5161" y="61317"/>
                    <a:pt x="5962" y="74268"/>
                    <a:pt x="5962" y="85815"/>
                  </a:cubicBezTo>
                </a:path>
              </a:pathLst>
            </a:custGeom>
            <a:noFill/>
            <a:ln w="228600" cap="flat" cmpd="sng">
              <a:solidFill>
                <a:srgbClr val="93C47D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19" name="Google Shape;719;p79"/>
            <p:cNvSpPr/>
            <p:nvPr/>
          </p:nvSpPr>
          <p:spPr>
            <a:xfrm>
              <a:off x="3316488" y="3427700"/>
              <a:ext cx="120625" cy="118750"/>
            </a:xfrm>
            <a:custGeom>
              <a:avLst/>
              <a:gdLst/>
              <a:ahLst/>
              <a:cxnLst/>
              <a:rect l="l" t="t" r="r" b="b"/>
              <a:pathLst>
                <a:path w="4825" h="4750" extrusionOk="0">
                  <a:moveTo>
                    <a:pt x="301" y="0"/>
                  </a:moveTo>
                  <a:cubicBezTo>
                    <a:pt x="-852" y="1732"/>
                    <a:pt x="2396" y="5007"/>
                    <a:pt x="4448" y="4665"/>
                  </a:cubicBezTo>
                  <a:cubicBezTo>
                    <a:pt x="6272" y="4361"/>
                    <a:pt x="627" y="-458"/>
                    <a:pt x="42" y="1296"/>
                  </a:cubicBezTo>
                </a:path>
              </a:pathLst>
            </a:custGeom>
            <a:noFill/>
            <a:ln w="228600" cap="flat" cmpd="sng">
              <a:solidFill>
                <a:srgbClr val="93C47D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5" name="Google Shape;725;p80"/>
          <p:cNvSpPr txBox="1">
            <a:spLocks noGrp="1"/>
          </p:cNvSpPr>
          <p:nvPr>
            <p:ph type="body" idx="1"/>
          </p:nvPr>
        </p:nvSpPr>
        <p:spPr>
          <a:xfrm>
            <a:off x="403622" y="665164"/>
            <a:ext cx="931500" cy="931500"/>
          </a:xfrm>
          <a:prstGeom prst="rect">
            <a:avLst/>
          </a:prstGeom>
        </p:spPr>
        <p:txBody>
          <a:bodyPr spcFirstLastPara="1" wrap="square" lIns="0" tIns="0" rIns="91425" bIns="45700" anchor="ctr" anchorCtr="0">
            <a:noAutofit/>
          </a:bodyPr>
          <a:lstStyle/>
          <a:p>
            <a:pPr marL="0" lvl="0" indent="0" algn="ctr" rtl="0">
              <a:spcBef>
                <a:spcPts val="750"/>
              </a:spcBef>
              <a:spcAft>
                <a:spcPts val="0"/>
              </a:spcAft>
              <a:buNone/>
            </a:pPr>
            <a:r>
              <a:rPr lang="en-GB"/>
              <a:t> </a:t>
            </a:r>
            <a:endParaRPr/>
          </a:p>
        </p:txBody>
      </p:sp>
      <p:sp>
        <p:nvSpPr>
          <p:cNvPr id="726" name="Google Shape;726;p80"/>
          <p:cNvSpPr txBox="1">
            <a:spLocks noGrp="1"/>
          </p:cNvSpPr>
          <p:nvPr>
            <p:ph type="body" idx="2"/>
          </p:nvPr>
        </p:nvSpPr>
        <p:spPr>
          <a:xfrm>
            <a:off x="1335122" y="665164"/>
            <a:ext cx="2808000" cy="931500"/>
          </a:xfrm>
          <a:prstGeom prst="rect">
            <a:avLst/>
          </a:prstGeom>
        </p:spPr>
        <p:txBody>
          <a:bodyPr spcFirstLastPara="1" wrap="square" lIns="288000" tIns="0" rIns="91425" bIns="45700" anchor="ctr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GB"/>
              <a:t>Hands-on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81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Activity</a:t>
            </a:r>
            <a:endParaRPr/>
          </a:p>
        </p:txBody>
      </p:sp>
      <p:sp>
        <p:nvSpPr>
          <p:cNvPr id="732" name="Google Shape;732;p81"/>
          <p:cNvSpPr txBox="1">
            <a:spLocks noGrp="1"/>
          </p:cNvSpPr>
          <p:nvPr>
            <p:ph type="body" idx="1"/>
          </p:nvPr>
        </p:nvSpPr>
        <p:spPr>
          <a:xfrm>
            <a:off x="338150" y="889825"/>
            <a:ext cx="8511900" cy="3642300"/>
          </a:xfrm>
          <a:prstGeom prst="rect">
            <a:avLst/>
          </a:prstGeom>
        </p:spPr>
        <p:txBody>
          <a:bodyPr spcFirstLastPara="1" wrap="square" lIns="0" tIns="45700" rIns="91425" bIns="45700" anchor="t" anchorCtr="0">
            <a:noAutofit/>
          </a:bodyPr>
          <a:lstStyle/>
          <a:p>
            <a:pPr marL="0" marR="0" lvl="0" indent="0" algn="just" rtl="0">
              <a:lnSpc>
                <a:spcPct val="150000"/>
              </a:lnSpc>
              <a:spcBef>
                <a:spcPts val="750"/>
              </a:spcBef>
              <a:spcAft>
                <a:spcPts val="0"/>
              </a:spcAft>
              <a:buNone/>
            </a:pPr>
            <a:r>
              <a:rPr lang="en-GB"/>
              <a:t>Follow the example scripts that:</a:t>
            </a:r>
            <a:endParaRPr/>
          </a:p>
          <a:p>
            <a:pPr marL="457200" marR="0" lvl="0" indent="-330200" algn="just" rtl="0">
              <a:lnSpc>
                <a:spcPct val="150000"/>
              </a:lnSpc>
              <a:spcBef>
                <a:spcPts val="750"/>
              </a:spcBef>
              <a:spcAft>
                <a:spcPts val="0"/>
              </a:spcAft>
              <a:buSzPts val="1600"/>
              <a:buChar char="✓"/>
            </a:pPr>
            <a:r>
              <a:rPr lang="en-GB" sz="1600"/>
              <a:t>Read Ensembl Regulatory Features and SCREEN cCREs subsets.</a:t>
            </a:r>
            <a:endParaRPr/>
          </a:p>
          <a:p>
            <a:pPr marL="457200" marR="0" lvl="0" indent="-3302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600"/>
              <a:buChar char="✓"/>
            </a:pPr>
            <a:r>
              <a:rPr lang="en-GB" sz="1600"/>
              <a:t>Read user-defined regions and open chromatin peak files.</a:t>
            </a:r>
            <a:endParaRPr/>
          </a:p>
          <a:p>
            <a:pPr marL="457200" marR="0" lvl="0" indent="-3302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600"/>
              <a:buChar char="✓"/>
            </a:pPr>
            <a:r>
              <a:rPr lang="en-GB" sz="1600"/>
              <a:t>Inspect loaded datasets.</a:t>
            </a:r>
            <a:endParaRPr/>
          </a:p>
          <a:p>
            <a:pPr marL="457200" marR="0" lvl="0" indent="-3302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600"/>
              <a:buChar char="✓"/>
            </a:pPr>
            <a:r>
              <a:rPr lang="en-GB" sz="1600"/>
              <a:t>Overlap query regions with annotations.</a:t>
            </a:r>
            <a:endParaRPr/>
          </a:p>
          <a:p>
            <a:pPr marL="457200" marR="0" lvl="0" indent="-3302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600"/>
              <a:buChar char="✓"/>
            </a:pPr>
            <a:r>
              <a:rPr lang="en-GB" sz="1600"/>
              <a:t>Filter by feature class.</a:t>
            </a:r>
            <a:endParaRPr/>
          </a:p>
          <a:p>
            <a:pPr marL="457200" marR="0" lvl="0" indent="-3302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600"/>
              <a:buChar char="✓"/>
            </a:pPr>
            <a:r>
              <a:rPr lang="en-GB" sz="1600"/>
              <a:t>Identify specific features in the query regions.</a:t>
            </a:r>
            <a:endParaRPr/>
          </a:p>
          <a:p>
            <a:pPr marL="457200" marR="0" lvl="0" indent="-33020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600"/>
              <a:buChar char="✓"/>
            </a:pPr>
            <a:r>
              <a:rPr lang="en-GB" sz="1600"/>
              <a:t>Define active features using open chromatin evidence peaks.</a:t>
            </a:r>
            <a:endParaRPr b="1"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733" name="Google Shape;733;p81"/>
          <p:cNvPicPr preferRelativeResize="0"/>
          <p:nvPr/>
        </p:nvPicPr>
        <p:blipFill rotWithShape="1">
          <a:blip r:embed="rId3">
            <a:alphaModFix/>
          </a:blip>
          <a:srcRect t="14858" b="13570"/>
          <a:stretch/>
        </p:blipFill>
        <p:spPr>
          <a:xfrm>
            <a:off x="7300425" y="0"/>
            <a:ext cx="1843575" cy="1319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82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R packages you must</a:t>
            </a:r>
            <a:endParaRPr/>
          </a:p>
        </p:txBody>
      </p:sp>
      <p:sp>
        <p:nvSpPr>
          <p:cNvPr id="739" name="Google Shape;739;p82"/>
          <p:cNvSpPr txBox="1">
            <a:spLocks noGrp="1"/>
          </p:cNvSpPr>
          <p:nvPr>
            <p:ph type="body" idx="1"/>
          </p:nvPr>
        </p:nvSpPr>
        <p:spPr>
          <a:xfrm>
            <a:off x="338150" y="889825"/>
            <a:ext cx="4948200" cy="3642300"/>
          </a:xfrm>
          <a:prstGeom prst="rect">
            <a:avLst/>
          </a:prstGeom>
        </p:spPr>
        <p:txBody>
          <a:bodyPr spcFirstLastPara="1" wrap="square" lIns="0" tIns="45700" rIns="91425" bIns="45700" anchor="t" anchorCtr="0">
            <a:noAutofit/>
          </a:bodyPr>
          <a:lstStyle/>
          <a:p>
            <a:pPr marL="457200" lvl="0" indent="-330200" algn="l" rtl="0">
              <a:lnSpc>
                <a:spcPct val="150000"/>
              </a:lnSpc>
              <a:spcBef>
                <a:spcPts val="750"/>
              </a:spcBef>
              <a:spcAft>
                <a:spcPts val="0"/>
              </a:spcAft>
              <a:buSzPts val="1600"/>
              <a:buChar char="•"/>
            </a:pPr>
            <a:r>
              <a:rPr lang="en-GB" b="1">
                <a:latin typeface="Courier New"/>
                <a:ea typeface="Courier New"/>
                <a:cs typeface="Courier New"/>
                <a:sym typeface="Courier New"/>
              </a:rPr>
              <a:t>Rtracklayer:</a:t>
            </a:r>
            <a:r>
              <a:rPr lang="en-GB"/>
              <a:t> Importing BED/GFF/GFF3 files</a:t>
            </a:r>
            <a:endParaRPr/>
          </a:p>
          <a:p>
            <a:pPr marL="457200" lvl="0" indent="-330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</a:pPr>
            <a:r>
              <a:rPr lang="en-GB" b="1">
                <a:latin typeface="Courier New"/>
                <a:ea typeface="Courier New"/>
                <a:cs typeface="Courier New"/>
                <a:sym typeface="Courier New"/>
              </a:rPr>
              <a:t>GRanges:</a:t>
            </a:r>
            <a:r>
              <a:rPr lang="en-GB"/>
              <a:t> Storing, manipulating, and analyzing genomic intervals.</a:t>
            </a:r>
            <a:endParaRPr/>
          </a:p>
          <a:p>
            <a:pPr marL="457200" lvl="0" indent="-330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</a:pPr>
            <a:r>
              <a:rPr lang="en-GB" b="1">
                <a:latin typeface="Courier New"/>
                <a:ea typeface="Courier New"/>
                <a:cs typeface="Courier New"/>
                <a:sym typeface="Courier New"/>
              </a:rPr>
              <a:t>findOverlaps:</a:t>
            </a:r>
            <a:r>
              <a:rPr lang="en-GB"/>
              <a:t> For variant or region intersection</a:t>
            </a:r>
            <a:endParaRPr/>
          </a:p>
          <a:p>
            <a:pPr marL="457200" lvl="0" indent="-330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</a:pPr>
            <a:r>
              <a:rPr lang="en-GB" b="1">
                <a:latin typeface="Courier New"/>
                <a:ea typeface="Courier New"/>
                <a:cs typeface="Courier New"/>
                <a:sym typeface="Courier New"/>
              </a:rPr>
              <a:t>dplyr, stringr:</a:t>
            </a:r>
            <a:r>
              <a:rPr lang="en-GB"/>
              <a:t> Data manipulation with functions for filtering, selecting, summarizing, and arranging data</a:t>
            </a:r>
            <a:endParaRPr/>
          </a:p>
          <a:p>
            <a:pPr marL="457200" lvl="0" indent="-330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</a:pPr>
            <a:r>
              <a:rPr lang="en-GB" b="1">
                <a:latin typeface="Courier New"/>
                <a:ea typeface="Courier New"/>
                <a:cs typeface="Courier New"/>
                <a:sym typeface="Courier New"/>
              </a:rPr>
              <a:t>ggplot2:</a:t>
            </a:r>
            <a:r>
              <a:rPr lang="en-GB">
                <a:highlight>
                  <a:srgbClr val="FFFFFF"/>
                </a:highlight>
              </a:rPr>
              <a:t> highly-customizable data visualization</a:t>
            </a:r>
            <a:endParaRPr/>
          </a:p>
        </p:txBody>
      </p:sp>
      <p:pic>
        <p:nvPicPr>
          <p:cNvPr id="740" name="Google Shape;740;p82" title="R 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72150" y="1488424"/>
            <a:ext cx="2895398" cy="22332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Google Shape;745;p83"/>
          <p:cNvSpPr txBox="1">
            <a:spLocks noGrp="1"/>
          </p:cNvSpPr>
          <p:nvPr>
            <p:ph type="title"/>
          </p:nvPr>
        </p:nvSpPr>
        <p:spPr>
          <a:xfrm>
            <a:off x="338138" y="273844"/>
            <a:ext cx="8452200" cy="518400"/>
          </a:xfrm>
          <a:prstGeom prst="rect">
            <a:avLst/>
          </a:prstGeom>
        </p:spPr>
        <p:txBody>
          <a:bodyPr spcFirstLastPara="1" wrap="square" lIns="0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Python packages you must</a:t>
            </a:r>
            <a:endParaRPr/>
          </a:p>
        </p:txBody>
      </p:sp>
      <p:sp>
        <p:nvSpPr>
          <p:cNvPr id="746" name="Google Shape;746;p83"/>
          <p:cNvSpPr txBox="1">
            <a:spLocks noGrp="1"/>
          </p:cNvSpPr>
          <p:nvPr>
            <p:ph type="body" idx="1"/>
          </p:nvPr>
        </p:nvSpPr>
        <p:spPr>
          <a:xfrm>
            <a:off x="338150" y="889825"/>
            <a:ext cx="4948200" cy="3642300"/>
          </a:xfrm>
          <a:prstGeom prst="rect">
            <a:avLst/>
          </a:prstGeom>
        </p:spPr>
        <p:txBody>
          <a:bodyPr spcFirstLastPara="1" wrap="square" lIns="0" tIns="45700" rIns="91425" bIns="45700" anchor="t" anchorCtr="0">
            <a:noAutofit/>
          </a:bodyPr>
          <a:lstStyle/>
          <a:p>
            <a:pPr marL="457200" lvl="0" indent="-330200" algn="l" rtl="0">
              <a:lnSpc>
                <a:spcPct val="150000"/>
              </a:lnSpc>
              <a:spcBef>
                <a:spcPts val="750"/>
              </a:spcBef>
              <a:spcAft>
                <a:spcPts val="0"/>
              </a:spcAft>
              <a:buSzPts val="1600"/>
              <a:buChar char="•"/>
            </a:pPr>
            <a:r>
              <a:rPr lang="en-GB" b="1">
                <a:latin typeface="Courier New"/>
                <a:ea typeface="Courier New"/>
                <a:cs typeface="Courier New"/>
                <a:sym typeface="Courier New"/>
              </a:rPr>
              <a:t>PyRanges: </a:t>
            </a:r>
            <a:r>
              <a:rPr lang="en-GB"/>
              <a:t>Storing, manipulating, and analyzing genomic intervals.</a:t>
            </a:r>
            <a:endParaRPr b="1"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330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</a:pPr>
            <a:r>
              <a:rPr lang="en-GB" b="1">
                <a:latin typeface="Courier New"/>
                <a:ea typeface="Courier New"/>
                <a:cs typeface="Courier New"/>
                <a:sym typeface="Courier New"/>
              </a:rPr>
              <a:t>pandas, re: </a:t>
            </a:r>
            <a:r>
              <a:rPr lang="en-GB"/>
              <a:t>Data manipulation and annotation parsing.</a:t>
            </a:r>
            <a:endParaRPr/>
          </a:p>
          <a:p>
            <a:pPr marL="457200" lvl="0" indent="-330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</a:pPr>
            <a:r>
              <a:rPr lang="en-GB" b="1">
                <a:latin typeface="Courier New"/>
                <a:ea typeface="Courier New"/>
                <a:cs typeface="Courier New"/>
                <a:sym typeface="Courier New"/>
              </a:rPr>
              <a:t>gffutils:</a:t>
            </a:r>
            <a:r>
              <a:rPr lang="en-GB"/>
              <a:t> Efficient querying and management of GFF/GFF3 feature annotations.</a:t>
            </a:r>
            <a:endParaRPr/>
          </a:p>
          <a:p>
            <a:pPr marL="457200" lvl="0" indent="-330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</a:pPr>
            <a:r>
              <a:rPr lang="en-GB" b="1">
                <a:latin typeface="Courier New"/>
                <a:ea typeface="Courier New"/>
                <a:cs typeface="Courier New"/>
                <a:sym typeface="Courier New"/>
              </a:rPr>
              <a:t>matplotlib, seaborn: </a:t>
            </a:r>
            <a:r>
              <a:rPr lang="en-GB"/>
              <a:t>Highly customizable data visualization.</a:t>
            </a:r>
            <a:endParaRPr b="1"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747" name="Google Shape;747;p83" title="python 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66425" y="1385448"/>
            <a:ext cx="2452100" cy="2458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EMBL template">
      <a:dk1>
        <a:srgbClr val="000000"/>
      </a:dk1>
      <a:lt1>
        <a:srgbClr val="FFFFFF"/>
      </a:lt1>
      <a:dk2>
        <a:srgbClr val="007B53"/>
      </a:dk2>
      <a:lt2>
        <a:srgbClr val="707372"/>
      </a:lt2>
      <a:accent1>
        <a:srgbClr val="18974C"/>
      </a:accent1>
      <a:accent2>
        <a:srgbClr val="A1BE1F"/>
      </a:accent2>
      <a:accent3>
        <a:srgbClr val="F49E17"/>
      </a:accent3>
      <a:accent4>
        <a:srgbClr val="F4C61F"/>
      </a:accent4>
      <a:accent5>
        <a:srgbClr val="D41645"/>
      </a:accent5>
      <a:accent6>
        <a:srgbClr val="3B6FB6"/>
      </a:accent6>
      <a:hlink>
        <a:srgbClr val="2A57A3"/>
      </a:hlink>
      <a:folHlink>
        <a:srgbClr val="73459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2177</Words>
  <Application>Microsoft Macintosh PowerPoint</Application>
  <PresentationFormat>On-screen Show (16:9)</PresentationFormat>
  <Paragraphs>240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40" baseType="lpstr">
      <vt:lpstr>Arial</vt:lpstr>
      <vt:lpstr>Roboto Medium</vt:lpstr>
      <vt:lpstr>Inter</vt:lpstr>
      <vt:lpstr>Arial Black</vt:lpstr>
      <vt:lpstr>Roboto</vt:lpstr>
      <vt:lpstr>Franklin Gothic</vt:lpstr>
      <vt:lpstr>Libre Franklin</vt:lpstr>
      <vt:lpstr>Libre Franklin Medium</vt:lpstr>
      <vt:lpstr>Courier New</vt:lpstr>
      <vt:lpstr>Roboto Thin</vt:lpstr>
      <vt:lpstr>Libre Franklin Thin</vt:lpstr>
      <vt:lpstr>Custom Design</vt:lpstr>
      <vt:lpstr>Alternative Access to Regulatory Annotations</vt:lpstr>
      <vt:lpstr>Session map</vt:lpstr>
      <vt:lpstr>PowerPoint Presentation</vt:lpstr>
      <vt:lpstr>PowerPoint Presentation</vt:lpstr>
      <vt:lpstr>PowerPoint Presentation</vt:lpstr>
      <vt:lpstr>Commonly-used formats: BED and BigBed format</vt:lpstr>
      <vt:lpstr>Commonly-used formats: BED and BigBed format</vt:lpstr>
      <vt:lpstr>PowerPoint Presentation</vt:lpstr>
      <vt:lpstr>Commonly-used formats: WIG and bigWig format</vt:lpstr>
      <vt:lpstr>Commonly-used formats: bedGraph format</vt:lpstr>
      <vt:lpstr>Commonly-used formats: GFF3/GTF format</vt:lpstr>
      <vt:lpstr>PowerPoint Presentation</vt:lpstr>
      <vt:lpstr>Commonly-used formats: GFF3/GTF format</vt:lpstr>
      <vt:lpstr>Commonly-used formats: Summary table</vt:lpstr>
      <vt:lpstr>Recommendations when working with multiple files</vt:lpstr>
      <vt:lpstr>ENCODE cCREs annotation file</vt:lpstr>
      <vt:lpstr>ENCODE cCREs annotation file</vt:lpstr>
      <vt:lpstr>Ensembl Regulatory Features annotation file</vt:lpstr>
      <vt:lpstr>Ensembl Regulatory Features annotation file</vt:lpstr>
      <vt:lpstr>Ensembl Regulatory Activity file </vt:lpstr>
      <vt:lpstr>Ensembl Regulatory Activity file </vt:lpstr>
      <vt:lpstr>Ensembl Regulation Epigenomes Metadata</vt:lpstr>
      <vt:lpstr>Ensembl Regulation Epigenome Peaks and Signals</vt:lpstr>
      <vt:lpstr>Questions?</vt:lpstr>
      <vt:lpstr>PowerPoint Presentation</vt:lpstr>
      <vt:lpstr>Activity</vt:lpstr>
      <vt:lpstr>R packages you must</vt:lpstr>
      <vt:lpstr>Python packages you must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Gabriela Merino</cp:lastModifiedBy>
  <cp:revision>1</cp:revision>
  <dcterms:modified xsi:type="dcterms:W3CDTF">2026-08-20T13:55:33Z</dcterms:modified>
</cp:coreProperties>
</file>