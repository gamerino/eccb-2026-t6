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Franklin Gothic"/>
      <p:bold r:id="rId16"/>
    </p:embeddedFont>
    <p:embeddedFont>
      <p:font typeface="Arial Black"/>
      <p:regular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ArialBlack-regular.fntdata"/><Relationship Id="rId16" Type="http://schemas.openxmlformats.org/officeDocument/2006/relationships/font" Target="fonts/FranklinGothic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d0d3bf5493_0_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3d0d3bf5493_0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efd4ef16f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efd4ef16f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d0d3bf5493_0_5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d0d3bf5493_0_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efd4ef16f9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3efd4ef16f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efd4ef16f9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3efd4ef16f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efd4ef16f9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efd4ef16f9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d0d3bf5493_0_5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3d0d3bf5493_0_5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efd4ef16f9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efd4ef16f9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efd4ef16f9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3efd4ef16f9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jp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jp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jp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4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4.png"/><Relationship Id="rId4" Type="http://schemas.openxmlformats.org/officeDocument/2006/relationships/image" Target="../media/image2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Elements_grey">
  <p:cSld name="Title_And_Elements_gre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25" lIns="91425" spcFirstLastPara="1" rIns="914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2" name="Google Shape;12;p2"/>
          <p:cNvSpPr txBox="1"/>
          <p:nvPr>
            <p:ph idx="1" type="body"/>
          </p:nvPr>
        </p:nvSpPr>
        <p:spPr>
          <a:xfrm>
            <a:off x="338138" y="889824"/>
            <a:ext cx="8452200" cy="37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3302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indent="-3175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7793831" y="4557712"/>
            <a:ext cx="1143000" cy="52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3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elements_white">
  <p:cSld name="Title_and_elements_whit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338138" y="889824"/>
            <a:ext cx="8452200" cy="37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3302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indent="-3175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0" type="dt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1" type="ftr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_Slide" showMasterSp="0">
  <p:cSld name="Title - South Building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53567" y="0"/>
            <a:ext cx="4275376" cy="328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 txBox="1"/>
          <p:nvPr>
            <p:ph idx="1" type="body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b="1"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3" type="body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4" type="body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b="1" i="0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_Slide" showMasterSp="0">
  <p:cSld name="2_Title_Cell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6"/>
          <p:cNvPicPr preferRelativeResize="0"/>
          <p:nvPr/>
        </p:nvPicPr>
        <p:blipFill rotWithShape="1">
          <a:blip r:embed="rId2">
            <a:alphaModFix/>
          </a:blip>
          <a:srcRect b="0" l="50" r="50" t="0"/>
          <a:stretch/>
        </p:blipFill>
        <p:spPr>
          <a:xfrm>
            <a:off x="4862485" y="-5821"/>
            <a:ext cx="4281515" cy="328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6"/>
          <p:cNvSpPr txBox="1"/>
          <p:nvPr>
            <p:ph idx="1" type="body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2" type="body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b="1"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3" type="body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4" type="body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b="1" i="0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_Slide" showMasterSp="0">
  <p:cSld name="2_Title_Slide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7"/>
          <p:cNvPicPr preferRelativeResize="0"/>
          <p:nvPr/>
        </p:nvPicPr>
        <p:blipFill rotWithShape="1">
          <a:blip r:embed="rId2">
            <a:alphaModFix/>
          </a:blip>
          <a:srcRect b="0" l="50" r="50" t="0"/>
          <a:stretch/>
        </p:blipFill>
        <p:spPr>
          <a:xfrm>
            <a:off x="4862486" y="-5821"/>
            <a:ext cx="4281512" cy="3289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7"/>
          <p:cNvSpPr txBox="1"/>
          <p:nvPr>
            <p:ph idx="1" type="body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b="1"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b="1" i="0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_Slide" showMasterSp="0">
  <p:cSld name="2_Title_Slide 2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8"/>
          <p:cNvPicPr preferRelativeResize="0"/>
          <p:nvPr/>
        </p:nvPicPr>
        <p:blipFill rotWithShape="1">
          <a:blip r:embed="rId2">
            <a:alphaModFix/>
          </a:blip>
          <a:srcRect b="0" l="50" r="50" t="0"/>
          <a:stretch/>
        </p:blipFill>
        <p:spPr>
          <a:xfrm>
            <a:off x="4862485" y="-5821"/>
            <a:ext cx="4281515" cy="328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8"/>
          <p:cNvSpPr txBox="1"/>
          <p:nvPr>
            <p:ph idx="1" type="body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2" type="body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b="1"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3" type="body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4" type="body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b="1" i="0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_Slide" showMasterSp="0">
  <p:cSld name="2_Title_Slide 3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9"/>
          <p:cNvPicPr preferRelativeResize="0"/>
          <p:nvPr/>
        </p:nvPicPr>
        <p:blipFill rotWithShape="1">
          <a:blip r:embed="rId2">
            <a:alphaModFix/>
          </a:blip>
          <a:srcRect b="0" l="50" r="50" t="0"/>
          <a:stretch/>
        </p:blipFill>
        <p:spPr>
          <a:xfrm>
            <a:off x="4862486" y="-5821"/>
            <a:ext cx="4281513" cy="3289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9"/>
          <p:cNvSpPr txBox="1"/>
          <p:nvPr>
            <p:ph idx="1" type="body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b="1"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3" type="body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4" type="body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b="1" i="0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_Slide" showMasterSp="0">
  <p:cSld name="2_Title_Slide 4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 rotWithShape="1">
          <a:blip r:embed="rId2">
            <a:alphaModFix/>
          </a:blip>
          <a:srcRect b="0" l="50" r="50" t="0"/>
          <a:stretch/>
        </p:blipFill>
        <p:spPr>
          <a:xfrm>
            <a:off x="4862486" y="-5821"/>
            <a:ext cx="4281512" cy="3289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0"/>
          <p:cNvSpPr txBox="1"/>
          <p:nvPr>
            <p:ph idx="1" type="body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2" type="body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b="1"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3" type="body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4" type="body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b="1" i="0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_Slide" showMasterSp="0">
  <p:cSld name="2_Title_Slide 5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 rotWithShape="1">
          <a:blip r:embed="rId2">
            <a:alphaModFix/>
          </a:blip>
          <a:srcRect b="0" l="50" r="50" t="0"/>
          <a:stretch/>
        </p:blipFill>
        <p:spPr>
          <a:xfrm>
            <a:off x="4862486" y="-5821"/>
            <a:ext cx="4281512" cy="3289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2" type="body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b="1"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3" type="body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1"/>
          <p:cNvSpPr txBox="1"/>
          <p:nvPr>
            <p:ph idx="4" type="body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1"/>
          <p:cNvSpPr txBox="1"/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b="1" i="0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_Slide" showMasterSp="0">
  <p:cSld name="2_Title_Slide 6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 rotWithShape="1">
          <a:blip r:embed="rId2">
            <a:alphaModFix/>
          </a:blip>
          <a:srcRect b="0" l="50" r="50" t="0"/>
          <a:stretch/>
        </p:blipFill>
        <p:spPr>
          <a:xfrm>
            <a:off x="4862486" y="-5821"/>
            <a:ext cx="4281512" cy="3289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12"/>
          <p:cNvSpPr txBox="1"/>
          <p:nvPr>
            <p:ph idx="2" type="body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b="1"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12"/>
          <p:cNvSpPr txBox="1"/>
          <p:nvPr>
            <p:ph idx="3" type="body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12"/>
          <p:cNvSpPr txBox="1"/>
          <p:nvPr>
            <p:ph idx="4" type="body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2"/>
          <p:cNvSpPr txBox="1"/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b="1" i="0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_Slide" showMasterSp="0">
  <p:cSld name="2_Title_Slide 7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3"/>
          <p:cNvPicPr preferRelativeResize="0"/>
          <p:nvPr/>
        </p:nvPicPr>
        <p:blipFill rotWithShape="1">
          <a:blip r:embed="rId2">
            <a:alphaModFix/>
          </a:blip>
          <a:srcRect b="0" l="50" r="50" t="0"/>
          <a:stretch/>
        </p:blipFill>
        <p:spPr>
          <a:xfrm>
            <a:off x="4862486" y="-5821"/>
            <a:ext cx="4281512" cy="3289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>
            <p:ph idx="1" type="body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13"/>
          <p:cNvSpPr txBox="1"/>
          <p:nvPr>
            <p:ph idx="2" type="body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b="1"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3"/>
          <p:cNvSpPr txBox="1"/>
          <p:nvPr>
            <p:ph idx="3" type="body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3"/>
          <p:cNvSpPr txBox="1"/>
          <p:nvPr>
            <p:ph idx="4" type="body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3"/>
          <p:cNvSpPr txBox="1"/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b="1" i="0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_Slide" showMasterSp="0">
  <p:cSld name="2_Title_Slide 8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 rotWithShape="1">
          <a:blip r:embed="rId2">
            <a:alphaModFix/>
          </a:blip>
          <a:srcRect b="0" l="50" r="50" t="0"/>
          <a:stretch/>
        </p:blipFill>
        <p:spPr>
          <a:xfrm>
            <a:off x="4862486" y="-5821"/>
            <a:ext cx="4281512" cy="3289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>
            <p:ph idx="1" type="body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14"/>
          <p:cNvSpPr txBox="1"/>
          <p:nvPr>
            <p:ph idx="2" type="body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b="1"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14"/>
          <p:cNvSpPr txBox="1"/>
          <p:nvPr>
            <p:ph idx="3" type="body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14"/>
          <p:cNvSpPr txBox="1"/>
          <p:nvPr>
            <p:ph idx="4" type="body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14"/>
          <p:cNvSpPr txBox="1"/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b="1" i="0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_Slide" showMasterSp="0">
  <p:cSld name="2_Title_Slide 9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/>
          <p:cNvPicPr preferRelativeResize="0"/>
          <p:nvPr/>
        </p:nvPicPr>
        <p:blipFill rotWithShape="1">
          <a:blip r:embed="rId2">
            <a:alphaModFix/>
          </a:blip>
          <a:srcRect b="0" l="50" r="50" t="0"/>
          <a:stretch/>
        </p:blipFill>
        <p:spPr>
          <a:xfrm>
            <a:off x="4862487" y="-5821"/>
            <a:ext cx="4281508" cy="3289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>
            <p:ph idx="1" type="body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15"/>
          <p:cNvSpPr txBox="1"/>
          <p:nvPr>
            <p:ph idx="2" type="body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b="1"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15"/>
          <p:cNvSpPr txBox="1"/>
          <p:nvPr>
            <p:ph idx="3" type="body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15"/>
          <p:cNvSpPr txBox="1"/>
          <p:nvPr>
            <p:ph idx="4" type="body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15"/>
          <p:cNvSpPr txBox="1"/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b="1" i="0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_Slide" showMasterSp="0">
  <p:cSld name="2_Title_Slide 10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6"/>
          <p:cNvPicPr preferRelativeResize="0"/>
          <p:nvPr/>
        </p:nvPicPr>
        <p:blipFill rotWithShape="1">
          <a:blip r:embed="rId2">
            <a:alphaModFix/>
          </a:blip>
          <a:srcRect b="0" l="50" r="50" t="0"/>
          <a:stretch/>
        </p:blipFill>
        <p:spPr>
          <a:xfrm>
            <a:off x="4862487" y="-5821"/>
            <a:ext cx="4281508" cy="3289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" type="body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16"/>
          <p:cNvSpPr txBox="1"/>
          <p:nvPr>
            <p:ph idx="2" type="body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b="1"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16"/>
          <p:cNvSpPr txBox="1"/>
          <p:nvPr>
            <p:ph idx="3" type="body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16"/>
          <p:cNvSpPr txBox="1"/>
          <p:nvPr>
            <p:ph idx="4" type="body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16"/>
          <p:cNvSpPr txBox="1"/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b="1" i="0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_Slide" showMasterSp="0">
  <p:cSld name="2_Title_Slide 11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7"/>
          <p:cNvPicPr preferRelativeResize="0"/>
          <p:nvPr/>
        </p:nvPicPr>
        <p:blipFill rotWithShape="1">
          <a:blip r:embed="rId2">
            <a:alphaModFix/>
          </a:blip>
          <a:srcRect b="0" l="50" r="50" t="0"/>
          <a:stretch/>
        </p:blipFill>
        <p:spPr>
          <a:xfrm>
            <a:off x="4862485" y="-5821"/>
            <a:ext cx="4281515" cy="328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" type="body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3" name="Google Shape;133;p17"/>
          <p:cNvSpPr txBox="1"/>
          <p:nvPr>
            <p:ph idx="2" type="body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b="1"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4" name="Google Shape;134;p17"/>
          <p:cNvSpPr txBox="1"/>
          <p:nvPr>
            <p:ph idx="3" type="body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5" name="Google Shape;135;p17"/>
          <p:cNvSpPr txBox="1"/>
          <p:nvPr>
            <p:ph idx="4" type="body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17"/>
          <p:cNvSpPr txBox="1"/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b="1" i="0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_Slide" showMasterSp="0">
  <p:cSld name="1_Title_Slide_TRAINING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8"/>
          <p:cNvPicPr preferRelativeResize="0"/>
          <p:nvPr/>
        </p:nvPicPr>
        <p:blipFill rotWithShape="1">
          <a:blip r:embed="rId2">
            <a:alphaModFix/>
          </a:blip>
          <a:srcRect b="0" l="50" r="50" t="0"/>
          <a:stretch/>
        </p:blipFill>
        <p:spPr>
          <a:xfrm>
            <a:off x="4862487" y="-5821"/>
            <a:ext cx="4281508" cy="3289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8"/>
          <p:cNvSpPr txBox="1"/>
          <p:nvPr>
            <p:ph idx="1" type="body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42" name="Google Shape;142;p18"/>
          <p:cNvSpPr txBox="1"/>
          <p:nvPr>
            <p:ph idx="2" type="body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b="1"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43" name="Google Shape;143;p18"/>
          <p:cNvSpPr txBox="1"/>
          <p:nvPr>
            <p:ph idx="3" type="body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44" name="Google Shape;144;p18"/>
          <p:cNvSpPr txBox="1"/>
          <p:nvPr>
            <p:ph idx="4" type="body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45" name="Google Shape;145;p18"/>
          <p:cNvSpPr txBox="1"/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b="1" i="0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_Slide" showMasterSp="0">
  <p:cSld name="1_Title_Slide_INDUSTRY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9"/>
          <p:cNvPicPr preferRelativeResize="0"/>
          <p:nvPr/>
        </p:nvPicPr>
        <p:blipFill rotWithShape="1">
          <a:blip r:embed="rId2">
            <a:alphaModFix/>
          </a:blip>
          <a:srcRect b="0" l="50" r="50" t="0"/>
          <a:stretch/>
        </p:blipFill>
        <p:spPr>
          <a:xfrm>
            <a:off x="4862487" y="-5821"/>
            <a:ext cx="4281506" cy="3289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9"/>
          <p:cNvSpPr txBox="1"/>
          <p:nvPr>
            <p:ph idx="1" type="body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51" name="Google Shape;151;p19"/>
          <p:cNvSpPr txBox="1"/>
          <p:nvPr>
            <p:ph idx="2" type="body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b="1"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p19"/>
          <p:cNvSpPr txBox="1"/>
          <p:nvPr>
            <p:ph idx="3" type="body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53" name="Google Shape;153;p19"/>
          <p:cNvSpPr txBox="1"/>
          <p:nvPr>
            <p:ph idx="4" type="body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54" name="Google Shape;154;p19"/>
          <p:cNvSpPr txBox="1"/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b="1" i="0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_Slide" showMasterSp="0">
  <p:cSld name="2_Title_Slide_NoImage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"/>
            <a:ext cx="9143998" cy="3274221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0"/>
          <p:cNvSpPr txBox="1"/>
          <p:nvPr>
            <p:ph idx="1" type="body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58" name="Google Shape;158;p20"/>
          <p:cNvSpPr txBox="1"/>
          <p:nvPr>
            <p:ph idx="2" type="body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59" name="Google Shape;159;p20"/>
          <p:cNvSpPr txBox="1"/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b="1" i="0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0"/>
          <p:cNvSpPr txBox="1"/>
          <p:nvPr>
            <p:ph idx="3" type="body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61" name="Google Shape;161;p20"/>
          <p:cNvSpPr txBox="1"/>
          <p:nvPr>
            <p:ph idx="4" type="body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b="1"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pic>
        <p:nvPicPr>
          <p:cNvPr id="162" name="Google Shape;16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_Slide" showMasterSp="0">
  <p:cSld name="1_Title_Slide_noImage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"/>
            <a:ext cx="9144000" cy="3274221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1"/>
          <p:cNvSpPr txBox="1"/>
          <p:nvPr>
            <p:ph idx="1" type="body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66" name="Google Shape;166;p21"/>
          <p:cNvSpPr txBox="1"/>
          <p:nvPr>
            <p:ph idx="2" type="body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p21"/>
          <p:cNvSpPr txBox="1"/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b="1" i="0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21"/>
          <p:cNvSpPr txBox="1"/>
          <p:nvPr>
            <p:ph idx="3" type="body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69" name="Google Shape;169;p21"/>
          <p:cNvSpPr txBox="1"/>
          <p:nvPr>
            <p:ph idx="4" type="body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b="1"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pic>
        <p:nvPicPr>
          <p:cNvPr id="170" name="Google Shape;17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_Slide" showMasterSp="0">
  <p:cSld name="1_Title_Slide_Staff_Association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"/>
            <a:ext cx="9144000" cy="327422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2"/>
          <p:cNvSpPr txBox="1"/>
          <p:nvPr>
            <p:ph idx="1" type="body"/>
          </p:nvPr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74" name="Google Shape;174;p22"/>
          <p:cNvSpPr txBox="1"/>
          <p:nvPr>
            <p:ph idx="2" type="body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75" name="Google Shape;175;p22"/>
          <p:cNvSpPr txBox="1"/>
          <p:nvPr>
            <p:ph type="title"/>
          </p:nvPr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b="1" i="0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2"/>
          <p:cNvSpPr txBox="1"/>
          <p:nvPr>
            <p:ph idx="3" type="body"/>
          </p:nvPr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77" name="Google Shape;177;p22"/>
          <p:cNvSpPr txBox="1"/>
          <p:nvPr>
            <p:ph idx="4" type="body"/>
          </p:nvPr>
        </p:nvSpPr>
        <p:spPr>
          <a:xfrm>
            <a:off x="640557" y="3896005"/>
            <a:ext cx="30372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b="1" sz="12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pic>
        <p:nvPicPr>
          <p:cNvPr id="178" name="Google Shape;17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16925" y="4118125"/>
            <a:ext cx="2091450" cy="7276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ff Association grey ">
  <p:cSld name="Staff Association grey 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3"/>
          <p:cNvSpPr txBox="1"/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3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25" lIns="91425" spcFirstLastPara="1" rIns="914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83" name="Google Shape;183;p23"/>
          <p:cNvSpPr txBox="1"/>
          <p:nvPr>
            <p:ph idx="1" type="body"/>
          </p:nvPr>
        </p:nvSpPr>
        <p:spPr>
          <a:xfrm>
            <a:off x="338138" y="889824"/>
            <a:ext cx="8452200" cy="37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3302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indent="-3175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84" name="Google Shape;184;p23"/>
          <p:cNvSpPr txBox="1"/>
          <p:nvPr>
            <p:ph idx="12" type="sldNum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5" name="Google Shape;185;p23"/>
          <p:cNvSpPr txBox="1"/>
          <p:nvPr>
            <p:ph idx="10" type="dt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86" name="Google Shape;186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24368" y="4628593"/>
            <a:ext cx="1202725" cy="4184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ff Association white">
  <p:cSld name="Staff Association white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4"/>
          <p:cNvSpPr txBox="1"/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24"/>
          <p:cNvSpPr txBox="1"/>
          <p:nvPr>
            <p:ph idx="1" type="body"/>
          </p:nvPr>
        </p:nvSpPr>
        <p:spPr>
          <a:xfrm>
            <a:off x="338138" y="889824"/>
            <a:ext cx="8452200" cy="37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3302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indent="-3175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90" name="Google Shape;190;p24"/>
          <p:cNvSpPr txBox="1"/>
          <p:nvPr>
            <p:ph idx="12" type="sldNum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1" name="Google Shape;191;p24"/>
          <p:cNvSpPr txBox="1"/>
          <p:nvPr>
            <p:ph idx="10" type="dt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92" name="Google Shape;192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24368" y="4628593"/>
            <a:ext cx="1202725" cy="4184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Elements_grey">
  <p:cSld name="Two Elements_grey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5"/>
          <p:cNvSpPr txBox="1"/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25"/>
          <p:cNvSpPr/>
          <p:nvPr/>
        </p:nvSpPr>
        <p:spPr>
          <a:xfrm>
            <a:off x="0" y="869951"/>
            <a:ext cx="9144000" cy="3754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5"/>
          <p:cNvSpPr txBox="1"/>
          <p:nvPr>
            <p:ph idx="1" type="body"/>
          </p:nvPr>
        </p:nvSpPr>
        <p:spPr>
          <a:xfrm>
            <a:off x="330994" y="992393"/>
            <a:ext cx="4227900" cy="35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3302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indent="-3175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97" name="Google Shape;197;p25"/>
          <p:cNvSpPr txBox="1"/>
          <p:nvPr>
            <p:ph idx="2" type="body"/>
          </p:nvPr>
        </p:nvSpPr>
        <p:spPr>
          <a:xfrm>
            <a:off x="4572000" y="992393"/>
            <a:ext cx="4227900" cy="35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3302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indent="-3175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98" name="Google Shape;198;p25"/>
          <p:cNvSpPr txBox="1"/>
          <p:nvPr>
            <p:ph idx="12" type="sldNum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9" name="Google Shape;199;p25"/>
          <p:cNvSpPr txBox="1"/>
          <p:nvPr>
            <p:ph idx="10" type="dt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25"/>
          <p:cNvSpPr txBox="1"/>
          <p:nvPr>
            <p:ph idx="11" type="ftr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Elements_white">
  <p:cSld name="Two Elements_white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6"/>
          <p:cNvSpPr txBox="1"/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26"/>
          <p:cNvSpPr txBox="1"/>
          <p:nvPr>
            <p:ph idx="1" type="body"/>
          </p:nvPr>
        </p:nvSpPr>
        <p:spPr>
          <a:xfrm>
            <a:off x="330994" y="992393"/>
            <a:ext cx="4227900" cy="35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3302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indent="-3175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04" name="Google Shape;204;p26"/>
          <p:cNvSpPr txBox="1"/>
          <p:nvPr>
            <p:ph idx="2" type="body"/>
          </p:nvPr>
        </p:nvSpPr>
        <p:spPr>
          <a:xfrm>
            <a:off x="4572000" y="992393"/>
            <a:ext cx="4227900" cy="35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3302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indent="-3175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05" name="Google Shape;205;p26"/>
          <p:cNvSpPr txBox="1"/>
          <p:nvPr>
            <p:ph idx="12" type="sldNum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6" name="Google Shape;206;p26"/>
          <p:cNvSpPr txBox="1"/>
          <p:nvPr>
            <p:ph idx="10" type="dt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26"/>
          <p:cNvSpPr txBox="1"/>
          <p:nvPr>
            <p:ph idx="11" type="ftr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Elements_grey_green">
  <p:cSld name="Two_Elements_grey_green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7"/>
          <p:cNvSpPr txBox="1"/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27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25" lIns="91425" spcFirstLastPara="1" rIns="914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211" name="Google Shape;211;p27"/>
          <p:cNvSpPr txBox="1"/>
          <p:nvPr>
            <p:ph idx="1" type="body"/>
          </p:nvPr>
        </p:nvSpPr>
        <p:spPr>
          <a:xfrm>
            <a:off x="1" y="887016"/>
            <a:ext cx="3155100" cy="37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3302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12" name="Google Shape;212;p27"/>
          <p:cNvSpPr txBox="1"/>
          <p:nvPr>
            <p:ph idx="2" type="body"/>
          </p:nvPr>
        </p:nvSpPr>
        <p:spPr>
          <a:xfrm>
            <a:off x="3146611" y="887016"/>
            <a:ext cx="5997300" cy="3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3302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13" name="Google Shape;213;p27"/>
          <p:cNvSpPr txBox="1"/>
          <p:nvPr>
            <p:ph idx="12" type="sldNum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4" name="Google Shape;214;p27"/>
          <p:cNvSpPr txBox="1"/>
          <p:nvPr>
            <p:ph idx="10" type="dt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27"/>
          <p:cNvSpPr txBox="1"/>
          <p:nvPr>
            <p:ph idx="11" type="ftr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Elements_grey_green_right">
  <p:cSld name="Two Elements_grey_green_right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"/>
          <p:cNvSpPr txBox="1"/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28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25" lIns="91425" spcFirstLastPara="1" rIns="914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219" name="Google Shape;219;p28"/>
          <p:cNvSpPr txBox="1"/>
          <p:nvPr>
            <p:ph idx="1" type="body"/>
          </p:nvPr>
        </p:nvSpPr>
        <p:spPr>
          <a:xfrm>
            <a:off x="5988844" y="887016"/>
            <a:ext cx="3155100" cy="37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3302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20" name="Google Shape;220;p28"/>
          <p:cNvSpPr txBox="1"/>
          <p:nvPr>
            <p:ph idx="2" type="body"/>
          </p:nvPr>
        </p:nvSpPr>
        <p:spPr>
          <a:xfrm>
            <a:off x="0" y="887016"/>
            <a:ext cx="5997300" cy="3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3302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21" name="Google Shape;221;p28"/>
          <p:cNvSpPr txBox="1"/>
          <p:nvPr>
            <p:ph idx="12" type="sldNum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2" name="Google Shape;222;p28"/>
          <p:cNvSpPr txBox="1"/>
          <p:nvPr>
            <p:ph idx="10" type="dt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8"/>
          <p:cNvSpPr txBox="1"/>
          <p:nvPr>
            <p:ph idx="11" type="ftr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Elements_grey_green_right">
  <p:cSld name="Three Elements_grey_green_righ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9"/>
          <p:cNvSpPr txBox="1"/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9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25" lIns="91425" spcFirstLastPara="1" rIns="914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227" name="Google Shape;227;p29"/>
          <p:cNvSpPr txBox="1"/>
          <p:nvPr>
            <p:ph idx="1" type="body"/>
          </p:nvPr>
        </p:nvSpPr>
        <p:spPr>
          <a:xfrm>
            <a:off x="5988844" y="880036"/>
            <a:ext cx="3155100" cy="1856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3302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28" name="Google Shape;228;p29"/>
          <p:cNvSpPr txBox="1"/>
          <p:nvPr>
            <p:ph idx="2" type="body"/>
          </p:nvPr>
        </p:nvSpPr>
        <p:spPr>
          <a:xfrm>
            <a:off x="0" y="887016"/>
            <a:ext cx="5997300" cy="3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3302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29" name="Google Shape;229;p29"/>
          <p:cNvSpPr txBox="1"/>
          <p:nvPr>
            <p:ph idx="3" type="body"/>
          </p:nvPr>
        </p:nvSpPr>
        <p:spPr>
          <a:xfrm>
            <a:off x="5988844" y="2757758"/>
            <a:ext cx="3155100" cy="1856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3302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30" name="Google Shape;230;p29"/>
          <p:cNvSpPr txBox="1"/>
          <p:nvPr>
            <p:ph idx="12" type="sldNum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1" name="Google Shape;231;p29"/>
          <p:cNvSpPr txBox="1"/>
          <p:nvPr>
            <p:ph idx="10" type="dt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29"/>
          <p:cNvSpPr txBox="1"/>
          <p:nvPr>
            <p:ph idx="11" type="ftr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Elements_dark_grey">
  <p:cSld name="Three Elements_dark_grey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0"/>
          <p:cNvSpPr txBox="1"/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30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25" lIns="91425" spcFirstLastPara="1" rIns="914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236" name="Google Shape;236;p30"/>
          <p:cNvSpPr txBox="1"/>
          <p:nvPr>
            <p:ph idx="1" type="body"/>
          </p:nvPr>
        </p:nvSpPr>
        <p:spPr>
          <a:xfrm>
            <a:off x="0" y="887016"/>
            <a:ext cx="5997300" cy="3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3302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37" name="Google Shape;237;p30"/>
          <p:cNvSpPr txBox="1"/>
          <p:nvPr>
            <p:ph idx="2" type="body"/>
          </p:nvPr>
        </p:nvSpPr>
        <p:spPr>
          <a:xfrm>
            <a:off x="5988844" y="880036"/>
            <a:ext cx="3155100" cy="1856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3302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38" name="Google Shape;238;p30"/>
          <p:cNvSpPr txBox="1"/>
          <p:nvPr>
            <p:ph idx="3" type="body"/>
          </p:nvPr>
        </p:nvSpPr>
        <p:spPr>
          <a:xfrm>
            <a:off x="5988844" y="2757758"/>
            <a:ext cx="3155100" cy="1856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3302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39" name="Google Shape;239;p30"/>
          <p:cNvSpPr txBox="1"/>
          <p:nvPr>
            <p:ph idx="12" type="sldNum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0" name="Google Shape;240;p30"/>
          <p:cNvSpPr txBox="1"/>
          <p:nvPr>
            <p:ph idx="10" type="dt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30"/>
          <p:cNvSpPr txBox="1"/>
          <p:nvPr>
            <p:ph idx="11" type="ftr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Elements_green_left_grey">
  <p:cSld name="Three Elements_green_left_grey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1"/>
          <p:cNvSpPr txBox="1"/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31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25" lIns="91425" spcFirstLastPara="1" rIns="914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245" name="Google Shape;245;p31"/>
          <p:cNvSpPr txBox="1"/>
          <p:nvPr>
            <p:ph idx="1" type="body"/>
          </p:nvPr>
        </p:nvSpPr>
        <p:spPr>
          <a:xfrm>
            <a:off x="3146611" y="887016"/>
            <a:ext cx="5997300" cy="3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3302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46" name="Google Shape;246;p31"/>
          <p:cNvSpPr txBox="1"/>
          <p:nvPr>
            <p:ph idx="2" type="body"/>
          </p:nvPr>
        </p:nvSpPr>
        <p:spPr>
          <a:xfrm>
            <a:off x="794" y="880036"/>
            <a:ext cx="3155100" cy="1856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3302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47" name="Google Shape;247;p31"/>
          <p:cNvSpPr txBox="1"/>
          <p:nvPr>
            <p:ph idx="3" type="body"/>
          </p:nvPr>
        </p:nvSpPr>
        <p:spPr>
          <a:xfrm>
            <a:off x="794" y="2757758"/>
            <a:ext cx="3155100" cy="185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3302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48" name="Google Shape;248;p31"/>
          <p:cNvSpPr txBox="1"/>
          <p:nvPr>
            <p:ph idx="12" type="sldNum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9" name="Google Shape;249;p31"/>
          <p:cNvSpPr txBox="1"/>
          <p:nvPr>
            <p:ph idx="10" type="dt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31"/>
          <p:cNvSpPr txBox="1"/>
          <p:nvPr>
            <p:ph idx="11" type="ftr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Elements_green">
  <p:cSld name="Six Elements_green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2"/>
          <p:cNvSpPr/>
          <p:nvPr>
            <p:ph idx="2" type="pic"/>
          </p:nvPr>
        </p:nvSpPr>
        <p:spPr>
          <a:xfrm>
            <a:off x="6103800" y="870349"/>
            <a:ext cx="3040200" cy="1865700"/>
          </a:xfrm>
          <a:prstGeom prst="rect">
            <a:avLst/>
          </a:prstGeom>
          <a:noFill/>
          <a:ln>
            <a:noFill/>
          </a:ln>
        </p:spPr>
      </p:sp>
      <p:sp>
        <p:nvSpPr>
          <p:cNvPr id="253" name="Google Shape;253;p32"/>
          <p:cNvSpPr/>
          <p:nvPr>
            <p:ph idx="3" type="pic"/>
          </p:nvPr>
        </p:nvSpPr>
        <p:spPr>
          <a:xfrm>
            <a:off x="0" y="870349"/>
            <a:ext cx="3040200" cy="1865700"/>
          </a:xfrm>
          <a:prstGeom prst="rect">
            <a:avLst/>
          </a:prstGeom>
          <a:noFill/>
          <a:ln>
            <a:noFill/>
          </a:ln>
        </p:spPr>
      </p:sp>
      <p:sp>
        <p:nvSpPr>
          <p:cNvPr id="254" name="Google Shape;254;p32"/>
          <p:cNvSpPr/>
          <p:nvPr>
            <p:ph idx="4" type="pic"/>
          </p:nvPr>
        </p:nvSpPr>
        <p:spPr>
          <a:xfrm>
            <a:off x="3051900" y="870349"/>
            <a:ext cx="3040200" cy="1865700"/>
          </a:xfrm>
          <a:prstGeom prst="rect">
            <a:avLst/>
          </a:prstGeom>
          <a:noFill/>
          <a:ln>
            <a:noFill/>
          </a:ln>
        </p:spPr>
      </p:sp>
      <p:sp>
        <p:nvSpPr>
          <p:cNvPr id="255" name="Google Shape;255;p32"/>
          <p:cNvSpPr txBox="1"/>
          <p:nvPr>
            <p:ph idx="1" type="body"/>
          </p:nvPr>
        </p:nvSpPr>
        <p:spPr>
          <a:xfrm>
            <a:off x="6103144" y="2746675"/>
            <a:ext cx="3040800" cy="186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indent="-317500" lvl="1" marL="9144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indent="-317500" lvl="2" marL="13716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indent="-317500" lvl="3" marL="18288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indent="-317500" lvl="4" marL="22860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56" name="Google Shape;256;p32"/>
          <p:cNvSpPr txBox="1"/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32"/>
          <p:cNvSpPr txBox="1"/>
          <p:nvPr>
            <p:ph idx="5" type="body"/>
          </p:nvPr>
        </p:nvSpPr>
        <p:spPr>
          <a:xfrm>
            <a:off x="1" y="2746675"/>
            <a:ext cx="3040800" cy="186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indent="-317500" lvl="1" marL="9144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indent="-317500" lvl="2" marL="13716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indent="-317500" lvl="3" marL="18288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indent="-317500" lvl="4" marL="22860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58" name="Google Shape;258;p32"/>
          <p:cNvSpPr txBox="1"/>
          <p:nvPr>
            <p:ph idx="6" type="body"/>
          </p:nvPr>
        </p:nvSpPr>
        <p:spPr>
          <a:xfrm>
            <a:off x="3051573" y="2746675"/>
            <a:ext cx="3040800" cy="186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indent="-317500" lvl="1" marL="9144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indent="-317500" lvl="2" marL="13716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indent="-317500" lvl="3" marL="18288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indent="-317500" lvl="4" marL="22860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cxnSp>
        <p:nvCxnSpPr>
          <p:cNvPr id="259" name="Google Shape;259;p32"/>
          <p:cNvCxnSpPr/>
          <p:nvPr/>
        </p:nvCxnSpPr>
        <p:spPr>
          <a:xfrm>
            <a:off x="3051573" y="2736057"/>
            <a:ext cx="0" cy="190740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0" name="Google Shape;260;p32"/>
          <p:cNvCxnSpPr/>
          <p:nvPr/>
        </p:nvCxnSpPr>
        <p:spPr>
          <a:xfrm>
            <a:off x="6097513" y="2736057"/>
            <a:ext cx="0" cy="190740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1" name="Google Shape;261;p32"/>
          <p:cNvSpPr txBox="1"/>
          <p:nvPr>
            <p:ph idx="12" type="sldNum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2" name="Google Shape;262;p32"/>
          <p:cNvSpPr txBox="1"/>
          <p:nvPr>
            <p:ph idx="10" type="dt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32"/>
          <p:cNvSpPr txBox="1"/>
          <p:nvPr>
            <p:ph idx="11" type="ftr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ight Elements_green">
  <p:cSld name="Eight Elements_green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3"/>
          <p:cNvSpPr/>
          <p:nvPr>
            <p:ph idx="2" type="pic"/>
          </p:nvPr>
        </p:nvSpPr>
        <p:spPr>
          <a:xfrm>
            <a:off x="0" y="879477"/>
            <a:ext cx="22761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66" name="Google Shape;266;p33"/>
          <p:cNvSpPr/>
          <p:nvPr>
            <p:ph idx="3" type="pic"/>
          </p:nvPr>
        </p:nvSpPr>
        <p:spPr>
          <a:xfrm>
            <a:off x="2289300" y="879477"/>
            <a:ext cx="22761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67" name="Google Shape;267;p33"/>
          <p:cNvSpPr/>
          <p:nvPr>
            <p:ph idx="4" type="pic"/>
          </p:nvPr>
        </p:nvSpPr>
        <p:spPr>
          <a:xfrm>
            <a:off x="4578599" y="879477"/>
            <a:ext cx="22797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68" name="Google Shape;268;p33"/>
          <p:cNvSpPr/>
          <p:nvPr>
            <p:ph idx="5" type="pic"/>
          </p:nvPr>
        </p:nvSpPr>
        <p:spPr>
          <a:xfrm>
            <a:off x="6867900" y="879477"/>
            <a:ext cx="22761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69" name="Google Shape;269;p33"/>
          <p:cNvSpPr txBox="1"/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33"/>
          <p:cNvSpPr txBox="1"/>
          <p:nvPr>
            <p:ph idx="1" type="body"/>
          </p:nvPr>
        </p:nvSpPr>
        <p:spPr>
          <a:xfrm>
            <a:off x="1" y="2761060"/>
            <a:ext cx="2279700" cy="185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indent="-317500" lvl="1" marL="9144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indent="-317500" lvl="2" marL="13716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indent="-317500" lvl="3" marL="18288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indent="-317500" lvl="4" marL="22860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71" name="Google Shape;271;p33"/>
          <p:cNvSpPr txBox="1"/>
          <p:nvPr>
            <p:ph idx="6" type="body"/>
          </p:nvPr>
        </p:nvSpPr>
        <p:spPr>
          <a:xfrm>
            <a:off x="2288060" y="2761060"/>
            <a:ext cx="2279700" cy="1850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indent="-317500" lvl="1" marL="9144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indent="-317500" lvl="2" marL="13716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indent="-317500" lvl="3" marL="18288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indent="-317500" lvl="4" marL="22860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72" name="Google Shape;272;p33"/>
          <p:cNvSpPr txBox="1"/>
          <p:nvPr>
            <p:ph idx="7" type="body"/>
          </p:nvPr>
        </p:nvSpPr>
        <p:spPr>
          <a:xfrm>
            <a:off x="4576119" y="2761060"/>
            <a:ext cx="2279700" cy="185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indent="-317500" lvl="1" marL="9144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indent="-317500" lvl="2" marL="13716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indent="-317500" lvl="3" marL="18288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indent="-317500" lvl="4" marL="22860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73" name="Google Shape;273;p33"/>
          <p:cNvSpPr txBox="1"/>
          <p:nvPr>
            <p:ph idx="8" type="body"/>
          </p:nvPr>
        </p:nvSpPr>
        <p:spPr>
          <a:xfrm>
            <a:off x="6864178" y="2761060"/>
            <a:ext cx="2279700" cy="1850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indent="-317500" lvl="1" marL="9144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indent="-317500" lvl="2" marL="13716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indent="-317500" lvl="3" marL="18288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indent="-317500" lvl="4" marL="22860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cxnSp>
        <p:nvCxnSpPr>
          <p:cNvPr id="274" name="Google Shape;274;p33"/>
          <p:cNvCxnSpPr/>
          <p:nvPr/>
        </p:nvCxnSpPr>
        <p:spPr>
          <a:xfrm>
            <a:off x="2285095" y="2742235"/>
            <a:ext cx="0" cy="187530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5" name="Google Shape;275;p33"/>
          <p:cNvCxnSpPr/>
          <p:nvPr/>
        </p:nvCxnSpPr>
        <p:spPr>
          <a:xfrm>
            <a:off x="4571578" y="2742235"/>
            <a:ext cx="0" cy="187530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6" name="Google Shape;276;p33"/>
          <p:cNvCxnSpPr/>
          <p:nvPr/>
        </p:nvCxnSpPr>
        <p:spPr>
          <a:xfrm>
            <a:off x="6869932" y="2742235"/>
            <a:ext cx="0" cy="187530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7" name="Google Shape;277;p33"/>
          <p:cNvSpPr txBox="1"/>
          <p:nvPr>
            <p:ph idx="12" type="sldNum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78" name="Google Shape;278;p33"/>
          <p:cNvSpPr txBox="1"/>
          <p:nvPr>
            <p:ph idx="10" type="dt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33"/>
          <p:cNvSpPr txBox="1"/>
          <p:nvPr>
            <p:ph idx="11" type="ftr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ight Elements_grey">
  <p:cSld name="Eight Elements_grey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4"/>
          <p:cNvSpPr/>
          <p:nvPr>
            <p:ph idx="2" type="pic"/>
          </p:nvPr>
        </p:nvSpPr>
        <p:spPr>
          <a:xfrm>
            <a:off x="0" y="879477"/>
            <a:ext cx="22761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82" name="Google Shape;282;p34"/>
          <p:cNvSpPr/>
          <p:nvPr>
            <p:ph idx="3" type="pic"/>
          </p:nvPr>
        </p:nvSpPr>
        <p:spPr>
          <a:xfrm>
            <a:off x="2289300" y="879477"/>
            <a:ext cx="22761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83" name="Google Shape;283;p34"/>
          <p:cNvSpPr/>
          <p:nvPr>
            <p:ph idx="4" type="pic"/>
          </p:nvPr>
        </p:nvSpPr>
        <p:spPr>
          <a:xfrm>
            <a:off x="4578599" y="879477"/>
            <a:ext cx="22797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84" name="Google Shape;284;p34"/>
          <p:cNvSpPr/>
          <p:nvPr>
            <p:ph idx="5" type="pic"/>
          </p:nvPr>
        </p:nvSpPr>
        <p:spPr>
          <a:xfrm>
            <a:off x="6867900" y="879477"/>
            <a:ext cx="22761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285" name="Google Shape;285;p34"/>
          <p:cNvSpPr txBox="1"/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34"/>
          <p:cNvSpPr txBox="1"/>
          <p:nvPr>
            <p:ph idx="1" type="body"/>
          </p:nvPr>
        </p:nvSpPr>
        <p:spPr>
          <a:xfrm>
            <a:off x="1" y="2761060"/>
            <a:ext cx="2279700" cy="1850100"/>
          </a:xfrm>
          <a:prstGeom prst="rect">
            <a:avLst/>
          </a:prstGeom>
          <a:solidFill>
            <a:srgbClr val="A8ABAA"/>
          </a:solidFill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indent="-317500" lvl="1" marL="9144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indent="-317500" lvl="2" marL="13716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indent="-317500" lvl="3" marL="18288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indent="-317500" lvl="4" marL="22860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87" name="Google Shape;287;p34"/>
          <p:cNvSpPr txBox="1"/>
          <p:nvPr>
            <p:ph idx="6" type="body"/>
          </p:nvPr>
        </p:nvSpPr>
        <p:spPr>
          <a:xfrm>
            <a:off x="2288060" y="2761060"/>
            <a:ext cx="2279700" cy="185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indent="-317500" lvl="1" marL="9144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indent="-317500" lvl="2" marL="13716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indent="-317500" lvl="3" marL="18288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indent="-317500" lvl="4" marL="22860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88" name="Google Shape;288;p34"/>
          <p:cNvSpPr txBox="1"/>
          <p:nvPr>
            <p:ph idx="7" type="body"/>
          </p:nvPr>
        </p:nvSpPr>
        <p:spPr>
          <a:xfrm>
            <a:off x="4576119" y="2761060"/>
            <a:ext cx="2279700" cy="1850100"/>
          </a:xfrm>
          <a:prstGeom prst="rect">
            <a:avLst/>
          </a:prstGeom>
          <a:solidFill>
            <a:srgbClr val="A8ABAA"/>
          </a:solidFill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indent="-317500" lvl="1" marL="9144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indent="-317500" lvl="2" marL="13716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indent="-317500" lvl="3" marL="18288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indent="-317500" lvl="4" marL="22860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89" name="Google Shape;289;p34"/>
          <p:cNvSpPr txBox="1"/>
          <p:nvPr>
            <p:ph idx="8" type="body"/>
          </p:nvPr>
        </p:nvSpPr>
        <p:spPr>
          <a:xfrm>
            <a:off x="6864178" y="2761060"/>
            <a:ext cx="2279700" cy="185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indent="-317500" lvl="1" marL="9144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indent="-317500" lvl="2" marL="13716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indent="-317500" lvl="3" marL="18288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indent="-317500" lvl="4" marL="22860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cxnSp>
        <p:nvCxnSpPr>
          <p:cNvPr id="290" name="Google Shape;290;p34"/>
          <p:cNvCxnSpPr/>
          <p:nvPr/>
        </p:nvCxnSpPr>
        <p:spPr>
          <a:xfrm>
            <a:off x="2285095" y="2742235"/>
            <a:ext cx="0" cy="187530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91" name="Google Shape;291;p34"/>
          <p:cNvCxnSpPr/>
          <p:nvPr/>
        </p:nvCxnSpPr>
        <p:spPr>
          <a:xfrm>
            <a:off x="4571578" y="2742235"/>
            <a:ext cx="0" cy="187530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92" name="Google Shape;292;p34"/>
          <p:cNvCxnSpPr/>
          <p:nvPr/>
        </p:nvCxnSpPr>
        <p:spPr>
          <a:xfrm>
            <a:off x="6869932" y="2742235"/>
            <a:ext cx="0" cy="187530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93" name="Google Shape;293;p34"/>
          <p:cNvSpPr txBox="1"/>
          <p:nvPr>
            <p:ph idx="12" type="sldNum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94" name="Google Shape;294;p34"/>
          <p:cNvSpPr txBox="1"/>
          <p:nvPr>
            <p:ph idx="10" type="dt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34"/>
          <p:cNvSpPr txBox="1"/>
          <p:nvPr>
            <p:ph idx="11" type="ftr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with_Footer">
  <p:cSld name="Blank_with_Footer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5"/>
          <p:cNvSpPr txBox="1"/>
          <p:nvPr>
            <p:ph idx="12" type="sldNum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98" name="Google Shape;298;p35"/>
          <p:cNvSpPr txBox="1"/>
          <p:nvPr>
            <p:ph idx="10" type="dt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35"/>
          <p:cNvSpPr txBox="1"/>
          <p:nvPr>
            <p:ph idx="11" type="ftr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orient="horz" pos="2185">
          <p15:clr>
            <a:srgbClr val="FBAE40"/>
          </p15:clr>
        </p15:guide>
        <p15:guide id="2" pos="2160">
          <p15:clr>
            <a:srgbClr val="FBAE40"/>
          </p15:clr>
        </p15:guide>
        <p15:guide id="3" orient="horz" pos="1964">
          <p15:clr>
            <a:srgbClr val="FBAE40"/>
          </p15:clr>
        </p15:guide>
        <p15:guide id="4" orient="horz" pos="1742">
          <p15:clr>
            <a:srgbClr val="FBAE40"/>
          </p15:clr>
        </p15:guide>
        <p15:guide id="5" orient="horz" pos="1521">
          <p15:clr>
            <a:srgbClr val="FBAE40"/>
          </p15:clr>
        </p15:guide>
        <p15:guide id="6" orient="horz" pos="1300">
          <p15:clr>
            <a:srgbClr val="FBAE40"/>
          </p15:clr>
        </p15:guide>
        <p15:guide id="7" orient="horz" pos="1079">
          <p15:clr>
            <a:srgbClr val="FBAE40"/>
          </p15:clr>
        </p15:guide>
        <p15:guide id="8" orient="horz" pos="858">
          <p15:clr>
            <a:srgbClr val="FBAE40"/>
          </p15:clr>
        </p15:guide>
        <p15:guide id="9" orient="horz" pos="637">
          <p15:clr>
            <a:srgbClr val="FBAE40"/>
          </p15:clr>
        </p15:guide>
        <p15:guide id="10" orient="horz" pos="411">
          <p15:clr>
            <a:srgbClr val="FBAE40"/>
          </p15:clr>
        </p15:guide>
        <p15:guide id="11" orient="horz" pos="194">
          <p15:clr>
            <a:srgbClr val="FBAE40"/>
          </p15:clr>
        </p15:guide>
        <p15:guide id="12" pos="2381">
          <p15:clr>
            <a:srgbClr val="FBAE40"/>
          </p15:clr>
        </p15:guide>
        <p15:guide id="13" pos="2603">
          <p15:clr>
            <a:srgbClr val="FBAE40"/>
          </p15:clr>
        </p15:guide>
        <p15:guide id="14" pos="2824">
          <p15:clr>
            <a:srgbClr val="FBAE40"/>
          </p15:clr>
        </p15:guide>
        <p15:guide id="15" pos="3044">
          <p15:clr>
            <a:srgbClr val="FBAE40"/>
          </p15:clr>
        </p15:guide>
        <p15:guide id="16" pos="3266">
          <p15:clr>
            <a:srgbClr val="FBAE40"/>
          </p15:clr>
        </p15:guide>
        <p15:guide id="17" pos="3487">
          <p15:clr>
            <a:srgbClr val="FBAE40"/>
          </p15:clr>
        </p15:guide>
        <p15:guide id="18" pos="3708">
          <p15:clr>
            <a:srgbClr val="FBAE40"/>
          </p15:clr>
        </p15:guide>
        <p15:guide id="19" pos="3929">
          <p15:clr>
            <a:srgbClr val="FBAE40"/>
          </p15:clr>
        </p15:guide>
        <p15:guide id="20" pos="4151">
          <p15:clr>
            <a:srgbClr val="FBAE40"/>
          </p15:clr>
        </p15:guide>
        <p15:guide id="21" pos="1939">
          <p15:clr>
            <a:srgbClr val="FBAE40"/>
          </p15:clr>
        </p15:guide>
        <p15:guide id="22" pos="1718">
          <p15:clr>
            <a:srgbClr val="FBAE40"/>
          </p15:clr>
        </p15:guide>
        <p15:guide id="23" pos="1496">
          <p15:clr>
            <a:srgbClr val="FBAE40"/>
          </p15:clr>
        </p15:guide>
        <p15:guide id="24" pos="1276">
          <p15:clr>
            <a:srgbClr val="FBAE40"/>
          </p15:clr>
        </p15:guide>
        <p15:guide id="25" pos="1055">
          <p15:clr>
            <a:srgbClr val="FBAE40"/>
          </p15:clr>
        </p15:guide>
        <p15:guide id="26" pos="833">
          <p15:clr>
            <a:srgbClr val="FBAE40"/>
          </p15:clr>
        </p15:guide>
        <p15:guide id="27" pos="612">
          <p15:clr>
            <a:srgbClr val="FBAE40"/>
          </p15:clr>
        </p15:guide>
        <p15:guide id="28" pos="391">
          <p15:clr>
            <a:srgbClr val="FBAE40"/>
          </p15:clr>
        </p15:guide>
        <p15:guide id="29" pos="17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_individual_image">
  <p:cSld name="Divider_individual_image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6"/>
          <p:cNvSpPr/>
          <p:nvPr>
            <p:ph idx="2" type="pic"/>
          </p:nvPr>
        </p:nvSpPr>
        <p:spPr>
          <a:xfrm>
            <a:off x="0" y="2"/>
            <a:ext cx="9144000" cy="4623300"/>
          </a:xfrm>
          <a:prstGeom prst="rect">
            <a:avLst/>
          </a:prstGeom>
          <a:noFill/>
          <a:ln>
            <a:noFill/>
          </a:ln>
        </p:spPr>
      </p:sp>
      <p:sp>
        <p:nvSpPr>
          <p:cNvPr id="302" name="Google Shape;302;p36"/>
          <p:cNvSpPr txBox="1"/>
          <p:nvPr>
            <p:ph type="title"/>
          </p:nvPr>
        </p:nvSpPr>
        <p:spPr>
          <a:xfrm>
            <a:off x="0" y="1112941"/>
            <a:ext cx="75276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Arial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3" name="Google Shape;303;p36"/>
          <p:cNvSpPr txBox="1"/>
          <p:nvPr>
            <p:ph idx="1" type="body"/>
          </p:nvPr>
        </p:nvSpPr>
        <p:spPr>
          <a:xfrm>
            <a:off x="0" y="1638301"/>
            <a:ext cx="7535400" cy="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04" name="Google Shape;304;p36"/>
          <p:cNvSpPr txBox="1"/>
          <p:nvPr>
            <p:ph idx="12" type="sldNum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5" name="Google Shape;305;p36"/>
          <p:cNvSpPr txBox="1"/>
          <p:nvPr>
            <p:ph idx="10" type="dt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p36"/>
          <p:cNvSpPr txBox="1"/>
          <p:nvPr>
            <p:ph idx="11" type="ftr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line_2">
  <p:cSld name="Section Headline_2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" y="1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37"/>
          <p:cNvSpPr txBox="1"/>
          <p:nvPr>
            <p:ph idx="1" type="body"/>
          </p:nvPr>
        </p:nvSpPr>
        <p:spPr>
          <a:xfrm>
            <a:off x="4939075" y="3225498"/>
            <a:ext cx="931500" cy="931500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txBody>
          <a:bodyPr anchorCtr="0" anchor="ctr" bIns="45700" lIns="0" spcFirstLastPara="1" rIns="91425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b="0" sz="18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10" name="Google Shape;310;p37"/>
          <p:cNvSpPr txBox="1"/>
          <p:nvPr>
            <p:ph idx="2" type="body"/>
          </p:nvPr>
        </p:nvSpPr>
        <p:spPr>
          <a:xfrm>
            <a:off x="5870575" y="3225498"/>
            <a:ext cx="2808000" cy="93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288000" spcFirstLastPara="1" rIns="91425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29A43"/>
              </a:buClr>
              <a:buSzPts val="1500"/>
              <a:buFont typeface="Arial"/>
              <a:buNone/>
              <a:defRPr sz="15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line_3">
  <p:cSld name="Section Headline_3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"/>
            <a:ext cx="9143998" cy="5143498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4">
              <a:alpha val="29804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38"/>
          <p:cNvSpPr txBox="1"/>
          <p:nvPr>
            <p:ph idx="1" type="body"/>
          </p:nvPr>
        </p:nvSpPr>
        <p:spPr>
          <a:xfrm>
            <a:off x="403622" y="665164"/>
            <a:ext cx="931500" cy="931500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txBody>
          <a:bodyPr anchorCtr="0" anchor="ctr" bIns="45700" lIns="0" spcFirstLastPara="1" rIns="91425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b="0" sz="18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15" name="Google Shape;315;p38"/>
          <p:cNvSpPr txBox="1"/>
          <p:nvPr>
            <p:ph idx="2" type="body"/>
          </p:nvPr>
        </p:nvSpPr>
        <p:spPr>
          <a:xfrm>
            <a:off x="1335122" y="665164"/>
            <a:ext cx="2808000" cy="93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288000" spcFirstLastPara="1" rIns="91425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29A43"/>
              </a:buClr>
              <a:buSzPts val="1500"/>
              <a:buFont typeface="Arial"/>
              <a:buNone/>
              <a:defRPr sz="15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line_4">
  <p:cSld name="Section Headline_4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39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19" name="Google Shape;319;p39"/>
          <p:cNvSpPr txBox="1"/>
          <p:nvPr>
            <p:ph idx="1" type="body"/>
          </p:nvPr>
        </p:nvSpPr>
        <p:spPr>
          <a:xfrm>
            <a:off x="1298972" y="884238"/>
            <a:ext cx="931500" cy="931500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txBody>
          <a:bodyPr anchorCtr="0" anchor="ctr" bIns="45700" lIns="0" spcFirstLastPara="1" rIns="91425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b="0" sz="18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20" name="Google Shape;320;p39"/>
          <p:cNvSpPr txBox="1"/>
          <p:nvPr>
            <p:ph idx="3" type="body"/>
          </p:nvPr>
        </p:nvSpPr>
        <p:spPr>
          <a:xfrm>
            <a:off x="2230472" y="884238"/>
            <a:ext cx="2808000" cy="93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288000" spcFirstLastPara="1" rIns="9142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500"/>
              <a:buNone/>
              <a:defRPr sz="15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orient="horz" pos="1215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line_5">
  <p:cSld name="Section Headline_5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4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24" name="Google Shape;324;p40"/>
          <p:cNvSpPr txBox="1"/>
          <p:nvPr>
            <p:ph idx="1" type="body"/>
          </p:nvPr>
        </p:nvSpPr>
        <p:spPr>
          <a:xfrm>
            <a:off x="4939075" y="3225498"/>
            <a:ext cx="931500" cy="931500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txBody>
          <a:bodyPr anchorCtr="0" anchor="ctr" bIns="45700" lIns="0" spcFirstLastPara="1" rIns="91425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b="0" sz="18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25" name="Google Shape;325;p40"/>
          <p:cNvSpPr txBox="1"/>
          <p:nvPr>
            <p:ph idx="3" type="body"/>
          </p:nvPr>
        </p:nvSpPr>
        <p:spPr>
          <a:xfrm>
            <a:off x="5870575" y="3225498"/>
            <a:ext cx="2808000" cy="93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288000" spcFirstLastPara="1" rIns="91425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29A43"/>
              </a:buClr>
              <a:buSzPts val="1500"/>
              <a:buFont typeface="Arial"/>
              <a:buNone/>
              <a:defRPr sz="1500"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7" name="Google Shape;327;p41"/>
          <p:cNvCxnSpPr/>
          <p:nvPr/>
        </p:nvCxnSpPr>
        <p:spPr>
          <a:xfrm rot="10800000">
            <a:off x="-8" y="2749548"/>
            <a:ext cx="6096000" cy="0"/>
          </a:xfrm>
          <a:prstGeom prst="straightConnector1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8" name="Google Shape;328;p41"/>
          <p:cNvSpPr txBox="1"/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9" name="Google Shape;329;p41"/>
          <p:cNvSpPr txBox="1"/>
          <p:nvPr>
            <p:ph idx="1" type="body"/>
          </p:nvPr>
        </p:nvSpPr>
        <p:spPr>
          <a:xfrm>
            <a:off x="5962650" y="870348"/>
            <a:ext cx="3181200" cy="3773100"/>
          </a:xfrm>
          <a:prstGeom prst="rect">
            <a:avLst/>
          </a:prstGeom>
          <a:solidFill>
            <a:srgbClr val="C4C7C6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30" name="Google Shape;330;p41"/>
          <p:cNvSpPr txBox="1"/>
          <p:nvPr>
            <p:ph idx="2" type="body"/>
          </p:nvPr>
        </p:nvSpPr>
        <p:spPr>
          <a:xfrm>
            <a:off x="-18510" y="2759927"/>
            <a:ext cx="5981100" cy="1883400"/>
          </a:xfrm>
          <a:prstGeom prst="rect">
            <a:avLst/>
          </a:prstGeom>
          <a:solidFill>
            <a:srgbClr val="E1E3E1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31" name="Google Shape;331;p41"/>
          <p:cNvSpPr txBox="1"/>
          <p:nvPr>
            <p:ph idx="3" type="body"/>
          </p:nvPr>
        </p:nvSpPr>
        <p:spPr>
          <a:xfrm>
            <a:off x="-18510" y="870348"/>
            <a:ext cx="5981100" cy="187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32" name="Google Shape;332;p41"/>
          <p:cNvSpPr txBox="1"/>
          <p:nvPr>
            <p:ph idx="12" type="sldNum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33" name="Google Shape;333;p41"/>
          <p:cNvSpPr txBox="1"/>
          <p:nvPr>
            <p:ph idx="10" type="dt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4" name="Google Shape;334;p41"/>
          <p:cNvSpPr txBox="1"/>
          <p:nvPr>
            <p:ph idx="11" type="ftr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 layout 2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2"/>
          <p:cNvSpPr/>
          <p:nvPr/>
        </p:nvSpPr>
        <p:spPr>
          <a:xfrm>
            <a:off x="0" y="870348"/>
            <a:ext cx="9144000" cy="3758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25" lIns="91425" spcFirstLastPara="1" rIns="914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337" name="Google Shape;337;p42"/>
          <p:cNvSpPr txBox="1"/>
          <p:nvPr>
            <p:ph idx="1" type="body"/>
          </p:nvPr>
        </p:nvSpPr>
        <p:spPr>
          <a:xfrm>
            <a:off x="5962650" y="870348"/>
            <a:ext cx="3181200" cy="939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540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"/>
              <a:buNone/>
              <a:defRPr sz="1600">
                <a:solidFill>
                  <a:schemeClr val="lt1"/>
                </a:solidFill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38" name="Google Shape;338;p42"/>
          <p:cNvSpPr txBox="1"/>
          <p:nvPr>
            <p:ph idx="2" type="body"/>
          </p:nvPr>
        </p:nvSpPr>
        <p:spPr>
          <a:xfrm>
            <a:off x="5962650" y="1810044"/>
            <a:ext cx="3181200" cy="939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540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"/>
              <a:buNone/>
              <a:defRPr sz="1600">
                <a:solidFill>
                  <a:schemeClr val="lt1"/>
                </a:solidFill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39" name="Google Shape;339;p42"/>
          <p:cNvSpPr txBox="1"/>
          <p:nvPr>
            <p:ph idx="3" type="body"/>
          </p:nvPr>
        </p:nvSpPr>
        <p:spPr>
          <a:xfrm>
            <a:off x="5962650" y="2749740"/>
            <a:ext cx="3181200" cy="939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540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"/>
              <a:buNone/>
              <a:defRPr sz="1600">
                <a:solidFill>
                  <a:schemeClr val="lt1"/>
                </a:solidFill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40" name="Google Shape;340;p42"/>
          <p:cNvSpPr txBox="1"/>
          <p:nvPr>
            <p:ph idx="4" type="body"/>
          </p:nvPr>
        </p:nvSpPr>
        <p:spPr>
          <a:xfrm>
            <a:off x="5962650" y="3689436"/>
            <a:ext cx="3181200" cy="939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540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"/>
              <a:buNone/>
              <a:defRPr sz="1600">
                <a:solidFill>
                  <a:schemeClr val="lt1"/>
                </a:solidFill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41" name="Google Shape;341;p42"/>
          <p:cNvSpPr txBox="1"/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2" name="Google Shape;342;p42"/>
          <p:cNvSpPr txBox="1"/>
          <p:nvPr>
            <p:ph idx="12" type="sldNum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43" name="Google Shape;343;p42"/>
          <p:cNvSpPr txBox="1"/>
          <p:nvPr>
            <p:ph idx="10" type="dt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4" name="Google Shape;344;p42"/>
          <p:cNvSpPr txBox="1"/>
          <p:nvPr>
            <p:ph idx="11" type="ftr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 layout 3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3"/>
          <p:cNvSpPr/>
          <p:nvPr/>
        </p:nvSpPr>
        <p:spPr>
          <a:xfrm>
            <a:off x="0" y="2764154"/>
            <a:ext cx="9144000" cy="187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3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43"/>
          <p:cNvSpPr txBox="1"/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8" name="Google Shape;348;p43"/>
          <p:cNvSpPr/>
          <p:nvPr>
            <p:ph idx="2" type="pic"/>
          </p:nvPr>
        </p:nvSpPr>
        <p:spPr>
          <a:xfrm>
            <a:off x="-1" y="879476"/>
            <a:ext cx="30480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349" name="Google Shape;349;p43"/>
          <p:cNvSpPr/>
          <p:nvPr>
            <p:ph idx="3" type="pic"/>
          </p:nvPr>
        </p:nvSpPr>
        <p:spPr>
          <a:xfrm>
            <a:off x="3048001" y="879475"/>
            <a:ext cx="30480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43"/>
          <p:cNvSpPr/>
          <p:nvPr>
            <p:ph idx="4" type="pic"/>
          </p:nvPr>
        </p:nvSpPr>
        <p:spPr>
          <a:xfrm>
            <a:off x="6096004" y="879475"/>
            <a:ext cx="30480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351" name="Google Shape;351;p43"/>
          <p:cNvSpPr txBox="1"/>
          <p:nvPr>
            <p:ph idx="1" type="body"/>
          </p:nvPr>
        </p:nvSpPr>
        <p:spPr>
          <a:xfrm>
            <a:off x="-1" y="2764154"/>
            <a:ext cx="3048000" cy="18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80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52" name="Google Shape;352;p43"/>
          <p:cNvSpPr txBox="1"/>
          <p:nvPr>
            <p:ph idx="5" type="body"/>
          </p:nvPr>
        </p:nvSpPr>
        <p:spPr>
          <a:xfrm>
            <a:off x="6095976" y="2764154"/>
            <a:ext cx="3048000" cy="18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80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53" name="Google Shape;353;p43"/>
          <p:cNvSpPr txBox="1"/>
          <p:nvPr>
            <p:ph idx="6" type="body"/>
          </p:nvPr>
        </p:nvSpPr>
        <p:spPr>
          <a:xfrm>
            <a:off x="-1" y="4049438"/>
            <a:ext cx="3048000" cy="594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080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None/>
              <a:defRPr b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54" name="Google Shape;354;p43"/>
          <p:cNvSpPr txBox="1"/>
          <p:nvPr>
            <p:ph idx="7" type="body"/>
          </p:nvPr>
        </p:nvSpPr>
        <p:spPr>
          <a:xfrm>
            <a:off x="3047987" y="4049438"/>
            <a:ext cx="3048000" cy="594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080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None/>
              <a:defRPr b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55" name="Google Shape;355;p43"/>
          <p:cNvSpPr txBox="1"/>
          <p:nvPr>
            <p:ph idx="8" type="body"/>
          </p:nvPr>
        </p:nvSpPr>
        <p:spPr>
          <a:xfrm>
            <a:off x="6095976" y="4049438"/>
            <a:ext cx="3048000" cy="594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080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None/>
              <a:defRPr b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56" name="Google Shape;356;p43"/>
          <p:cNvSpPr txBox="1"/>
          <p:nvPr>
            <p:ph idx="9" type="body"/>
          </p:nvPr>
        </p:nvSpPr>
        <p:spPr>
          <a:xfrm>
            <a:off x="3063239" y="2764154"/>
            <a:ext cx="3048000" cy="1980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080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57" name="Google Shape;357;p43"/>
          <p:cNvSpPr txBox="1"/>
          <p:nvPr>
            <p:ph idx="12" type="sldNum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8" name="Google Shape;358;p43"/>
          <p:cNvSpPr txBox="1"/>
          <p:nvPr>
            <p:ph idx="10" type="dt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9" name="Google Shape;359;p43"/>
          <p:cNvSpPr txBox="1"/>
          <p:nvPr>
            <p:ph idx="11" type="ftr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6">
  <p:cSld name="custom layout 6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4"/>
          <p:cNvSpPr txBox="1"/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2" name="Google Shape;362;p44"/>
          <p:cNvSpPr/>
          <p:nvPr>
            <p:ph idx="2" type="pic"/>
          </p:nvPr>
        </p:nvSpPr>
        <p:spPr>
          <a:xfrm>
            <a:off x="-1" y="879476"/>
            <a:ext cx="30480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363" name="Google Shape;363;p44"/>
          <p:cNvSpPr/>
          <p:nvPr>
            <p:ph idx="3" type="pic"/>
          </p:nvPr>
        </p:nvSpPr>
        <p:spPr>
          <a:xfrm>
            <a:off x="3048001" y="879475"/>
            <a:ext cx="30480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364" name="Google Shape;364;p44"/>
          <p:cNvSpPr/>
          <p:nvPr>
            <p:ph idx="4" type="pic"/>
          </p:nvPr>
        </p:nvSpPr>
        <p:spPr>
          <a:xfrm>
            <a:off x="6096004" y="879475"/>
            <a:ext cx="30480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365" name="Google Shape;365;p44"/>
          <p:cNvSpPr txBox="1"/>
          <p:nvPr>
            <p:ph idx="1" type="body"/>
          </p:nvPr>
        </p:nvSpPr>
        <p:spPr>
          <a:xfrm>
            <a:off x="-1" y="2764153"/>
            <a:ext cx="3048000" cy="457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66" name="Google Shape;366;p44"/>
          <p:cNvSpPr txBox="1"/>
          <p:nvPr>
            <p:ph idx="5" type="body"/>
          </p:nvPr>
        </p:nvSpPr>
        <p:spPr>
          <a:xfrm>
            <a:off x="3048004" y="2764153"/>
            <a:ext cx="3048000" cy="455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67" name="Google Shape;367;p44"/>
          <p:cNvSpPr txBox="1"/>
          <p:nvPr>
            <p:ph idx="6" type="body"/>
          </p:nvPr>
        </p:nvSpPr>
        <p:spPr>
          <a:xfrm>
            <a:off x="-1" y="3219449"/>
            <a:ext cx="3048000" cy="1440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68" name="Google Shape;368;p44"/>
          <p:cNvSpPr txBox="1"/>
          <p:nvPr>
            <p:ph idx="7" type="body"/>
          </p:nvPr>
        </p:nvSpPr>
        <p:spPr>
          <a:xfrm>
            <a:off x="6095993" y="2764153"/>
            <a:ext cx="3048000" cy="455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69" name="Google Shape;369;p44"/>
          <p:cNvSpPr txBox="1"/>
          <p:nvPr>
            <p:ph idx="8" type="body"/>
          </p:nvPr>
        </p:nvSpPr>
        <p:spPr>
          <a:xfrm>
            <a:off x="6095993" y="3219449"/>
            <a:ext cx="3048000" cy="1440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70" name="Google Shape;370;p44"/>
          <p:cNvSpPr txBox="1"/>
          <p:nvPr>
            <p:ph idx="9" type="body"/>
          </p:nvPr>
        </p:nvSpPr>
        <p:spPr>
          <a:xfrm>
            <a:off x="3048004" y="3219449"/>
            <a:ext cx="3048000" cy="144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71" name="Google Shape;371;p44"/>
          <p:cNvSpPr txBox="1"/>
          <p:nvPr>
            <p:ph idx="12" type="sldNum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2" name="Google Shape;372;p44"/>
          <p:cNvSpPr txBox="1"/>
          <p:nvPr>
            <p:ph idx="10" type="dt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3" name="Google Shape;373;p44"/>
          <p:cNvSpPr txBox="1"/>
          <p:nvPr>
            <p:ph idx="11" type="ftr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7">
  <p:cSld name="custom layout 7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5"/>
          <p:cNvSpPr txBox="1"/>
          <p:nvPr>
            <p:ph idx="1" type="body"/>
          </p:nvPr>
        </p:nvSpPr>
        <p:spPr>
          <a:xfrm>
            <a:off x="5976156" y="1356109"/>
            <a:ext cx="3167700" cy="2322900"/>
          </a:xfrm>
          <a:prstGeom prst="rect">
            <a:avLst/>
          </a:prstGeom>
          <a:solidFill>
            <a:srgbClr val="E1E3E1"/>
          </a:solidFill>
          <a:ln>
            <a:noFill/>
          </a:ln>
        </p:spPr>
        <p:txBody>
          <a:bodyPr anchorCtr="0" anchor="ctr" bIns="45700" lIns="216000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76" name="Google Shape;376;p45"/>
          <p:cNvSpPr txBox="1"/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7" name="Google Shape;377;p45"/>
          <p:cNvSpPr txBox="1"/>
          <p:nvPr>
            <p:ph idx="2" type="body"/>
          </p:nvPr>
        </p:nvSpPr>
        <p:spPr>
          <a:xfrm>
            <a:off x="1" y="3687365"/>
            <a:ext cx="5976900" cy="94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78" name="Google Shape;378;p45"/>
          <p:cNvSpPr txBox="1"/>
          <p:nvPr>
            <p:ph idx="3" type="body"/>
          </p:nvPr>
        </p:nvSpPr>
        <p:spPr>
          <a:xfrm>
            <a:off x="5976902" y="3687366"/>
            <a:ext cx="3167100" cy="940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79" name="Google Shape;379;p45"/>
          <p:cNvSpPr txBox="1"/>
          <p:nvPr>
            <p:ph idx="4" type="body"/>
          </p:nvPr>
        </p:nvSpPr>
        <p:spPr>
          <a:xfrm>
            <a:off x="0" y="1338146"/>
            <a:ext cx="5962800" cy="234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16000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80" name="Google Shape;380;p45"/>
          <p:cNvSpPr txBox="1"/>
          <p:nvPr>
            <p:ph idx="5" type="body"/>
          </p:nvPr>
        </p:nvSpPr>
        <p:spPr>
          <a:xfrm>
            <a:off x="-1" y="879475"/>
            <a:ext cx="9144000" cy="46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144000" spcFirstLastPara="1" rIns="5400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81" name="Google Shape;381;p45"/>
          <p:cNvSpPr txBox="1"/>
          <p:nvPr>
            <p:ph idx="12" type="sldNum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82" name="Google Shape;382;p45"/>
          <p:cNvSpPr txBox="1"/>
          <p:nvPr>
            <p:ph idx="10" type="dt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3" name="Google Shape;383;p45"/>
          <p:cNvSpPr txBox="1"/>
          <p:nvPr>
            <p:ph idx="11" type="ftr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8">
  <p:cSld name="custom layout 8"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6"/>
          <p:cNvSpPr txBox="1"/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86" name="Google Shape;386;p46"/>
          <p:cNvCxnSpPr/>
          <p:nvPr/>
        </p:nvCxnSpPr>
        <p:spPr>
          <a:xfrm>
            <a:off x="-1" y="868209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C4C7C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87" name="Google Shape;387;p46"/>
          <p:cNvSpPr txBox="1"/>
          <p:nvPr>
            <p:ph idx="1" type="body"/>
          </p:nvPr>
        </p:nvSpPr>
        <p:spPr>
          <a:xfrm>
            <a:off x="0" y="4156473"/>
            <a:ext cx="9144000" cy="4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88" name="Google Shape;388;p46"/>
          <p:cNvSpPr/>
          <p:nvPr>
            <p:ph idx="2" type="pic"/>
          </p:nvPr>
        </p:nvSpPr>
        <p:spPr>
          <a:xfrm>
            <a:off x="-1" y="876301"/>
            <a:ext cx="3048000" cy="3281100"/>
          </a:xfrm>
          <a:prstGeom prst="rect">
            <a:avLst/>
          </a:prstGeom>
          <a:noFill/>
          <a:ln>
            <a:noFill/>
          </a:ln>
        </p:spPr>
      </p:sp>
      <p:sp>
        <p:nvSpPr>
          <p:cNvPr id="389" name="Google Shape;389;p46"/>
          <p:cNvSpPr/>
          <p:nvPr>
            <p:ph idx="3" type="pic"/>
          </p:nvPr>
        </p:nvSpPr>
        <p:spPr>
          <a:xfrm>
            <a:off x="6096004" y="876301"/>
            <a:ext cx="3048000" cy="3281100"/>
          </a:xfrm>
          <a:prstGeom prst="rect">
            <a:avLst/>
          </a:prstGeom>
          <a:noFill/>
          <a:ln>
            <a:noFill/>
          </a:ln>
        </p:spPr>
      </p:sp>
      <p:sp>
        <p:nvSpPr>
          <p:cNvPr id="390" name="Google Shape;390;p46"/>
          <p:cNvSpPr txBox="1"/>
          <p:nvPr>
            <p:ph idx="4" type="body"/>
          </p:nvPr>
        </p:nvSpPr>
        <p:spPr>
          <a:xfrm>
            <a:off x="3048004" y="876301"/>
            <a:ext cx="3048000" cy="3286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91" name="Google Shape;391;p46"/>
          <p:cNvSpPr txBox="1"/>
          <p:nvPr>
            <p:ph idx="12" type="sldNum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92" name="Google Shape;392;p46"/>
          <p:cNvSpPr txBox="1"/>
          <p:nvPr>
            <p:ph idx="10" type="dt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3" name="Google Shape;393;p46"/>
          <p:cNvSpPr txBox="1"/>
          <p:nvPr>
            <p:ph idx="11" type="ftr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9">
  <p:cSld name="custom layout 9"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7"/>
          <p:cNvSpPr txBox="1"/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6" name="Google Shape;396;p47"/>
          <p:cNvSpPr/>
          <p:nvPr>
            <p:ph idx="2" type="pic"/>
          </p:nvPr>
        </p:nvSpPr>
        <p:spPr>
          <a:xfrm>
            <a:off x="6096004" y="879475"/>
            <a:ext cx="3048000" cy="1872000"/>
          </a:xfrm>
          <a:prstGeom prst="rect">
            <a:avLst/>
          </a:prstGeom>
          <a:noFill/>
          <a:ln>
            <a:noFill/>
          </a:ln>
        </p:spPr>
      </p:sp>
      <p:sp>
        <p:nvSpPr>
          <p:cNvPr id="397" name="Google Shape;397;p47"/>
          <p:cNvSpPr/>
          <p:nvPr>
            <p:ph idx="3" type="pic"/>
          </p:nvPr>
        </p:nvSpPr>
        <p:spPr>
          <a:xfrm>
            <a:off x="6096004" y="2756056"/>
            <a:ext cx="3048000" cy="1872000"/>
          </a:xfrm>
          <a:prstGeom prst="rect">
            <a:avLst/>
          </a:prstGeom>
          <a:noFill/>
          <a:ln>
            <a:noFill/>
          </a:ln>
        </p:spPr>
      </p:sp>
      <p:sp>
        <p:nvSpPr>
          <p:cNvPr id="398" name="Google Shape;398;p47"/>
          <p:cNvSpPr/>
          <p:nvPr>
            <p:ph idx="4" type="pic"/>
          </p:nvPr>
        </p:nvSpPr>
        <p:spPr>
          <a:xfrm>
            <a:off x="3048008" y="879475"/>
            <a:ext cx="3048000" cy="1872000"/>
          </a:xfrm>
          <a:prstGeom prst="rect">
            <a:avLst/>
          </a:prstGeom>
          <a:noFill/>
          <a:ln>
            <a:noFill/>
          </a:ln>
        </p:spPr>
      </p:sp>
      <p:sp>
        <p:nvSpPr>
          <p:cNvPr id="399" name="Google Shape;399;p47"/>
          <p:cNvSpPr/>
          <p:nvPr>
            <p:ph idx="5" type="pic"/>
          </p:nvPr>
        </p:nvSpPr>
        <p:spPr>
          <a:xfrm>
            <a:off x="3048008" y="2756056"/>
            <a:ext cx="3048000" cy="1872000"/>
          </a:xfrm>
          <a:prstGeom prst="rect">
            <a:avLst/>
          </a:prstGeom>
          <a:noFill/>
          <a:ln>
            <a:noFill/>
          </a:ln>
        </p:spPr>
      </p:sp>
      <p:sp>
        <p:nvSpPr>
          <p:cNvPr id="400" name="Google Shape;400;p47"/>
          <p:cNvSpPr txBox="1"/>
          <p:nvPr>
            <p:ph idx="1" type="body"/>
          </p:nvPr>
        </p:nvSpPr>
        <p:spPr>
          <a:xfrm>
            <a:off x="-12" y="2751534"/>
            <a:ext cx="1524000" cy="1872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 Thin"/>
              <a:buNone/>
              <a:def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01" name="Google Shape;401;p47"/>
          <p:cNvSpPr txBox="1"/>
          <p:nvPr>
            <p:ph idx="6" type="body"/>
          </p:nvPr>
        </p:nvSpPr>
        <p:spPr>
          <a:xfrm>
            <a:off x="-1" y="879475"/>
            <a:ext cx="3048000" cy="4683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02" name="Google Shape;402;p47"/>
          <p:cNvSpPr txBox="1"/>
          <p:nvPr>
            <p:ph idx="7" type="body"/>
          </p:nvPr>
        </p:nvSpPr>
        <p:spPr>
          <a:xfrm>
            <a:off x="-1" y="1348781"/>
            <a:ext cx="3048000" cy="700800"/>
          </a:xfrm>
          <a:prstGeom prst="rect">
            <a:avLst/>
          </a:prstGeom>
          <a:solidFill>
            <a:srgbClr val="D8D8D8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03" name="Google Shape;403;p47"/>
          <p:cNvSpPr txBox="1"/>
          <p:nvPr>
            <p:ph idx="8" type="body"/>
          </p:nvPr>
        </p:nvSpPr>
        <p:spPr>
          <a:xfrm>
            <a:off x="-1" y="2049656"/>
            <a:ext cx="3048000" cy="697500"/>
          </a:xfrm>
          <a:prstGeom prst="rect">
            <a:avLst/>
          </a:prstGeom>
          <a:solidFill>
            <a:srgbClr val="D8D8D8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04" name="Google Shape;404;p47"/>
          <p:cNvSpPr txBox="1"/>
          <p:nvPr>
            <p:ph idx="9" type="body"/>
          </p:nvPr>
        </p:nvSpPr>
        <p:spPr>
          <a:xfrm>
            <a:off x="1523999" y="2751534"/>
            <a:ext cx="1524000" cy="1872000"/>
          </a:xfrm>
          <a:prstGeom prst="rect">
            <a:avLst/>
          </a:prstGeom>
          <a:solidFill>
            <a:srgbClr val="D8D8D8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 Thin"/>
              <a:buNone/>
              <a:def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05" name="Google Shape;405;p47"/>
          <p:cNvSpPr txBox="1"/>
          <p:nvPr>
            <p:ph idx="12" type="sldNum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06" name="Google Shape;406;p47"/>
          <p:cNvSpPr txBox="1"/>
          <p:nvPr>
            <p:ph idx="10" type="dt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7" name="Google Shape;407;p47"/>
          <p:cNvSpPr txBox="1"/>
          <p:nvPr>
            <p:ph idx="11" type="ftr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0">
  <p:cSld name="custom layout 10"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8"/>
          <p:cNvSpPr txBox="1"/>
          <p:nvPr>
            <p:ph idx="1" type="body"/>
          </p:nvPr>
        </p:nvSpPr>
        <p:spPr>
          <a:xfrm>
            <a:off x="6857775" y="870347"/>
            <a:ext cx="2286300" cy="126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10" name="Google Shape;410;p48"/>
          <p:cNvSpPr txBox="1"/>
          <p:nvPr>
            <p:ph idx="2" type="body"/>
          </p:nvPr>
        </p:nvSpPr>
        <p:spPr>
          <a:xfrm>
            <a:off x="6857775" y="2119209"/>
            <a:ext cx="2286300" cy="126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11" name="Google Shape;411;p48"/>
          <p:cNvSpPr txBox="1"/>
          <p:nvPr>
            <p:ph idx="3" type="body"/>
          </p:nvPr>
        </p:nvSpPr>
        <p:spPr>
          <a:xfrm>
            <a:off x="6857775" y="3368072"/>
            <a:ext cx="2286300" cy="126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12" name="Google Shape;412;p48"/>
          <p:cNvSpPr txBox="1"/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3" name="Google Shape;413;p48"/>
          <p:cNvSpPr/>
          <p:nvPr>
            <p:ph idx="4" type="pic"/>
          </p:nvPr>
        </p:nvSpPr>
        <p:spPr>
          <a:xfrm>
            <a:off x="0" y="879476"/>
            <a:ext cx="2286000" cy="3276900"/>
          </a:xfrm>
          <a:prstGeom prst="rect">
            <a:avLst/>
          </a:prstGeom>
          <a:noFill/>
          <a:ln>
            <a:noFill/>
          </a:ln>
        </p:spPr>
      </p:sp>
      <p:sp>
        <p:nvSpPr>
          <p:cNvPr id="414" name="Google Shape;414;p48"/>
          <p:cNvSpPr/>
          <p:nvPr>
            <p:ph idx="5" type="pic"/>
          </p:nvPr>
        </p:nvSpPr>
        <p:spPr>
          <a:xfrm>
            <a:off x="4571960" y="879475"/>
            <a:ext cx="2286000" cy="3276900"/>
          </a:xfrm>
          <a:prstGeom prst="rect">
            <a:avLst/>
          </a:prstGeom>
          <a:noFill/>
          <a:ln>
            <a:noFill/>
          </a:ln>
        </p:spPr>
      </p:sp>
      <p:sp>
        <p:nvSpPr>
          <p:cNvPr id="415" name="Google Shape;415;p48"/>
          <p:cNvSpPr txBox="1"/>
          <p:nvPr>
            <p:ph idx="6" type="body"/>
          </p:nvPr>
        </p:nvSpPr>
        <p:spPr>
          <a:xfrm>
            <a:off x="-1" y="4156472"/>
            <a:ext cx="2286000" cy="4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1080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16" name="Google Shape;416;p48"/>
          <p:cNvSpPr txBox="1"/>
          <p:nvPr>
            <p:ph idx="7" type="body"/>
          </p:nvPr>
        </p:nvSpPr>
        <p:spPr>
          <a:xfrm>
            <a:off x="4571888" y="4156472"/>
            <a:ext cx="2286000" cy="4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108000">
            <a:noAutofit/>
          </a:bodyPr>
          <a:lstStyle>
            <a:lvl1pPr indent="-3048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Char char="•"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17" name="Google Shape;417;p48"/>
          <p:cNvSpPr/>
          <p:nvPr>
            <p:ph idx="8" type="pic"/>
          </p:nvPr>
        </p:nvSpPr>
        <p:spPr>
          <a:xfrm>
            <a:off x="2285811" y="879475"/>
            <a:ext cx="2286000" cy="3276900"/>
          </a:xfrm>
          <a:prstGeom prst="rect">
            <a:avLst/>
          </a:prstGeom>
          <a:noFill/>
          <a:ln>
            <a:noFill/>
          </a:ln>
        </p:spPr>
      </p:sp>
      <p:sp>
        <p:nvSpPr>
          <p:cNvPr id="418" name="Google Shape;418;p48"/>
          <p:cNvSpPr txBox="1"/>
          <p:nvPr>
            <p:ph idx="9" type="body"/>
          </p:nvPr>
        </p:nvSpPr>
        <p:spPr>
          <a:xfrm>
            <a:off x="2285811" y="4156472"/>
            <a:ext cx="2286000" cy="4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108000">
            <a:noAutofit/>
          </a:bodyPr>
          <a:lstStyle>
            <a:lvl1pPr indent="-3048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Char char="•"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cxnSp>
        <p:nvCxnSpPr>
          <p:cNvPr id="419" name="Google Shape;419;p48"/>
          <p:cNvCxnSpPr/>
          <p:nvPr/>
        </p:nvCxnSpPr>
        <p:spPr>
          <a:xfrm>
            <a:off x="6857775" y="2119209"/>
            <a:ext cx="22863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0" name="Google Shape;420;p48"/>
          <p:cNvCxnSpPr/>
          <p:nvPr/>
        </p:nvCxnSpPr>
        <p:spPr>
          <a:xfrm>
            <a:off x="6857775" y="3371937"/>
            <a:ext cx="22863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21" name="Google Shape;421;p48"/>
          <p:cNvSpPr txBox="1"/>
          <p:nvPr>
            <p:ph idx="12" type="sldNum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22" name="Google Shape;422;p48"/>
          <p:cNvSpPr txBox="1"/>
          <p:nvPr>
            <p:ph idx="10" type="dt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3" name="Google Shape;423;p48"/>
          <p:cNvSpPr txBox="1"/>
          <p:nvPr>
            <p:ph idx="11" type="ftr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1">
  <p:cSld name="custom layout 11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9"/>
          <p:cNvSpPr txBox="1"/>
          <p:nvPr>
            <p:ph idx="1" type="body"/>
          </p:nvPr>
        </p:nvSpPr>
        <p:spPr>
          <a:xfrm>
            <a:off x="6443663" y="870347"/>
            <a:ext cx="2700600" cy="125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26" name="Google Shape;426;p49"/>
          <p:cNvSpPr txBox="1"/>
          <p:nvPr>
            <p:ph idx="2" type="body"/>
          </p:nvPr>
        </p:nvSpPr>
        <p:spPr>
          <a:xfrm>
            <a:off x="6443663" y="2135557"/>
            <a:ext cx="2700600" cy="1236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27" name="Google Shape;427;p49"/>
          <p:cNvSpPr txBox="1"/>
          <p:nvPr>
            <p:ph idx="3" type="body"/>
          </p:nvPr>
        </p:nvSpPr>
        <p:spPr>
          <a:xfrm>
            <a:off x="6443663" y="3378568"/>
            <a:ext cx="2700600" cy="1245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28" name="Google Shape;428;p49"/>
          <p:cNvSpPr txBox="1"/>
          <p:nvPr>
            <p:ph idx="4" type="body"/>
          </p:nvPr>
        </p:nvSpPr>
        <p:spPr>
          <a:xfrm>
            <a:off x="0" y="870347"/>
            <a:ext cx="2700600" cy="125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29" name="Google Shape;429;p49"/>
          <p:cNvSpPr txBox="1"/>
          <p:nvPr>
            <p:ph idx="5" type="body"/>
          </p:nvPr>
        </p:nvSpPr>
        <p:spPr>
          <a:xfrm>
            <a:off x="0" y="2135557"/>
            <a:ext cx="2700600" cy="1236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30" name="Google Shape;430;p49"/>
          <p:cNvSpPr txBox="1"/>
          <p:nvPr>
            <p:ph idx="6" type="body"/>
          </p:nvPr>
        </p:nvSpPr>
        <p:spPr>
          <a:xfrm>
            <a:off x="0" y="3378568"/>
            <a:ext cx="2700600" cy="1245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31" name="Google Shape;431;p49"/>
          <p:cNvSpPr txBox="1"/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2" name="Google Shape;432;p49"/>
          <p:cNvSpPr/>
          <p:nvPr>
            <p:ph idx="7" type="pic"/>
          </p:nvPr>
        </p:nvSpPr>
        <p:spPr>
          <a:xfrm>
            <a:off x="2700338" y="879475"/>
            <a:ext cx="3758100" cy="37449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433" name="Google Shape;433;p49"/>
          <p:cNvCxnSpPr/>
          <p:nvPr/>
        </p:nvCxnSpPr>
        <p:spPr>
          <a:xfrm>
            <a:off x="6443663" y="2119209"/>
            <a:ext cx="27003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34" name="Google Shape;434;p49"/>
          <p:cNvCxnSpPr/>
          <p:nvPr/>
        </p:nvCxnSpPr>
        <p:spPr>
          <a:xfrm>
            <a:off x="6443663" y="3371937"/>
            <a:ext cx="27003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35" name="Google Shape;435;p49"/>
          <p:cNvCxnSpPr/>
          <p:nvPr/>
        </p:nvCxnSpPr>
        <p:spPr>
          <a:xfrm>
            <a:off x="-2857" y="2119209"/>
            <a:ext cx="27003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36" name="Google Shape;436;p49"/>
          <p:cNvCxnSpPr/>
          <p:nvPr/>
        </p:nvCxnSpPr>
        <p:spPr>
          <a:xfrm>
            <a:off x="-2857" y="3371937"/>
            <a:ext cx="27003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37" name="Google Shape;437;p49"/>
          <p:cNvSpPr txBox="1"/>
          <p:nvPr>
            <p:ph idx="12" type="sldNum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8" name="Google Shape;438;p49"/>
          <p:cNvSpPr txBox="1"/>
          <p:nvPr>
            <p:ph idx="10" type="dt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9" name="Google Shape;439;p49"/>
          <p:cNvSpPr txBox="1"/>
          <p:nvPr>
            <p:ph idx="11" type="ftr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2">
  <p:cSld name="custom layout 12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0"/>
          <p:cNvSpPr txBox="1"/>
          <p:nvPr>
            <p:ph idx="1" type="body"/>
          </p:nvPr>
        </p:nvSpPr>
        <p:spPr>
          <a:xfrm>
            <a:off x="3047996" y="1347787"/>
            <a:ext cx="3048000" cy="819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42" name="Google Shape;442;p50"/>
          <p:cNvSpPr txBox="1"/>
          <p:nvPr>
            <p:ph idx="2" type="body"/>
          </p:nvPr>
        </p:nvSpPr>
        <p:spPr>
          <a:xfrm>
            <a:off x="3047996" y="3805237"/>
            <a:ext cx="3048000" cy="819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43" name="Google Shape;443;p50"/>
          <p:cNvSpPr txBox="1"/>
          <p:nvPr>
            <p:ph idx="3" type="body"/>
          </p:nvPr>
        </p:nvSpPr>
        <p:spPr>
          <a:xfrm>
            <a:off x="3047996" y="2986087"/>
            <a:ext cx="3048000" cy="819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44" name="Google Shape;444;p50"/>
          <p:cNvSpPr txBox="1"/>
          <p:nvPr>
            <p:ph idx="4" type="body"/>
          </p:nvPr>
        </p:nvSpPr>
        <p:spPr>
          <a:xfrm>
            <a:off x="3047996" y="2166937"/>
            <a:ext cx="3048000" cy="819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45" name="Google Shape;445;p50"/>
          <p:cNvSpPr txBox="1"/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6" name="Google Shape;446;p50"/>
          <p:cNvSpPr txBox="1"/>
          <p:nvPr>
            <p:ph idx="5" type="body"/>
          </p:nvPr>
        </p:nvSpPr>
        <p:spPr>
          <a:xfrm>
            <a:off x="-1" y="879475"/>
            <a:ext cx="9144000" cy="46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27000" spcFirstLastPara="1" rIns="5400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47" name="Google Shape;447;p50"/>
          <p:cNvSpPr/>
          <p:nvPr>
            <p:ph idx="6" type="pic"/>
          </p:nvPr>
        </p:nvSpPr>
        <p:spPr>
          <a:xfrm>
            <a:off x="-1" y="1347788"/>
            <a:ext cx="3048000" cy="3276600"/>
          </a:xfrm>
          <a:prstGeom prst="rect">
            <a:avLst/>
          </a:prstGeom>
          <a:noFill/>
          <a:ln>
            <a:noFill/>
          </a:ln>
        </p:spPr>
      </p:sp>
      <p:sp>
        <p:nvSpPr>
          <p:cNvPr id="448" name="Google Shape;448;p50"/>
          <p:cNvSpPr/>
          <p:nvPr>
            <p:ph idx="7" type="pic"/>
          </p:nvPr>
        </p:nvSpPr>
        <p:spPr>
          <a:xfrm>
            <a:off x="6096004" y="1347787"/>
            <a:ext cx="3048000" cy="32766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449" name="Google Shape;449;p50"/>
          <p:cNvCxnSpPr/>
          <p:nvPr/>
        </p:nvCxnSpPr>
        <p:spPr>
          <a:xfrm>
            <a:off x="3047996" y="2137497"/>
            <a:ext cx="30480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0" name="Google Shape;450;p50"/>
          <p:cNvCxnSpPr/>
          <p:nvPr/>
        </p:nvCxnSpPr>
        <p:spPr>
          <a:xfrm>
            <a:off x="3047996" y="2987889"/>
            <a:ext cx="30480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1" name="Google Shape;451;p50"/>
          <p:cNvCxnSpPr/>
          <p:nvPr/>
        </p:nvCxnSpPr>
        <p:spPr>
          <a:xfrm>
            <a:off x="3047996" y="3810849"/>
            <a:ext cx="30480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52" name="Google Shape;452;p50"/>
          <p:cNvSpPr txBox="1"/>
          <p:nvPr>
            <p:ph idx="12" type="sldNum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53" name="Google Shape;453;p50"/>
          <p:cNvSpPr txBox="1"/>
          <p:nvPr>
            <p:ph idx="10" type="dt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4" name="Google Shape;454;p50"/>
          <p:cNvSpPr txBox="1"/>
          <p:nvPr>
            <p:ph idx="11" type="ftr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3">
  <p:cSld name="custom layout 13"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1"/>
          <p:cNvSpPr txBox="1"/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7" name="Google Shape;457;p51"/>
          <p:cNvSpPr/>
          <p:nvPr>
            <p:ph idx="2" type="pic"/>
          </p:nvPr>
        </p:nvSpPr>
        <p:spPr>
          <a:xfrm>
            <a:off x="5039917" y="879475"/>
            <a:ext cx="4104000" cy="37449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1"/>
          <p:cNvSpPr txBox="1"/>
          <p:nvPr>
            <p:ph idx="1" type="body"/>
          </p:nvPr>
        </p:nvSpPr>
        <p:spPr>
          <a:xfrm>
            <a:off x="1" y="879475"/>
            <a:ext cx="2700300" cy="1872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59" name="Google Shape;459;p51"/>
          <p:cNvSpPr txBox="1"/>
          <p:nvPr>
            <p:ph idx="3" type="body"/>
          </p:nvPr>
        </p:nvSpPr>
        <p:spPr>
          <a:xfrm>
            <a:off x="0" y="2752344"/>
            <a:ext cx="2700300" cy="187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60" name="Google Shape;460;p51"/>
          <p:cNvSpPr/>
          <p:nvPr>
            <p:ph idx="4" type="pic"/>
          </p:nvPr>
        </p:nvSpPr>
        <p:spPr>
          <a:xfrm>
            <a:off x="2700338" y="895692"/>
            <a:ext cx="2339700" cy="1855800"/>
          </a:xfrm>
          <a:prstGeom prst="rect">
            <a:avLst/>
          </a:prstGeom>
          <a:noFill/>
          <a:ln>
            <a:noFill/>
          </a:ln>
        </p:spPr>
      </p:sp>
      <p:sp>
        <p:nvSpPr>
          <p:cNvPr id="461" name="Google Shape;461;p51"/>
          <p:cNvSpPr/>
          <p:nvPr>
            <p:ph idx="5" type="pic"/>
          </p:nvPr>
        </p:nvSpPr>
        <p:spPr>
          <a:xfrm>
            <a:off x="2700338" y="2768544"/>
            <a:ext cx="2339700" cy="1855800"/>
          </a:xfrm>
          <a:prstGeom prst="rect">
            <a:avLst/>
          </a:prstGeom>
          <a:noFill/>
          <a:ln>
            <a:noFill/>
          </a:ln>
        </p:spPr>
      </p:sp>
      <p:sp>
        <p:nvSpPr>
          <p:cNvPr id="462" name="Google Shape;462;p51"/>
          <p:cNvSpPr txBox="1"/>
          <p:nvPr>
            <p:ph idx="12" type="sldNum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63" name="Google Shape;463;p51"/>
          <p:cNvSpPr txBox="1"/>
          <p:nvPr>
            <p:ph idx="10" type="dt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4" name="Google Shape;464;p51"/>
          <p:cNvSpPr txBox="1"/>
          <p:nvPr>
            <p:ph idx="11" type="ftr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5">
  <p:cSld name="custom layout 15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2"/>
          <p:cNvSpPr txBox="1"/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7" name="Google Shape;467;p52"/>
          <p:cNvSpPr txBox="1"/>
          <p:nvPr>
            <p:ph idx="1" type="body"/>
          </p:nvPr>
        </p:nvSpPr>
        <p:spPr>
          <a:xfrm>
            <a:off x="1350169" y="879480"/>
            <a:ext cx="1350300" cy="124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68" name="Google Shape;468;p52"/>
          <p:cNvSpPr/>
          <p:nvPr>
            <p:ph idx="2" type="pic"/>
          </p:nvPr>
        </p:nvSpPr>
        <p:spPr>
          <a:xfrm>
            <a:off x="2700337" y="895696"/>
            <a:ext cx="3743400" cy="3728700"/>
          </a:xfrm>
          <a:prstGeom prst="rect">
            <a:avLst/>
          </a:prstGeom>
          <a:noFill/>
          <a:ln>
            <a:noFill/>
          </a:ln>
        </p:spPr>
      </p:sp>
      <p:sp>
        <p:nvSpPr>
          <p:cNvPr id="469" name="Google Shape;469;p52"/>
          <p:cNvSpPr txBox="1"/>
          <p:nvPr>
            <p:ph idx="3" type="body"/>
          </p:nvPr>
        </p:nvSpPr>
        <p:spPr>
          <a:xfrm>
            <a:off x="1" y="879480"/>
            <a:ext cx="1350300" cy="124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8575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70" name="Google Shape;470;p52"/>
          <p:cNvSpPr txBox="1"/>
          <p:nvPr>
            <p:ph idx="4" type="body"/>
          </p:nvPr>
        </p:nvSpPr>
        <p:spPr>
          <a:xfrm>
            <a:off x="1350169" y="2127784"/>
            <a:ext cx="1350300" cy="1248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71" name="Google Shape;471;p52"/>
          <p:cNvSpPr txBox="1"/>
          <p:nvPr>
            <p:ph idx="5" type="body"/>
          </p:nvPr>
        </p:nvSpPr>
        <p:spPr>
          <a:xfrm>
            <a:off x="1" y="2127785"/>
            <a:ext cx="1350300" cy="1248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8575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72" name="Google Shape;472;p52"/>
          <p:cNvSpPr txBox="1"/>
          <p:nvPr>
            <p:ph idx="6" type="body"/>
          </p:nvPr>
        </p:nvSpPr>
        <p:spPr>
          <a:xfrm>
            <a:off x="1350169" y="3376088"/>
            <a:ext cx="1350300" cy="124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73" name="Google Shape;473;p52"/>
          <p:cNvSpPr txBox="1"/>
          <p:nvPr>
            <p:ph idx="7" type="body"/>
          </p:nvPr>
        </p:nvSpPr>
        <p:spPr>
          <a:xfrm>
            <a:off x="1" y="3376089"/>
            <a:ext cx="1350300" cy="124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8575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74" name="Google Shape;474;p52"/>
          <p:cNvSpPr txBox="1"/>
          <p:nvPr>
            <p:ph idx="8" type="body"/>
          </p:nvPr>
        </p:nvSpPr>
        <p:spPr>
          <a:xfrm>
            <a:off x="7793832" y="879476"/>
            <a:ext cx="1350300" cy="18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8575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529A43"/>
              </a:buClr>
              <a:buSzPts val="9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529A43"/>
              </a:buClr>
              <a:buSzPts val="1200"/>
              <a:buChar char="•"/>
              <a:defRPr sz="1200">
                <a:solidFill>
                  <a:srgbClr val="000000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29A43"/>
              </a:buClr>
              <a:buSzPts val="2000"/>
              <a:buNone/>
              <a:defRPr sz="2000">
                <a:solidFill>
                  <a:srgbClr val="000000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29A43"/>
              </a:buClr>
              <a:buSzPts val="1800"/>
              <a:buChar char="•"/>
              <a:defRPr sz="1800">
                <a:solidFill>
                  <a:srgbClr val="000000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29A43"/>
              </a:buClr>
              <a:buSzPts val="1800"/>
              <a:buChar char="•"/>
              <a:defRPr sz="1800">
                <a:solidFill>
                  <a:srgbClr val="000000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/>
        </p:txBody>
      </p:sp>
      <p:sp>
        <p:nvSpPr>
          <p:cNvPr id="475" name="Google Shape;475;p52"/>
          <p:cNvSpPr txBox="1"/>
          <p:nvPr>
            <p:ph idx="9" type="body"/>
          </p:nvPr>
        </p:nvSpPr>
        <p:spPr>
          <a:xfrm>
            <a:off x="7793832" y="2763758"/>
            <a:ext cx="1350300" cy="1860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8575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76" name="Google Shape;476;p52"/>
          <p:cNvSpPr txBox="1"/>
          <p:nvPr>
            <p:ph idx="13" type="body"/>
          </p:nvPr>
        </p:nvSpPr>
        <p:spPr>
          <a:xfrm>
            <a:off x="6443662" y="879476"/>
            <a:ext cx="1350300" cy="18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77" name="Google Shape;477;p52"/>
          <p:cNvSpPr txBox="1"/>
          <p:nvPr>
            <p:ph idx="14" type="body"/>
          </p:nvPr>
        </p:nvSpPr>
        <p:spPr>
          <a:xfrm>
            <a:off x="6443662" y="2763758"/>
            <a:ext cx="1350300" cy="1860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78" name="Google Shape;478;p52"/>
          <p:cNvSpPr txBox="1"/>
          <p:nvPr>
            <p:ph idx="12" type="sldNum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79" name="Google Shape;479;p52"/>
          <p:cNvSpPr txBox="1"/>
          <p:nvPr>
            <p:ph idx="10" type="dt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0" name="Google Shape;480;p52"/>
          <p:cNvSpPr txBox="1"/>
          <p:nvPr>
            <p:ph idx="11" type="ftr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6">
  <p:cSld name="custom layout 16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3"/>
          <p:cNvSpPr txBox="1"/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3" name="Google Shape;483;p53"/>
          <p:cNvSpPr/>
          <p:nvPr>
            <p:ph idx="2" type="pic"/>
          </p:nvPr>
        </p:nvSpPr>
        <p:spPr>
          <a:xfrm>
            <a:off x="5962650" y="898538"/>
            <a:ext cx="3181500" cy="3744900"/>
          </a:xfrm>
          <a:prstGeom prst="rect">
            <a:avLst/>
          </a:prstGeom>
          <a:noFill/>
          <a:ln>
            <a:noFill/>
          </a:ln>
        </p:spPr>
      </p:sp>
      <p:sp>
        <p:nvSpPr>
          <p:cNvPr id="484" name="Google Shape;484;p53"/>
          <p:cNvSpPr txBox="1"/>
          <p:nvPr>
            <p:ph idx="1" type="body"/>
          </p:nvPr>
        </p:nvSpPr>
        <p:spPr>
          <a:xfrm>
            <a:off x="0" y="898538"/>
            <a:ext cx="4085100" cy="46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27000" spcFirstLastPara="1" rIns="5400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Medium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indent="-33655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indent="-33655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85" name="Google Shape;485;p53"/>
          <p:cNvSpPr txBox="1"/>
          <p:nvPr>
            <p:ph idx="3" type="body"/>
          </p:nvPr>
        </p:nvSpPr>
        <p:spPr>
          <a:xfrm>
            <a:off x="0" y="1364457"/>
            <a:ext cx="4081800" cy="3279000"/>
          </a:xfrm>
          <a:prstGeom prst="rect">
            <a:avLst/>
          </a:prstGeom>
          <a:solidFill>
            <a:srgbClr val="E1E3E1"/>
          </a:solidFill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86" name="Google Shape;486;p53"/>
          <p:cNvSpPr txBox="1"/>
          <p:nvPr>
            <p:ph idx="4" type="body"/>
          </p:nvPr>
        </p:nvSpPr>
        <p:spPr>
          <a:xfrm>
            <a:off x="4104252" y="898538"/>
            <a:ext cx="1856100" cy="1867500"/>
          </a:xfrm>
          <a:prstGeom prst="rect">
            <a:avLst/>
          </a:prstGeom>
          <a:solidFill>
            <a:srgbClr val="E1E3E1"/>
          </a:solidFill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000"/>
              <a:buNone/>
              <a:defRPr sz="1000"/>
            </a:lvl1pPr>
            <a:lvl2pPr indent="-2921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2pPr>
            <a:lvl3pPr indent="-2921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3pPr>
            <a:lvl4pPr indent="-2921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87" name="Google Shape;487;p53"/>
          <p:cNvSpPr txBox="1"/>
          <p:nvPr>
            <p:ph idx="5" type="body"/>
          </p:nvPr>
        </p:nvSpPr>
        <p:spPr>
          <a:xfrm>
            <a:off x="4104252" y="2788920"/>
            <a:ext cx="1856100" cy="1854600"/>
          </a:xfrm>
          <a:prstGeom prst="rect">
            <a:avLst/>
          </a:prstGeom>
          <a:solidFill>
            <a:srgbClr val="E1E3E1"/>
          </a:solidFill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000"/>
              <a:buNone/>
              <a:defRPr sz="1000"/>
            </a:lvl1pPr>
            <a:lvl2pPr indent="-2921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2pPr>
            <a:lvl3pPr indent="-2921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3pPr>
            <a:lvl4pPr indent="-2921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4pPr>
            <a:lvl5pPr indent="-2921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88" name="Google Shape;488;p53"/>
          <p:cNvSpPr txBox="1"/>
          <p:nvPr>
            <p:ph idx="12" type="sldNum"/>
          </p:nvPr>
        </p:nvSpPr>
        <p:spPr>
          <a:xfrm>
            <a:off x="338137" y="4744094"/>
            <a:ext cx="440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9" name="Google Shape;489;p53"/>
          <p:cNvSpPr txBox="1"/>
          <p:nvPr>
            <p:ph idx="10" type="dt"/>
          </p:nvPr>
        </p:nvSpPr>
        <p:spPr>
          <a:xfrm>
            <a:off x="892775" y="4744094"/>
            <a:ext cx="905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0" name="Google Shape;490;p53"/>
          <p:cNvSpPr txBox="1"/>
          <p:nvPr>
            <p:ph idx="11" type="ftr"/>
          </p:nvPr>
        </p:nvSpPr>
        <p:spPr>
          <a:xfrm>
            <a:off x="4998308" y="4744094"/>
            <a:ext cx="291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45700" lIns="0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93" name="Google Shape;493;p5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94" name="Google Shape;494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theme" Target="../theme/theme1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b="1" i="0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38138" y="889824"/>
            <a:ext cx="8452200" cy="37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3302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9563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275"/>
              <a:buFont typeface="Arial"/>
              <a:buChar char="•"/>
              <a:defRPr b="0" i="0" sz="12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9563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275"/>
              <a:buFont typeface="Arial"/>
              <a:buChar char="•"/>
              <a:defRPr b="0" i="0" sz="12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9563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275"/>
              <a:buFont typeface="Arial"/>
              <a:buChar char="•"/>
              <a:defRPr b="0" i="0" sz="12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9563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275"/>
              <a:buFont typeface="Arial"/>
              <a:buChar char="•"/>
              <a:defRPr b="0" i="0" sz="12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883544" y="4733778"/>
            <a:ext cx="928177" cy="285878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  <p15:guide id="3" pos="213">
          <p15:clr>
            <a:srgbClr val="F26B43"/>
          </p15:clr>
        </p15:guide>
        <p15:guide id="4" pos="5537">
          <p15:clr>
            <a:srgbClr val="F26B43"/>
          </p15:clr>
        </p15:guide>
        <p15:guide id="5" orient="horz" pos="170">
          <p15:clr>
            <a:srgbClr val="F26B43"/>
          </p15:clr>
        </p15:guide>
        <p15:guide id="6" orient="horz" pos="2925">
          <p15:clr>
            <a:srgbClr val="F26B43"/>
          </p15:clr>
        </p15:guide>
        <p15:guide id="7" pos="1988">
          <p15:clr>
            <a:srgbClr val="F26B43"/>
          </p15:clr>
        </p15:guide>
        <p15:guide id="8" pos="37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ncbi.nlm.nih.gov/snp/rs6983267" TargetMode="External"/><Relationship Id="rId4" Type="http://schemas.openxmlformats.org/officeDocument/2006/relationships/hyperlink" Target="https://www.ncbi.nlm.nih.gov/snp/rs67491583" TargetMode="External"/><Relationship Id="rId5" Type="http://schemas.openxmlformats.org/officeDocument/2006/relationships/hyperlink" Target="https://regulation.ensembl.org/2025-12/genome/homo_sapiens?location=8:127731826-127746559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ebi.ac.uk/ols4/ontologies/efo/classes/http%253A%252F%252Fwww.ebi.ac.uk%252Fefo%252FEFO_0002824?lang=en" TargetMode="External"/><Relationship Id="rId4" Type="http://schemas.openxmlformats.org/officeDocument/2006/relationships/hyperlink" Target="https://www.ebi.ac.uk/ols4/ontologies/clo/classes/http%253A%252F%252Fpurl.obolibrary.org%252Fobo%252FCLO_0002172?lang=en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regulation.ensembl.org/2025-12/genome/mus_musculus?location=6:6862400-6883174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55"/>
          <p:cNvSpPr txBox="1"/>
          <p:nvPr>
            <p:ph type="title"/>
          </p:nvPr>
        </p:nvSpPr>
        <p:spPr>
          <a:xfrm>
            <a:off x="548650" y="770925"/>
            <a:ext cx="5537700" cy="1415400"/>
          </a:xfrm>
          <a:prstGeom prst="rect">
            <a:avLst/>
          </a:prstGeom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Integrative Case Study: Non-coding Variant Interpretation</a:t>
            </a:r>
            <a:endParaRPr/>
          </a:p>
        </p:txBody>
      </p:sp>
      <p:sp>
        <p:nvSpPr>
          <p:cNvPr id="500" name="Google Shape;500;p55"/>
          <p:cNvSpPr txBox="1"/>
          <p:nvPr>
            <p:ph idx="4" type="body"/>
          </p:nvPr>
        </p:nvSpPr>
        <p:spPr>
          <a:xfrm>
            <a:off x="640557" y="2310299"/>
            <a:ext cx="4867800" cy="5262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en-GB"/>
              <a:t>Session 6</a:t>
            </a:r>
            <a:endParaRPr/>
          </a:p>
        </p:txBody>
      </p:sp>
      <p:sp>
        <p:nvSpPr>
          <p:cNvPr id="501" name="Google Shape;501;p55"/>
          <p:cNvSpPr txBox="1"/>
          <p:nvPr/>
        </p:nvSpPr>
        <p:spPr>
          <a:xfrm>
            <a:off x="640550" y="2755532"/>
            <a:ext cx="53220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FFFFFF"/>
                </a:solidFill>
              </a:rPr>
              <a:t>T6: Making the most of cis-regulatory annotations for genome-scale analysis</a:t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502" name="Google Shape;502;p55"/>
          <p:cNvSpPr txBox="1"/>
          <p:nvPr/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800"/>
              <a:buFont typeface="Arial"/>
              <a:buNone/>
            </a:pPr>
            <a:r>
              <a:rPr b="1" lang="en-GB" sz="1800">
                <a:solidFill>
                  <a:srgbClr val="007B53"/>
                </a:solidFill>
              </a:rPr>
              <a:t>Gabriela A. Merino</a:t>
            </a:r>
            <a:endParaRPr b="1" i="0" sz="1800" u="none" cap="none" strike="noStrike">
              <a:solidFill>
                <a:srgbClr val="007B5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55"/>
          <p:cNvSpPr txBox="1"/>
          <p:nvPr/>
        </p:nvSpPr>
        <p:spPr>
          <a:xfrm>
            <a:off x="640546" y="3896000"/>
            <a:ext cx="47130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200"/>
              <a:buFont typeface="Arial"/>
              <a:buNone/>
            </a:pPr>
            <a:r>
              <a:rPr b="1" lang="en-GB" sz="1200">
                <a:solidFill>
                  <a:srgbClr val="000000"/>
                </a:solidFill>
              </a:rPr>
              <a:t>Senior Bioinformatician, Ensembl Regulation, EMBL-EBI</a:t>
            </a:r>
            <a:endParaRPr/>
          </a:p>
        </p:txBody>
      </p:sp>
      <p:sp>
        <p:nvSpPr>
          <p:cNvPr id="504" name="Google Shape;504;p55"/>
          <p:cNvSpPr txBox="1"/>
          <p:nvPr/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200"/>
              <a:buFont typeface="Arial"/>
              <a:buNone/>
            </a:pPr>
            <a:r>
              <a:rPr lang="en-GB" sz="1200">
                <a:solidFill>
                  <a:srgbClr val="000000"/>
                </a:solidFill>
              </a:rPr>
              <a:t>03/09/2026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56"/>
          <p:cNvSpPr txBox="1"/>
          <p:nvPr>
            <p:ph idx="1" type="body"/>
          </p:nvPr>
        </p:nvSpPr>
        <p:spPr>
          <a:xfrm>
            <a:off x="338150" y="889825"/>
            <a:ext cx="8452200" cy="36237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GB"/>
              <a:t>Earlier sessions introduced the following components:</a:t>
            </a:r>
            <a:endParaRPr/>
          </a:p>
          <a:p>
            <a:pPr indent="-330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600"/>
              <a:buChar char="✓"/>
            </a:pPr>
            <a:r>
              <a:rPr i="1" lang="en-GB"/>
              <a:t>Session 1:</a:t>
            </a:r>
            <a:r>
              <a:rPr lang="en-GB"/>
              <a:t> What cis-regulatory annotations are and why they matter.</a:t>
            </a:r>
            <a:endParaRPr/>
          </a:p>
          <a:p>
            <a:pPr indent="-330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600"/>
              <a:buChar char="✓"/>
            </a:pPr>
            <a:r>
              <a:rPr i="1" lang="en-GB"/>
              <a:t>Session 2</a:t>
            </a:r>
            <a:r>
              <a:rPr lang="en-GB"/>
              <a:t> and </a:t>
            </a:r>
            <a:r>
              <a:rPr i="1" lang="en-GB"/>
              <a:t>Session 3</a:t>
            </a:r>
            <a:r>
              <a:rPr lang="en-GB"/>
              <a:t>: How major resources define and provide regulatory annotations and supporting evidence.</a:t>
            </a:r>
            <a:endParaRPr/>
          </a:p>
          <a:p>
            <a:pPr indent="-330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600"/>
              <a:buChar char="✓"/>
            </a:pPr>
            <a:r>
              <a:rPr i="1" lang="en-GB"/>
              <a:t>Session 4</a:t>
            </a:r>
            <a:r>
              <a:rPr lang="en-GB"/>
              <a:t>: How to work with and analyze different </a:t>
            </a:r>
            <a:r>
              <a:rPr lang="en-GB"/>
              <a:t>annotation</a:t>
            </a:r>
            <a:r>
              <a:rPr lang="en-GB"/>
              <a:t> and evidence files in R and Python.</a:t>
            </a:r>
            <a:endParaRPr/>
          </a:p>
          <a:p>
            <a:pPr indent="-330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600"/>
              <a:buChar char="✓"/>
            </a:pPr>
            <a:r>
              <a:rPr i="1" lang="en-GB"/>
              <a:t>Session 5</a:t>
            </a:r>
            <a:r>
              <a:rPr lang="en-GB"/>
              <a:t>: How to inspect tracks and annotations in IGV.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GB"/>
              <a:t>This session </a:t>
            </a:r>
            <a:r>
              <a:rPr b="1" lang="en-GB"/>
              <a:t>integrates all the previous sessions in a realistic analysis workflow for interpreting non-coding variants.</a:t>
            </a:r>
            <a:endParaRPr b="1"/>
          </a:p>
        </p:txBody>
      </p:sp>
      <p:sp>
        <p:nvSpPr>
          <p:cNvPr id="510" name="Google Shape;510;p56"/>
          <p:cNvSpPr txBox="1"/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Recap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57"/>
          <p:cNvSpPr txBox="1"/>
          <p:nvPr>
            <p:ph idx="1" type="body"/>
          </p:nvPr>
        </p:nvSpPr>
        <p:spPr>
          <a:xfrm>
            <a:off x="338138" y="889824"/>
            <a:ext cx="8452200" cy="37116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-330200" lvl="0" marL="457200" rtl="0" algn="l">
              <a:lnSpc>
                <a:spcPct val="200000"/>
              </a:lnSpc>
              <a:spcBef>
                <a:spcPts val="750"/>
              </a:spcBef>
              <a:spcAft>
                <a:spcPts val="0"/>
              </a:spcAft>
              <a:buSzPts val="1600"/>
              <a:buChar char="✓"/>
            </a:pPr>
            <a:r>
              <a:rPr lang="en-GB"/>
              <a:t>Students are grouped into 4-5 working groups, ideally up to 5 members per team.</a:t>
            </a:r>
            <a:endParaRPr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✓"/>
            </a:pPr>
            <a:r>
              <a:rPr lang="en-GB"/>
              <a:t>Two case studies are presented.</a:t>
            </a:r>
            <a:endParaRPr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✓"/>
            </a:pPr>
            <a:r>
              <a:rPr lang="en-GB"/>
              <a:t>Each group is assigned to one of the two case studies.</a:t>
            </a:r>
            <a:endParaRPr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✓"/>
            </a:pPr>
            <a:r>
              <a:rPr lang="en-GB"/>
              <a:t>Attendees have ~45 minutes for working in the hands-on.</a:t>
            </a:r>
            <a:endParaRPr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✓"/>
            </a:pPr>
            <a:r>
              <a:rPr lang="en-GB"/>
              <a:t>Each group select one member that share the results to the class in the discussion round.</a:t>
            </a:r>
            <a:endParaRPr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✓"/>
            </a:pPr>
            <a:r>
              <a:rPr lang="en-GB"/>
              <a:t>Wrap-up and closing remarks.</a:t>
            </a:r>
            <a:endParaRPr/>
          </a:p>
        </p:txBody>
      </p:sp>
      <p:sp>
        <p:nvSpPr>
          <p:cNvPr id="516" name="Google Shape;516;p57"/>
          <p:cNvSpPr txBox="1"/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Format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58"/>
          <p:cNvSpPr txBox="1"/>
          <p:nvPr>
            <p:ph idx="1" type="body"/>
          </p:nvPr>
        </p:nvSpPr>
        <p:spPr>
          <a:xfrm>
            <a:off x="338138" y="889824"/>
            <a:ext cx="8452200" cy="37116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SzPts val="1600"/>
              <a:buChar char="✓"/>
            </a:pPr>
            <a:r>
              <a:rPr lang="en-GB"/>
              <a:t>The 8q24 cancer risk variants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rs6983267</a:t>
            </a:r>
            <a:r>
              <a:rPr lang="en-GB"/>
              <a:t> </a:t>
            </a:r>
            <a:r>
              <a:rPr lang="en-GB"/>
              <a:t>and </a:t>
            </a:r>
            <a:r>
              <a:rPr lang="en-GB" u="sng">
                <a:solidFill>
                  <a:schemeClr val="hlink"/>
                </a:solidFill>
                <a:hlinkClick r:id="rId4"/>
              </a:rPr>
              <a:t>rs67491583</a:t>
            </a:r>
            <a:r>
              <a:rPr lang="en-GB"/>
              <a:t> show </a:t>
            </a:r>
            <a:r>
              <a:rPr lang="en-GB"/>
              <a:t>long-range interaction with </a:t>
            </a:r>
            <a:r>
              <a:rPr lang="en-GB" u="sng">
                <a:solidFill>
                  <a:schemeClr val="hlink"/>
                </a:solidFill>
                <a:hlinkClick r:id="rId5"/>
              </a:rPr>
              <a:t>MYC</a:t>
            </a:r>
            <a:r>
              <a:rPr lang="en-GB"/>
              <a:t> in colorectal cancer </a:t>
            </a:r>
            <a:r>
              <a:rPr baseline="30000" lang="en-GB"/>
              <a:t>1,2</a:t>
            </a:r>
            <a:r>
              <a:rPr lang="en-GB"/>
              <a:t>.</a:t>
            </a:r>
            <a:endParaRPr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✓"/>
            </a:pPr>
            <a:r>
              <a:rPr lang="en-GB"/>
              <a:t>MYC is one of the most important oncogenes in cancer</a:t>
            </a:r>
            <a:r>
              <a:rPr baseline="30000" lang="en-GB"/>
              <a:t>3</a:t>
            </a:r>
            <a:r>
              <a:rPr lang="en-GB"/>
              <a:t>:</a:t>
            </a:r>
            <a:endParaRPr/>
          </a:p>
          <a:p>
            <a:pPr indent="-330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/>
              <a:t>It is activated in the vast majority of cancers by genetic, epigenetic or post-translational mechanisms.</a:t>
            </a:r>
            <a:endParaRPr/>
          </a:p>
          <a:p>
            <a:pPr indent="-330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/>
              <a:t>Its activation drives cancer progression through mechanisms involving either the cell-intrinsic acquisition of hallmarks of cancer or dysregulation of the tumour microenvironment and host immune responses.</a:t>
            </a:r>
            <a:endParaRPr/>
          </a:p>
          <a:p>
            <a:pPr indent="-330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/>
              <a:t>Currently, no direct inhibitors of MYC are approved; however, many therapeutic agents targeting MYC are under development.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58"/>
          <p:cNvSpPr txBox="1"/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Case study 1: Human disease locus MYC / 8q24 </a:t>
            </a:r>
            <a:endParaRPr/>
          </a:p>
        </p:txBody>
      </p:sp>
      <p:sp>
        <p:nvSpPr>
          <p:cNvPr id="523" name="Google Shape;523;p58"/>
          <p:cNvSpPr txBox="1"/>
          <p:nvPr/>
        </p:nvSpPr>
        <p:spPr>
          <a:xfrm>
            <a:off x="65850" y="4181750"/>
            <a:ext cx="7732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-GB" sz="800"/>
              <a:t>1</a:t>
            </a:r>
            <a:r>
              <a:rPr lang="en-GB" sz="800"/>
              <a:t>Pomerantz, Mark M et al. “The 8q24 cancer risk variant rs6983267 shows long-range interaction with MYC in colorectal cancer.” Nature genetics vol. 41,8 (2009): 882-4. doi:10.1038/ng.403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-GB" sz="800">
                <a:solidFill>
                  <a:schemeClr val="dk1"/>
                </a:solidFill>
              </a:rPr>
              <a:t>2</a:t>
            </a:r>
            <a:r>
              <a:rPr lang="en-GB" sz="800">
                <a:solidFill>
                  <a:schemeClr val="dk1"/>
                </a:solidFill>
              </a:rPr>
              <a:t>Tuupanen, Sari et al. “Characterization of the colorectal cancer-associated enhancer MYC-335 at 8q24: the role of rs67491583.” Cancer genetics vol. 205,1-2 (2012): 25-33. doi:10.1016/j.cancergen.2012.01.005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-GB" sz="800">
                <a:solidFill>
                  <a:schemeClr val="dk1"/>
                </a:solidFill>
              </a:rPr>
              <a:t>3</a:t>
            </a:r>
            <a:r>
              <a:rPr lang="en-GB" sz="800">
                <a:solidFill>
                  <a:schemeClr val="dk1"/>
                </a:solidFill>
              </a:rPr>
              <a:t>Dhanasekaran, Renumathy et al. “The MYC oncogene — the grand orchestrator of cancer growth and immune evasion.” Nature Reviews Clinical Oncology vol. 19, 23–36 (2022). doi:10.1038/s41571-021-00549-2</a:t>
            </a:r>
            <a:endParaRPr sz="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59"/>
          <p:cNvSpPr txBox="1"/>
          <p:nvPr>
            <p:ph idx="1" type="body"/>
          </p:nvPr>
        </p:nvSpPr>
        <p:spPr>
          <a:xfrm>
            <a:off x="338138" y="889824"/>
            <a:ext cx="8452200" cy="37116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SzPts val="1600"/>
              <a:buChar char="✓"/>
            </a:pPr>
            <a:r>
              <a:rPr lang="en-GB"/>
              <a:t>Main question: </a:t>
            </a:r>
            <a:r>
              <a:rPr i="1" lang="en-GB"/>
              <a:t>Do these 8q24 non-coding variants overlap regulatory elements that could plausibly influence MYC in a colorectal-relevant context?</a:t>
            </a:r>
            <a:endParaRPr i="1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✓"/>
            </a:pPr>
            <a:r>
              <a:rPr lang="en-GB"/>
              <a:t>Guiding questions: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How far are the variants from the MYC gene? Could it be possible that these variants belong to a regulatory region?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Do the CREs containing rs6983267 and rs67491583 show tissue- or context-specific enhancer activity?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u="sng">
                <a:solidFill>
                  <a:schemeClr val="hlink"/>
                </a:solidFill>
                <a:hlinkClick r:id="rId3"/>
              </a:rPr>
              <a:t>HCT116</a:t>
            </a:r>
            <a:r>
              <a:rPr lang="en-GB"/>
              <a:t> and </a:t>
            </a:r>
            <a:r>
              <a:rPr lang="en-GB" u="sng">
                <a:solidFill>
                  <a:schemeClr val="hlink"/>
                </a:solidFill>
                <a:hlinkClick r:id="rId4"/>
              </a:rPr>
              <a:t>Caco-2</a:t>
            </a:r>
            <a:r>
              <a:rPr lang="en-GB"/>
              <a:t> are colorectal cancer cell lines. Are they included in the studied resources? If yes, which epigenomic evidence is available for each of them?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How is the regulatory activity in the locus for HCT116 and Caco-2?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Do the CREs annotation resources show agreement in the studied locus?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59"/>
          <p:cNvSpPr txBox="1"/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Case study 1: Human disease locus MYC / 8q24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60"/>
          <p:cNvSpPr txBox="1"/>
          <p:nvPr>
            <p:ph idx="1" type="body"/>
          </p:nvPr>
        </p:nvSpPr>
        <p:spPr>
          <a:xfrm>
            <a:off x="338138" y="889824"/>
            <a:ext cx="8452200" cy="37116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SzPts val="1600"/>
              <a:buChar char="✓"/>
            </a:pPr>
            <a:r>
              <a:rPr lang="en-GB"/>
              <a:t>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Dlx5/Dlx6</a:t>
            </a:r>
            <a:r>
              <a:rPr lang="en-GB"/>
              <a:t> intergenic region contains the conserved enhancer I56i (GRCm39/mm10, chr6:6,869,098-6,869,533), which has been described as a forebrain enhancer active in GABAergic interneuron development </a:t>
            </a:r>
            <a:r>
              <a:rPr baseline="30000" lang="en-GB"/>
              <a:t>4</a:t>
            </a:r>
            <a:r>
              <a:rPr lang="en-GB"/>
              <a:t>. </a:t>
            </a:r>
            <a:endParaRPr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✓"/>
            </a:pPr>
            <a:r>
              <a:rPr lang="en-GB"/>
              <a:t>chr6:6,869,492 A&gt;G in I56i was reported to impair enhancer activity in the developing forebrain and adult cortex </a:t>
            </a:r>
            <a:r>
              <a:rPr baseline="30000" lang="en-GB"/>
              <a:t>4</a:t>
            </a:r>
            <a:r>
              <a:rPr lang="en-GB"/>
              <a:t>.</a:t>
            </a:r>
            <a:endParaRPr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✓"/>
            </a:pPr>
            <a:r>
              <a:rPr lang="en-GB"/>
              <a:t>The location of the SNP coincides with one of the two putative Dlx binding sites within I56i</a:t>
            </a:r>
            <a:r>
              <a:rPr lang="en-GB"/>
              <a:t>. This region of I56i </a:t>
            </a:r>
            <a:r>
              <a:rPr lang="en-GB"/>
              <a:t>also encodes the second exon of the long polyadenylated non-coding RNA (lpncRNA) Evf2 (Dlx6os1).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60"/>
          <p:cNvSpPr txBox="1"/>
          <p:nvPr>
            <p:ph type="title"/>
          </p:nvPr>
        </p:nvSpPr>
        <p:spPr>
          <a:xfrm>
            <a:off x="186525" y="269875"/>
            <a:ext cx="8859000" cy="518400"/>
          </a:xfrm>
          <a:prstGeom prst="rect">
            <a:avLst/>
          </a:prstGeom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Case study 2: </a:t>
            </a:r>
            <a:r>
              <a:rPr lang="en-GB"/>
              <a:t>Mouse Dlx5/Dlx6 and the I56i enhancer</a:t>
            </a:r>
            <a:r>
              <a:rPr lang="en-GB"/>
              <a:t> </a:t>
            </a:r>
            <a:endParaRPr/>
          </a:p>
        </p:txBody>
      </p:sp>
      <p:sp>
        <p:nvSpPr>
          <p:cNvPr id="536" name="Google Shape;536;p60"/>
          <p:cNvSpPr txBox="1"/>
          <p:nvPr/>
        </p:nvSpPr>
        <p:spPr>
          <a:xfrm>
            <a:off x="45750" y="4643450"/>
            <a:ext cx="773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-GB" sz="800"/>
              <a:t>4</a:t>
            </a:r>
            <a:r>
              <a:rPr lang="en-GB" sz="800"/>
              <a:t>Poitras, Luc, et al. "An SNP in an ultraconserved regulatory element affects Dlx5/Dlx6 regulation in the forebrain." Development 137.18 (2010): 3089-3097.</a:t>
            </a:r>
            <a:endParaRPr sz="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61"/>
          <p:cNvSpPr txBox="1"/>
          <p:nvPr>
            <p:ph idx="1" type="body"/>
          </p:nvPr>
        </p:nvSpPr>
        <p:spPr>
          <a:xfrm>
            <a:off x="338138" y="889824"/>
            <a:ext cx="8452200" cy="3711600"/>
          </a:xfrm>
          <a:prstGeom prst="rect">
            <a:avLst/>
          </a:prstGeom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SzPts val="1600"/>
              <a:buChar char="✓"/>
            </a:pPr>
            <a:r>
              <a:rPr lang="en-GB"/>
              <a:t>Main question: </a:t>
            </a:r>
            <a:r>
              <a:rPr i="1" lang="en-GB"/>
              <a:t>Does the I56i candidate sequence correspond to a current regulatory annotation near Dlx5/Dlx6? How strong is the evidence that it acts as a forebrain enhancer?</a:t>
            </a:r>
            <a:endParaRPr i="1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✓"/>
            </a:pPr>
            <a:r>
              <a:rPr lang="en-GB"/>
              <a:t>Guiding questions: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Are there regulatory elements in the Dlx5/Dlx6 locus?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Is the region strongly regulated in forebrain developmental stages? 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Do the epigenomic evidence tracks support the I56i enhancer region? 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Do the CREs annotation resources show agreement in the studied locus?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61"/>
          <p:cNvSpPr txBox="1"/>
          <p:nvPr>
            <p:ph type="title"/>
          </p:nvPr>
        </p:nvSpPr>
        <p:spPr>
          <a:xfrm>
            <a:off x="167600" y="269875"/>
            <a:ext cx="8929500" cy="518400"/>
          </a:xfrm>
          <a:prstGeom prst="rect">
            <a:avLst/>
          </a:prstGeom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Case study 2: Mouse Dlx5/Dlx6 and the I56i enhancer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62"/>
          <p:cNvSpPr txBox="1"/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Hands-on!</a:t>
            </a:r>
            <a:endParaRPr/>
          </a:p>
        </p:txBody>
      </p:sp>
      <p:pic>
        <p:nvPicPr>
          <p:cNvPr id="548" name="Google Shape;548;p62"/>
          <p:cNvPicPr preferRelativeResize="0"/>
          <p:nvPr/>
        </p:nvPicPr>
        <p:blipFill rotWithShape="1">
          <a:blip r:embed="rId3">
            <a:alphaModFix/>
          </a:blip>
          <a:srcRect b="13570" l="0" r="0" t="14858"/>
          <a:stretch/>
        </p:blipFill>
        <p:spPr>
          <a:xfrm>
            <a:off x="7300425" y="0"/>
            <a:ext cx="1843575" cy="131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63"/>
          <p:cNvSpPr txBox="1"/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Teams discussion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64"/>
          <p:cNvSpPr txBox="1"/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Closing remarks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Design">
  <a:themeElements>
    <a:clrScheme name="EMBL template">
      <a:dk1>
        <a:srgbClr val="000000"/>
      </a:dk1>
      <a:lt1>
        <a:srgbClr val="FFFFFF"/>
      </a:lt1>
      <a:dk2>
        <a:srgbClr val="007B53"/>
      </a:dk2>
      <a:lt2>
        <a:srgbClr val="707372"/>
      </a:lt2>
      <a:accent1>
        <a:srgbClr val="18974C"/>
      </a:accent1>
      <a:accent2>
        <a:srgbClr val="A1BE1F"/>
      </a:accent2>
      <a:accent3>
        <a:srgbClr val="F49E17"/>
      </a:accent3>
      <a:accent4>
        <a:srgbClr val="F4C61F"/>
      </a:accent4>
      <a:accent5>
        <a:srgbClr val="D41645"/>
      </a:accent5>
      <a:accent6>
        <a:srgbClr val="3B6FB6"/>
      </a:accent6>
      <a:hlink>
        <a:srgbClr val="2A57A3"/>
      </a:hlink>
      <a:folHlink>
        <a:srgbClr val="73459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