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01"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embeddedFontLst>
    <p:embeddedFont>
      <p:font typeface="Arial Black" panose="020B0604020202020204" pitchFamily="34" charset="0"/>
      <p:bold r:id="rId12"/>
    </p:embeddedFont>
    <p:embeddedFont>
      <p:font typeface="Franklin Gothic" panose="020B0603020102020204" pitchFamily="34" charset="0"/>
      <p:regular r:id="rId13"/>
      <p:bold r:id="rId14"/>
      <p:italic r:id="rId15"/>
      <p:boldItalic r:id="rId16"/>
    </p:embeddedFont>
    <p:embeddedFont>
      <p:font typeface="Libre Franklin" pitchFamily="2" charset="77"/>
      <p:regular r:id="rId17"/>
      <p:bold r:id="rId18"/>
      <p:italic r:id="rId19"/>
      <p:boldItalic r:id="rId20"/>
    </p:embeddedFont>
    <p:embeddedFont>
      <p:font typeface="Libre Franklin Medium" pitchFamily="2" charset="77"/>
      <p:regular r:id="rId21"/>
      <p:italic r:id="rId22"/>
    </p:embeddedFont>
    <p:embeddedFont>
      <p:font typeface="Libre Franklin Thin" pitchFamily="2" charset="77"/>
      <p:regular r:id="rId23"/>
      <p:italic r:id="rId2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8974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35" d="100"/>
          <a:sy n="135" d="100"/>
        </p:scale>
        <p:origin x="168" y="48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font" Target="fonts/font7.fntdata"/><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10.fntdata"/><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24" Type="http://schemas.openxmlformats.org/officeDocument/2006/relationships/font" Target="fonts/font13.fntdata"/><Relationship Id="rId5" Type="http://schemas.openxmlformats.org/officeDocument/2006/relationships/slide" Target="slides/slide4.xml"/><Relationship Id="rId15" Type="http://schemas.openxmlformats.org/officeDocument/2006/relationships/font" Target="fonts/font4.fntdata"/><Relationship Id="rId23" Type="http://schemas.openxmlformats.org/officeDocument/2006/relationships/font" Target="fonts/font12.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 Id="rId22" Type="http://schemas.openxmlformats.org/officeDocument/2006/relationships/font" Target="fonts/font11.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5"/>
        <p:cNvGrpSpPr/>
        <p:nvPr/>
      </p:nvGrpSpPr>
      <p:grpSpPr>
        <a:xfrm>
          <a:off x="0" y="0"/>
          <a:ext cx="0" cy="0"/>
          <a:chOff x="0" y="0"/>
          <a:chExt cx="0" cy="0"/>
        </a:xfrm>
      </p:grpSpPr>
      <p:sp>
        <p:nvSpPr>
          <p:cNvPr id="496" name="Google Shape;496;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7" name="Google Shape;497;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5"/>
        <p:cNvGrpSpPr/>
        <p:nvPr/>
      </p:nvGrpSpPr>
      <p:grpSpPr>
        <a:xfrm>
          <a:off x="0" y="0"/>
          <a:ext cx="0" cy="0"/>
          <a:chOff x="0" y="0"/>
          <a:chExt cx="0" cy="0"/>
        </a:xfrm>
      </p:grpSpPr>
      <p:sp>
        <p:nvSpPr>
          <p:cNvPr id="506" name="Google Shape;506;g3d0d3bf5493_0_4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7" name="Google Shape;507;g3d0d3bf5493_0_4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3efd4ef16f9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3efd4ef16f9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g3d0d3bf5493_0_5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9" name="Google Shape;519;g3d0d3bf5493_0_5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4"/>
        <p:cNvGrpSpPr/>
        <p:nvPr/>
      </p:nvGrpSpPr>
      <p:grpSpPr>
        <a:xfrm>
          <a:off x="0" y="0"/>
          <a:ext cx="0" cy="0"/>
          <a:chOff x="0" y="0"/>
          <a:chExt cx="0" cy="0"/>
        </a:xfrm>
      </p:grpSpPr>
      <p:sp>
        <p:nvSpPr>
          <p:cNvPr id="525" name="Google Shape;525;g3efd4ef16f9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6" name="Google Shape;526;g3efd4ef16f9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0"/>
        <p:cNvGrpSpPr/>
        <p:nvPr/>
      </p:nvGrpSpPr>
      <p:grpSpPr>
        <a:xfrm>
          <a:off x="0" y="0"/>
          <a:ext cx="0" cy="0"/>
          <a:chOff x="0" y="0"/>
          <a:chExt cx="0" cy="0"/>
        </a:xfrm>
      </p:grpSpPr>
      <p:sp>
        <p:nvSpPr>
          <p:cNvPr id="531" name="Google Shape;531;g3efd4ef16f9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2" name="Google Shape;532;g3efd4ef16f9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Google Shape;538;g3efd4ef16f9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9" name="Google Shape;539;g3efd4ef16f9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g3d0d3bf5493_0_5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5" name="Google Shape;545;g3d0d3bf5493_0_5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g3efd4ef16f9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1" name="Google Shape;551;g3efd4ef16f9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1.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3.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4.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5.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6.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7.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9.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9.jp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2.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3"/>
        <p:cNvGrpSpPr/>
        <p:nvPr/>
      </p:nvGrpSpPr>
      <p:grpSpPr>
        <a:xfrm>
          <a:off x="0" y="0"/>
          <a:ext cx="0" cy="0"/>
          <a:chOff x="0" y="0"/>
          <a:chExt cx="0" cy="0"/>
        </a:xfrm>
      </p:grpSpPr>
      <p:sp>
        <p:nvSpPr>
          <p:cNvPr id="14" name="Google Shape;14;p3"/>
          <p:cNvSpPr/>
          <p:nvPr/>
        </p:nvSpPr>
        <p:spPr>
          <a:xfrm>
            <a:off x="7793831" y="4557712"/>
            <a:ext cx="1143000" cy="5286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013"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_and_elements_white">
  <p:cSld name="Title_and_elements_white">
    <p:spTree>
      <p:nvGrpSpPr>
        <p:cNvPr id="1" name="Shape 15"/>
        <p:cNvGrpSpPr/>
        <p:nvPr/>
      </p:nvGrpSpPr>
      <p:grpSpPr>
        <a:xfrm>
          <a:off x="0" y="0"/>
          <a:ext cx="0" cy="0"/>
          <a:chOff x="0" y="0"/>
          <a:chExt cx="0" cy="0"/>
        </a:xfrm>
      </p:grpSpPr>
      <p:sp>
        <p:nvSpPr>
          <p:cNvPr id="16" name="Google Shape;16;p4"/>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4"/>
          <p:cNvSpPr txBox="1">
            <a:spLocks noGrp="1"/>
          </p:cNvSpPr>
          <p:nvPr>
            <p:ph type="body" idx="1"/>
          </p:nvPr>
        </p:nvSpPr>
        <p:spPr>
          <a:xfrm>
            <a:off x="338138" y="889824"/>
            <a:ext cx="8452200" cy="3711600"/>
          </a:xfrm>
          <a:prstGeom prst="rect">
            <a:avLst/>
          </a:prstGeom>
          <a:noFill/>
          <a:ln>
            <a:noFill/>
          </a:ln>
        </p:spPr>
        <p:txBody>
          <a:bodyPr spcFirstLastPara="1" wrap="square" lIns="0" tIns="45700" rIns="91425" bIns="45700" anchor="t" anchorCtr="0">
            <a:noAutofit/>
          </a:bodyPr>
          <a:lstStyle>
            <a:lvl1pPr marL="457200" lvl="0" indent="-330200" algn="l">
              <a:lnSpc>
                <a:spcPct val="90000"/>
              </a:lnSpc>
              <a:spcBef>
                <a:spcPts val="750"/>
              </a:spcBef>
              <a:spcAft>
                <a:spcPts val="0"/>
              </a:spcAft>
              <a:buSzPts val="1600"/>
              <a:buChar char="•"/>
              <a:defRPr sz="1600"/>
            </a:lvl1pPr>
            <a:lvl2pPr marL="914400" lvl="1" indent="-317500" algn="l">
              <a:lnSpc>
                <a:spcPct val="90000"/>
              </a:lnSpc>
              <a:spcBef>
                <a:spcPts val="375"/>
              </a:spcBef>
              <a:spcAft>
                <a:spcPts val="0"/>
              </a:spcAft>
              <a:buSzPts val="1400"/>
              <a:buChar char="•"/>
              <a:defRPr sz="1400"/>
            </a:lvl2pPr>
            <a:lvl3pPr marL="1371600" lvl="2" indent="-317500" algn="l">
              <a:lnSpc>
                <a:spcPct val="90000"/>
              </a:lnSpc>
              <a:spcBef>
                <a:spcPts val="375"/>
              </a:spcBef>
              <a:spcAft>
                <a:spcPts val="0"/>
              </a:spcAft>
              <a:buSzPts val="1400"/>
              <a:buChar char="•"/>
              <a:defRPr sz="1400"/>
            </a:lvl3pPr>
            <a:lvl4pPr marL="1828800" lvl="3" indent="-317500" algn="l">
              <a:lnSpc>
                <a:spcPct val="90000"/>
              </a:lnSpc>
              <a:spcBef>
                <a:spcPts val="375"/>
              </a:spcBef>
              <a:spcAft>
                <a:spcPts val="0"/>
              </a:spcAft>
              <a:buSzPts val="1400"/>
              <a:buChar char="•"/>
              <a:defRPr sz="1400"/>
            </a:lvl4pPr>
            <a:lvl5pPr marL="2286000" lvl="4" indent="-317500" algn="l">
              <a:lnSpc>
                <a:spcPct val="90000"/>
              </a:lnSpc>
              <a:spcBef>
                <a:spcPts val="375"/>
              </a:spcBef>
              <a:spcAft>
                <a:spcPts val="0"/>
              </a:spcAft>
              <a:buSzPts val="1400"/>
              <a:buChar char="•"/>
              <a:defRPr sz="1400"/>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8" name="Google Shape;18;p4"/>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4"/>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1_Title_Slide">
  <p:cSld name="Title - South Building">
    <p:spTree>
      <p:nvGrpSpPr>
        <p:cNvPr id="1" name="Shape 20"/>
        <p:cNvGrpSpPr/>
        <p:nvPr/>
      </p:nvGrpSpPr>
      <p:grpSpPr>
        <a:xfrm>
          <a:off x="0" y="0"/>
          <a:ext cx="0" cy="0"/>
          <a:chOff x="0" y="0"/>
          <a:chExt cx="0" cy="0"/>
        </a:xfrm>
      </p:grpSpPr>
      <p:pic>
        <p:nvPicPr>
          <p:cNvPr id="21" name="Google Shape;21;p5"/>
          <p:cNvPicPr preferRelativeResize="0"/>
          <p:nvPr/>
        </p:nvPicPr>
        <p:blipFill>
          <a:blip r:embed="rId2">
            <a:alphaModFix/>
          </a:blip>
          <a:stretch>
            <a:fillRect/>
          </a:stretch>
        </p:blipFill>
        <p:spPr>
          <a:xfrm>
            <a:off x="4853567" y="0"/>
            <a:ext cx="4275376" cy="3283200"/>
          </a:xfrm>
          <a:prstGeom prst="rect">
            <a:avLst/>
          </a:prstGeom>
          <a:noFill/>
          <a:ln>
            <a:noFill/>
          </a:ln>
        </p:spPr>
      </p:pic>
      <p:pic>
        <p:nvPicPr>
          <p:cNvPr id="22" name="Google Shape;22;p5"/>
          <p:cNvPicPr preferRelativeResize="0"/>
          <p:nvPr/>
        </p:nvPicPr>
        <p:blipFill rotWithShape="1">
          <a:blip r:embed="rId3">
            <a:alphaModFix/>
          </a:blip>
          <a:srcRect/>
          <a:stretch/>
        </p:blipFill>
        <p:spPr>
          <a:xfrm>
            <a:off x="1" y="-9492"/>
            <a:ext cx="6410225" cy="3292783"/>
          </a:xfrm>
          <a:prstGeom prst="rect">
            <a:avLst/>
          </a:prstGeom>
          <a:noFill/>
          <a:ln>
            <a:noFill/>
          </a:ln>
        </p:spPr>
      </p:pic>
      <p:pic>
        <p:nvPicPr>
          <p:cNvPr id="23" name="Google Shape;23;p5"/>
          <p:cNvPicPr preferRelativeResize="0"/>
          <p:nvPr/>
        </p:nvPicPr>
        <p:blipFill rotWithShape="1">
          <a:blip r:embed="rId4">
            <a:alphaModFix/>
          </a:blip>
          <a:srcRect/>
          <a:stretch/>
        </p:blipFill>
        <p:spPr>
          <a:xfrm>
            <a:off x="7162295" y="4298592"/>
            <a:ext cx="1610399" cy="496002"/>
          </a:xfrm>
          <a:prstGeom prst="rect">
            <a:avLst/>
          </a:prstGeom>
          <a:noFill/>
          <a:ln>
            <a:noFill/>
          </a:ln>
        </p:spPr>
      </p:pic>
      <p:sp>
        <p:nvSpPr>
          <p:cNvPr id="24" name="Google Shape;24;p5"/>
          <p:cNvSpPr txBox="1">
            <a:spLocks noGrp="1"/>
          </p:cNvSpPr>
          <p:nvPr>
            <p:ph type="body" idx="1"/>
          </p:nvPr>
        </p:nvSpPr>
        <p:spPr>
          <a:xfrm>
            <a:off x="640556" y="3581009"/>
            <a:ext cx="3829200" cy="2919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800"/>
              <a:buNone/>
              <a:defRPr sz="1800" b="1">
                <a:solidFill>
                  <a:schemeClr val="dk2"/>
                </a:solidFill>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5" name="Google Shape;25;p5"/>
          <p:cNvSpPr txBox="1">
            <a:spLocks noGrp="1"/>
          </p:cNvSpPr>
          <p:nvPr>
            <p:ph type="body" idx="2"/>
          </p:nvPr>
        </p:nvSpPr>
        <p:spPr>
          <a:xfrm>
            <a:off x="640557" y="3896005"/>
            <a:ext cx="3037200" cy="2466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b="1"/>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6" name="Google Shape;26;p5"/>
          <p:cNvSpPr txBox="1">
            <a:spLocks noGrp="1"/>
          </p:cNvSpPr>
          <p:nvPr>
            <p:ph type="body" idx="3"/>
          </p:nvPr>
        </p:nvSpPr>
        <p:spPr>
          <a:xfrm>
            <a:off x="640557" y="4457228"/>
            <a:ext cx="3037200" cy="2907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7" name="Google Shape;27;p5"/>
          <p:cNvSpPr txBox="1">
            <a:spLocks noGrp="1"/>
          </p:cNvSpPr>
          <p:nvPr>
            <p:ph type="body" idx="4"/>
          </p:nvPr>
        </p:nvSpPr>
        <p:spPr>
          <a:xfrm>
            <a:off x="640557" y="2310299"/>
            <a:ext cx="4867800" cy="5262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600"/>
              <a:buNone/>
              <a:defRPr b="1">
                <a:solidFill>
                  <a:schemeClr val="lt1"/>
                </a:solidFill>
              </a:defRPr>
            </a:lvl1pPr>
            <a:lvl2pPr marL="914400" lvl="1" indent="-228600" algn="l">
              <a:lnSpc>
                <a:spcPct val="90000"/>
              </a:lnSpc>
              <a:spcBef>
                <a:spcPts val="375"/>
              </a:spcBef>
              <a:spcAft>
                <a:spcPts val="0"/>
              </a:spcAft>
              <a:buSzPts val="14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8" name="Google Shape;28;p5"/>
          <p:cNvSpPr txBox="1">
            <a:spLocks noGrp="1"/>
          </p:cNvSpPr>
          <p:nvPr>
            <p:ph type="title"/>
          </p:nvPr>
        </p:nvSpPr>
        <p:spPr>
          <a:xfrm>
            <a:off x="640556" y="770936"/>
            <a:ext cx="5322000" cy="1415400"/>
          </a:xfrm>
          <a:prstGeom prst="rect">
            <a:avLst/>
          </a:prstGeom>
          <a:noFill/>
          <a:ln>
            <a:noFill/>
          </a:ln>
        </p:spPr>
        <p:txBody>
          <a:bodyPr spcFirstLastPara="1" wrap="square" lIns="0" tIns="45700" rIns="91425" bIns="45700" anchor="b" anchorCtr="0">
            <a:noAutofit/>
          </a:bodyPr>
          <a:lstStyle>
            <a:lvl1pPr lvl="0" algn="l">
              <a:lnSpc>
                <a:spcPct val="100000"/>
              </a:lnSpc>
              <a:spcBef>
                <a:spcPts val="0"/>
              </a:spcBef>
              <a:spcAft>
                <a:spcPts val="0"/>
              </a:spcAft>
              <a:buClr>
                <a:srgbClr val="529A43"/>
              </a:buClr>
              <a:buSzPts val="1650"/>
              <a:buFont typeface="Arial"/>
              <a:buNone/>
              <a:defRPr sz="3000" b="1" i="0" u="none" strike="noStrike"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matchingName="1_Title_Slide">
  <p:cSld name="2_Title_Cell">
    <p:spTree>
      <p:nvGrpSpPr>
        <p:cNvPr id="1" name="Shape 29"/>
        <p:cNvGrpSpPr/>
        <p:nvPr/>
      </p:nvGrpSpPr>
      <p:grpSpPr>
        <a:xfrm>
          <a:off x="0" y="0"/>
          <a:ext cx="0" cy="0"/>
          <a:chOff x="0" y="0"/>
          <a:chExt cx="0" cy="0"/>
        </a:xfrm>
      </p:grpSpPr>
      <p:pic>
        <p:nvPicPr>
          <p:cNvPr id="30" name="Google Shape;30;p6"/>
          <p:cNvPicPr preferRelativeResize="0"/>
          <p:nvPr/>
        </p:nvPicPr>
        <p:blipFill rotWithShape="1">
          <a:blip r:embed="rId2">
            <a:alphaModFix/>
          </a:blip>
          <a:srcRect l="50" r="50"/>
          <a:stretch/>
        </p:blipFill>
        <p:spPr>
          <a:xfrm>
            <a:off x="4862485" y="-5821"/>
            <a:ext cx="4281515" cy="3289111"/>
          </a:xfrm>
          <a:prstGeom prst="rect">
            <a:avLst/>
          </a:prstGeom>
          <a:noFill/>
          <a:ln>
            <a:noFill/>
          </a:ln>
        </p:spPr>
      </p:pic>
      <p:pic>
        <p:nvPicPr>
          <p:cNvPr id="31" name="Google Shape;31;p6"/>
          <p:cNvPicPr preferRelativeResize="0"/>
          <p:nvPr/>
        </p:nvPicPr>
        <p:blipFill rotWithShape="1">
          <a:blip r:embed="rId3">
            <a:alphaModFix/>
          </a:blip>
          <a:srcRect/>
          <a:stretch/>
        </p:blipFill>
        <p:spPr>
          <a:xfrm>
            <a:off x="1" y="-9492"/>
            <a:ext cx="6410225" cy="3292783"/>
          </a:xfrm>
          <a:prstGeom prst="rect">
            <a:avLst/>
          </a:prstGeom>
          <a:noFill/>
          <a:ln>
            <a:noFill/>
          </a:ln>
        </p:spPr>
      </p:pic>
      <p:pic>
        <p:nvPicPr>
          <p:cNvPr id="32" name="Google Shape;32;p6"/>
          <p:cNvPicPr preferRelativeResize="0"/>
          <p:nvPr/>
        </p:nvPicPr>
        <p:blipFill rotWithShape="1">
          <a:blip r:embed="rId4">
            <a:alphaModFix/>
          </a:blip>
          <a:srcRect/>
          <a:stretch/>
        </p:blipFill>
        <p:spPr>
          <a:xfrm>
            <a:off x="7162295" y="4298592"/>
            <a:ext cx="1610399" cy="496002"/>
          </a:xfrm>
          <a:prstGeom prst="rect">
            <a:avLst/>
          </a:prstGeom>
          <a:noFill/>
          <a:ln>
            <a:noFill/>
          </a:ln>
        </p:spPr>
      </p:pic>
      <p:sp>
        <p:nvSpPr>
          <p:cNvPr id="33" name="Google Shape;33;p6"/>
          <p:cNvSpPr txBox="1">
            <a:spLocks noGrp="1"/>
          </p:cNvSpPr>
          <p:nvPr>
            <p:ph type="body" idx="1"/>
          </p:nvPr>
        </p:nvSpPr>
        <p:spPr>
          <a:xfrm>
            <a:off x="640556" y="3581009"/>
            <a:ext cx="3829200" cy="2919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800"/>
              <a:buNone/>
              <a:defRPr sz="1800" b="1">
                <a:solidFill>
                  <a:schemeClr val="dk2"/>
                </a:solidFill>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34" name="Google Shape;34;p6"/>
          <p:cNvSpPr txBox="1">
            <a:spLocks noGrp="1"/>
          </p:cNvSpPr>
          <p:nvPr>
            <p:ph type="body" idx="2"/>
          </p:nvPr>
        </p:nvSpPr>
        <p:spPr>
          <a:xfrm>
            <a:off x="640557" y="3896005"/>
            <a:ext cx="3037200" cy="2466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b="1"/>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35" name="Google Shape;35;p6"/>
          <p:cNvSpPr txBox="1">
            <a:spLocks noGrp="1"/>
          </p:cNvSpPr>
          <p:nvPr>
            <p:ph type="body" idx="3"/>
          </p:nvPr>
        </p:nvSpPr>
        <p:spPr>
          <a:xfrm>
            <a:off x="640557" y="4457228"/>
            <a:ext cx="3037200" cy="2907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36" name="Google Shape;36;p6"/>
          <p:cNvSpPr txBox="1">
            <a:spLocks noGrp="1"/>
          </p:cNvSpPr>
          <p:nvPr>
            <p:ph type="body" idx="4"/>
          </p:nvPr>
        </p:nvSpPr>
        <p:spPr>
          <a:xfrm>
            <a:off x="640557" y="2310299"/>
            <a:ext cx="4867800" cy="5262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600"/>
              <a:buNone/>
              <a:defRPr b="1">
                <a:solidFill>
                  <a:schemeClr val="lt1"/>
                </a:solidFill>
              </a:defRPr>
            </a:lvl1pPr>
            <a:lvl2pPr marL="914400" lvl="1" indent="-228600" algn="l">
              <a:lnSpc>
                <a:spcPct val="90000"/>
              </a:lnSpc>
              <a:spcBef>
                <a:spcPts val="375"/>
              </a:spcBef>
              <a:spcAft>
                <a:spcPts val="0"/>
              </a:spcAft>
              <a:buSzPts val="14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37" name="Google Shape;37;p6"/>
          <p:cNvSpPr txBox="1">
            <a:spLocks noGrp="1"/>
          </p:cNvSpPr>
          <p:nvPr>
            <p:ph type="title"/>
          </p:nvPr>
        </p:nvSpPr>
        <p:spPr>
          <a:xfrm>
            <a:off x="640556" y="770936"/>
            <a:ext cx="5322000" cy="1415400"/>
          </a:xfrm>
          <a:prstGeom prst="rect">
            <a:avLst/>
          </a:prstGeom>
          <a:noFill/>
          <a:ln>
            <a:noFill/>
          </a:ln>
        </p:spPr>
        <p:txBody>
          <a:bodyPr spcFirstLastPara="1" wrap="square" lIns="0" tIns="45700" rIns="91425" bIns="45700" anchor="b" anchorCtr="0">
            <a:noAutofit/>
          </a:bodyPr>
          <a:lstStyle>
            <a:lvl1pPr lvl="0" algn="l">
              <a:lnSpc>
                <a:spcPct val="100000"/>
              </a:lnSpc>
              <a:spcBef>
                <a:spcPts val="0"/>
              </a:spcBef>
              <a:spcAft>
                <a:spcPts val="0"/>
              </a:spcAft>
              <a:buClr>
                <a:srgbClr val="529A43"/>
              </a:buClr>
              <a:buSzPts val="1650"/>
              <a:buFont typeface="Arial"/>
              <a:buNone/>
              <a:defRPr sz="3000" b="1" i="0" u="none" strike="noStrike"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matchingName="1_Title_Slide">
  <p:cSld name="2_Title_Slide">
    <p:spTree>
      <p:nvGrpSpPr>
        <p:cNvPr id="1" name="Shape 38"/>
        <p:cNvGrpSpPr/>
        <p:nvPr/>
      </p:nvGrpSpPr>
      <p:grpSpPr>
        <a:xfrm>
          <a:off x="0" y="0"/>
          <a:ext cx="0" cy="0"/>
          <a:chOff x="0" y="0"/>
          <a:chExt cx="0" cy="0"/>
        </a:xfrm>
      </p:grpSpPr>
      <p:pic>
        <p:nvPicPr>
          <p:cNvPr id="39" name="Google Shape;39;p7"/>
          <p:cNvPicPr preferRelativeResize="0"/>
          <p:nvPr/>
        </p:nvPicPr>
        <p:blipFill rotWithShape="1">
          <a:blip r:embed="rId2">
            <a:alphaModFix/>
          </a:blip>
          <a:srcRect l="50" r="50"/>
          <a:stretch/>
        </p:blipFill>
        <p:spPr>
          <a:xfrm>
            <a:off x="4862486" y="-5821"/>
            <a:ext cx="4281512" cy="3289109"/>
          </a:xfrm>
          <a:prstGeom prst="rect">
            <a:avLst/>
          </a:prstGeom>
          <a:noFill/>
          <a:ln>
            <a:noFill/>
          </a:ln>
        </p:spPr>
      </p:pic>
      <p:pic>
        <p:nvPicPr>
          <p:cNvPr id="40" name="Google Shape;40;p7"/>
          <p:cNvPicPr preferRelativeResize="0"/>
          <p:nvPr/>
        </p:nvPicPr>
        <p:blipFill rotWithShape="1">
          <a:blip r:embed="rId3">
            <a:alphaModFix/>
          </a:blip>
          <a:srcRect/>
          <a:stretch/>
        </p:blipFill>
        <p:spPr>
          <a:xfrm>
            <a:off x="1" y="-9492"/>
            <a:ext cx="6410225" cy="3292783"/>
          </a:xfrm>
          <a:prstGeom prst="rect">
            <a:avLst/>
          </a:prstGeom>
          <a:noFill/>
          <a:ln>
            <a:noFill/>
          </a:ln>
        </p:spPr>
      </p:pic>
      <p:pic>
        <p:nvPicPr>
          <p:cNvPr id="41" name="Google Shape;41;p7"/>
          <p:cNvPicPr preferRelativeResize="0"/>
          <p:nvPr/>
        </p:nvPicPr>
        <p:blipFill rotWithShape="1">
          <a:blip r:embed="rId4">
            <a:alphaModFix/>
          </a:blip>
          <a:srcRect/>
          <a:stretch/>
        </p:blipFill>
        <p:spPr>
          <a:xfrm>
            <a:off x="7162295" y="4298592"/>
            <a:ext cx="1610399" cy="496002"/>
          </a:xfrm>
          <a:prstGeom prst="rect">
            <a:avLst/>
          </a:prstGeom>
          <a:noFill/>
          <a:ln>
            <a:noFill/>
          </a:ln>
        </p:spPr>
      </p:pic>
      <p:sp>
        <p:nvSpPr>
          <p:cNvPr id="42" name="Google Shape;42;p7"/>
          <p:cNvSpPr txBox="1">
            <a:spLocks noGrp="1"/>
          </p:cNvSpPr>
          <p:nvPr>
            <p:ph type="body" idx="1"/>
          </p:nvPr>
        </p:nvSpPr>
        <p:spPr>
          <a:xfrm>
            <a:off x="640556" y="3581009"/>
            <a:ext cx="3829200" cy="2919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800"/>
              <a:buNone/>
              <a:defRPr sz="1800" b="1">
                <a:solidFill>
                  <a:schemeClr val="dk2"/>
                </a:solidFill>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43" name="Google Shape;43;p7"/>
          <p:cNvSpPr txBox="1">
            <a:spLocks noGrp="1"/>
          </p:cNvSpPr>
          <p:nvPr>
            <p:ph type="body" idx="2"/>
          </p:nvPr>
        </p:nvSpPr>
        <p:spPr>
          <a:xfrm>
            <a:off x="640557" y="3896005"/>
            <a:ext cx="3037200" cy="2466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b="1"/>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44" name="Google Shape;44;p7"/>
          <p:cNvSpPr txBox="1">
            <a:spLocks noGrp="1"/>
          </p:cNvSpPr>
          <p:nvPr>
            <p:ph type="body" idx="3"/>
          </p:nvPr>
        </p:nvSpPr>
        <p:spPr>
          <a:xfrm>
            <a:off x="640557" y="4457228"/>
            <a:ext cx="3037200" cy="2907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45" name="Google Shape;45;p7"/>
          <p:cNvSpPr txBox="1">
            <a:spLocks noGrp="1"/>
          </p:cNvSpPr>
          <p:nvPr>
            <p:ph type="body" idx="4"/>
          </p:nvPr>
        </p:nvSpPr>
        <p:spPr>
          <a:xfrm>
            <a:off x="640557" y="2310299"/>
            <a:ext cx="4867800" cy="5262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600"/>
              <a:buNone/>
              <a:defRPr b="1">
                <a:solidFill>
                  <a:schemeClr val="lt1"/>
                </a:solidFill>
              </a:defRPr>
            </a:lvl1pPr>
            <a:lvl2pPr marL="914400" lvl="1" indent="-228600" algn="l">
              <a:lnSpc>
                <a:spcPct val="90000"/>
              </a:lnSpc>
              <a:spcBef>
                <a:spcPts val="375"/>
              </a:spcBef>
              <a:spcAft>
                <a:spcPts val="0"/>
              </a:spcAft>
              <a:buSzPts val="14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46" name="Google Shape;46;p7"/>
          <p:cNvSpPr txBox="1">
            <a:spLocks noGrp="1"/>
          </p:cNvSpPr>
          <p:nvPr>
            <p:ph type="title"/>
          </p:nvPr>
        </p:nvSpPr>
        <p:spPr>
          <a:xfrm>
            <a:off x="640556" y="770936"/>
            <a:ext cx="5322000" cy="1415400"/>
          </a:xfrm>
          <a:prstGeom prst="rect">
            <a:avLst/>
          </a:prstGeom>
          <a:noFill/>
          <a:ln>
            <a:noFill/>
          </a:ln>
        </p:spPr>
        <p:txBody>
          <a:bodyPr spcFirstLastPara="1" wrap="square" lIns="0" tIns="45700" rIns="91425" bIns="45700" anchor="b" anchorCtr="0">
            <a:noAutofit/>
          </a:bodyPr>
          <a:lstStyle>
            <a:lvl1pPr lvl="0" algn="l">
              <a:lnSpc>
                <a:spcPct val="100000"/>
              </a:lnSpc>
              <a:spcBef>
                <a:spcPts val="0"/>
              </a:spcBef>
              <a:spcAft>
                <a:spcPts val="0"/>
              </a:spcAft>
              <a:buClr>
                <a:srgbClr val="529A43"/>
              </a:buClr>
              <a:buSzPts val="1650"/>
              <a:buFont typeface="Arial"/>
              <a:buNone/>
              <a:defRPr sz="3000" b="1" i="0" u="none" strike="noStrike"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1_Title_Slide">
  <p:cSld name="2_Title_Slide 2">
    <p:spTree>
      <p:nvGrpSpPr>
        <p:cNvPr id="1" name="Shape 47"/>
        <p:cNvGrpSpPr/>
        <p:nvPr/>
      </p:nvGrpSpPr>
      <p:grpSpPr>
        <a:xfrm>
          <a:off x="0" y="0"/>
          <a:ext cx="0" cy="0"/>
          <a:chOff x="0" y="0"/>
          <a:chExt cx="0" cy="0"/>
        </a:xfrm>
      </p:grpSpPr>
      <p:pic>
        <p:nvPicPr>
          <p:cNvPr id="48" name="Google Shape;48;p8"/>
          <p:cNvPicPr preferRelativeResize="0"/>
          <p:nvPr/>
        </p:nvPicPr>
        <p:blipFill rotWithShape="1">
          <a:blip r:embed="rId2">
            <a:alphaModFix/>
          </a:blip>
          <a:srcRect l="50" r="50"/>
          <a:stretch/>
        </p:blipFill>
        <p:spPr>
          <a:xfrm>
            <a:off x="4862485" y="-5821"/>
            <a:ext cx="4281515" cy="3289111"/>
          </a:xfrm>
          <a:prstGeom prst="rect">
            <a:avLst/>
          </a:prstGeom>
          <a:noFill/>
          <a:ln>
            <a:noFill/>
          </a:ln>
        </p:spPr>
      </p:pic>
      <p:pic>
        <p:nvPicPr>
          <p:cNvPr id="49" name="Google Shape;49;p8"/>
          <p:cNvPicPr preferRelativeResize="0"/>
          <p:nvPr/>
        </p:nvPicPr>
        <p:blipFill rotWithShape="1">
          <a:blip r:embed="rId3">
            <a:alphaModFix/>
          </a:blip>
          <a:srcRect/>
          <a:stretch/>
        </p:blipFill>
        <p:spPr>
          <a:xfrm>
            <a:off x="1" y="-9492"/>
            <a:ext cx="6410225" cy="3292783"/>
          </a:xfrm>
          <a:prstGeom prst="rect">
            <a:avLst/>
          </a:prstGeom>
          <a:noFill/>
          <a:ln>
            <a:noFill/>
          </a:ln>
        </p:spPr>
      </p:pic>
      <p:pic>
        <p:nvPicPr>
          <p:cNvPr id="50" name="Google Shape;50;p8"/>
          <p:cNvPicPr preferRelativeResize="0"/>
          <p:nvPr/>
        </p:nvPicPr>
        <p:blipFill rotWithShape="1">
          <a:blip r:embed="rId4">
            <a:alphaModFix/>
          </a:blip>
          <a:srcRect/>
          <a:stretch/>
        </p:blipFill>
        <p:spPr>
          <a:xfrm>
            <a:off x="7162295" y="4298592"/>
            <a:ext cx="1610399" cy="496002"/>
          </a:xfrm>
          <a:prstGeom prst="rect">
            <a:avLst/>
          </a:prstGeom>
          <a:noFill/>
          <a:ln>
            <a:noFill/>
          </a:ln>
        </p:spPr>
      </p:pic>
      <p:sp>
        <p:nvSpPr>
          <p:cNvPr id="51" name="Google Shape;51;p8"/>
          <p:cNvSpPr txBox="1">
            <a:spLocks noGrp="1"/>
          </p:cNvSpPr>
          <p:nvPr>
            <p:ph type="body" idx="1"/>
          </p:nvPr>
        </p:nvSpPr>
        <p:spPr>
          <a:xfrm>
            <a:off x="640556" y="3581009"/>
            <a:ext cx="3829200" cy="2919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800"/>
              <a:buNone/>
              <a:defRPr sz="1800" b="1">
                <a:solidFill>
                  <a:schemeClr val="dk2"/>
                </a:solidFill>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52" name="Google Shape;52;p8"/>
          <p:cNvSpPr txBox="1">
            <a:spLocks noGrp="1"/>
          </p:cNvSpPr>
          <p:nvPr>
            <p:ph type="body" idx="2"/>
          </p:nvPr>
        </p:nvSpPr>
        <p:spPr>
          <a:xfrm>
            <a:off x="640557" y="3896005"/>
            <a:ext cx="3037200" cy="2466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b="1"/>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53" name="Google Shape;53;p8"/>
          <p:cNvSpPr txBox="1">
            <a:spLocks noGrp="1"/>
          </p:cNvSpPr>
          <p:nvPr>
            <p:ph type="body" idx="3"/>
          </p:nvPr>
        </p:nvSpPr>
        <p:spPr>
          <a:xfrm>
            <a:off x="640557" y="4457228"/>
            <a:ext cx="3037200" cy="2907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54" name="Google Shape;54;p8"/>
          <p:cNvSpPr txBox="1">
            <a:spLocks noGrp="1"/>
          </p:cNvSpPr>
          <p:nvPr>
            <p:ph type="body" idx="4"/>
          </p:nvPr>
        </p:nvSpPr>
        <p:spPr>
          <a:xfrm>
            <a:off x="640557" y="2310299"/>
            <a:ext cx="4867800" cy="5262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600"/>
              <a:buNone/>
              <a:defRPr b="1">
                <a:solidFill>
                  <a:schemeClr val="lt1"/>
                </a:solidFill>
              </a:defRPr>
            </a:lvl1pPr>
            <a:lvl2pPr marL="914400" lvl="1" indent="-228600" algn="l">
              <a:lnSpc>
                <a:spcPct val="90000"/>
              </a:lnSpc>
              <a:spcBef>
                <a:spcPts val="375"/>
              </a:spcBef>
              <a:spcAft>
                <a:spcPts val="0"/>
              </a:spcAft>
              <a:buSzPts val="14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55" name="Google Shape;55;p8"/>
          <p:cNvSpPr txBox="1">
            <a:spLocks noGrp="1"/>
          </p:cNvSpPr>
          <p:nvPr>
            <p:ph type="title"/>
          </p:nvPr>
        </p:nvSpPr>
        <p:spPr>
          <a:xfrm>
            <a:off x="640556" y="770936"/>
            <a:ext cx="5322000" cy="1415400"/>
          </a:xfrm>
          <a:prstGeom prst="rect">
            <a:avLst/>
          </a:prstGeom>
          <a:noFill/>
          <a:ln>
            <a:noFill/>
          </a:ln>
        </p:spPr>
        <p:txBody>
          <a:bodyPr spcFirstLastPara="1" wrap="square" lIns="0" tIns="45700" rIns="91425" bIns="45700" anchor="b" anchorCtr="0">
            <a:noAutofit/>
          </a:bodyPr>
          <a:lstStyle>
            <a:lvl1pPr lvl="0" algn="l">
              <a:lnSpc>
                <a:spcPct val="100000"/>
              </a:lnSpc>
              <a:spcBef>
                <a:spcPts val="0"/>
              </a:spcBef>
              <a:spcAft>
                <a:spcPts val="0"/>
              </a:spcAft>
              <a:buClr>
                <a:srgbClr val="529A43"/>
              </a:buClr>
              <a:buSzPts val="1650"/>
              <a:buFont typeface="Arial"/>
              <a:buNone/>
              <a:defRPr sz="3000" b="1" i="0" u="none" strike="noStrike"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matchingName="1_Title_Slide">
  <p:cSld name="2_Title_Slide 3">
    <p:spTree>
      <p:nvGrpSpPr>
        <p:cNvPr id="1" name="Shape 56"/>
        <p:cNvGrpSpPr/>
        <p:nvPr/>
      </p:nvGrpSpPr>
      <p:grpSpPr>
        <a:xfrm>
          <a:off x="0" y="0"/>
          <a:ext cx="0" cy="0"/>
          <a:chOff x="0" y="0"/>
          <a:chExt cx="0" cy="0"/>
        </a:xfrm>
      </p:grpSpPr>
      <p:pic>
        <p:nvPicPr>
          <p:cNvPr id="57" name="Google Shape;57;p9"/>
          <p:cNvPicPr preferRelativeResize="0"/>
          <p:nvPr/>
        </p:nvPicPr>
        <p:blipFill rotWithShape="1">
          <a:blip r:embed="rId2">
            <a:alphaModFix/>
          </a:blip>
          <a:srcRect l="50" r="50"/>
          <a:stretch/>
        </p:blipFill>
        <p:spPr>
          <a:xfrm>
            <a:off x="4862486" y="-5821"/>
            <a:ext cx="4281513" cy="3289109"/>
          </a:xfrm>
          <a:prstGeom prst="rect">
            <a:avLst/>
          </a:prstGeom>
          <a:noFill/>
          <a:ln>
            <a:noFill/>
          </a:ln>
        </p:spPr>
      </p:pic>
      <p:pic>
        <p:nvPicPr>
          <p:cNvPr id="58" name="Google Shape;58;p9"/>
          <p:cNvPicPr preferRelativeResize="0"/>
          <p:nvPr/>
        </p:nvPicPr>
        <p:blipFill rotWithShape="1">
          <a:blip r:embed="rId3">
            <a:alphaModFix/>
          </a:blip>
          <a:srcRect/>
          <a:stretch/>
        </p:blipFill>
        <p:spPr>
          <a:xfrm>
            <a:off x="1" y="-9492"/>
            <a:ext cx="6410225" cy="3292783"/>
          </a:xfrm>
          <a:prstGeom prst="rect">
            <a:avLst/>
          </a:prstGeom>
          <a:noFill/>
          <a:ln>
            <a:noFill/>
          </a:ln>
        </p:spPr>
      </p:pic>
      <p:pic>
        <p:nvPicPr>
          <p:cNvPr id="59" name="Google Shape;59;p9"/>
          <p:cNvPicPr preferRelativeResize="0"/>
          <p:nvPr/>
        </p:nvPicPr>
        <p:blipFill rotWithShape="1">
          <a:blip r:embed="rId4">
            <a:alphaModFix/>
          </a:blip>
          <a:srcRect/>
          <a:stretch/>
        </p:blipFill>
        <p:spPr>
          <a:xfrm>
            <a:off x="7162295" y="4298592"/>
            <a:ext cx="1610399" cy="496002"/>
          </a:xfrm>
          <a:prstGeom prst="rect">
            <a:avLst/>
          </a:prstGeom>
          <a:noFill/>
          <a:ln>
            <a:noFill/>
          </a:ln>
        </p:spPr>
      </p:pic>
      <p:sp>
        <p:nvSpPr>
          <p:cNvPr id="60" name="Google Shape;60;p9"/>
          <p:cNvSpPr txBox="1">
            <a:spLocks noGrp="1"/>
          </p:cNvSpPr>
          <p:nvPr>
            <p:ph type="body" idx="1"/>
          </p:nvPr>
        </p:nvSpPr>
        <p:spPr>
          <a:xfrm>
            <a:off x="640556" y="3581009"/>
            <a:ext cx="3829200" cy="2919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800"/>
              <a:buNone/>
              <a:defRPr sz="1800" b="1">
                <a:solidFill>
                  <a:schemeClr val="dk2"/>
                </a:solidFill>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61" name="Google Shape;61;p9"/>
          <p:cNvSpPr txBox="1">
            <a:spLocks noGrp="1"/>
          </p:cNvSpPr>
          <p:nvPr>
            <p:ph type="body" idx="2"/>
          </p:nvPr>
        </p:nvSpPr>
        <p:spPr>
          <a:xfrm>
            <a:off x="640557" y="3896005"/>
            <a:ext cx="3037200" cy="2466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b="1"/>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62" name="Google Shape;62;p9"/>
          <p:cNvSpPr txBox="1">
            <a:spLocks noGrp="1"/>
          </p:cNvSpPr>
          <p:nvPr>
            <p:ph type="body" idx="3"/>
          </p:nvPr>
        </p:nvSpPr>
        <p:spPr>
          <a:xfrm>
            <a:off x="640557" y="4457228"/>
            <a:ext cx="3037200" cy="2907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63" name="Google Shape;63;p9"/>
          <p:cNvSpPr txBox="1">
            <a:spLocks noGrp="1"/>
          </p:cNvSpPr>
          <p:nvPr>
            <p:ph type="body" idx="4"/>
          </p:nvPr>
        </p:nvSpPr>
        <p:spPr>
          <a:xfrm>
            <a:off x="640557" y="2310299"/>
            <a:ext cx="4867800" cy="5262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600"/>
              <a:buNone/>
              <a:defRPr b="1">
                <a:solidFill>
                  <a:schemeClr val="lt1"/>
                </a:solidFill>
              </a:defRPr>
            </a:lvl1pPr>
            <a:lvl2pPr marL="914400" lvl="1" indent="-228600" algn="l">
              <a:lnSpc>
                <a:spcPct val="90000"/>
              </a:lnSpc>
              <a:spcBef>
                <a:spcPts val="375"/>
              </a:spcBef>
              <a:spcAft>
                <a:spcPts val="0"/>
              </a:spcAft>
              <a:buSzPts val="14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64" name="Google Shape;64;p9"/>
          <p:cNvSpPr txBox="1">
            <a:spLocks noGrp="1"/>
          </p:cNvSpPr>
          <p:nvPr>
            <p:ph type="title"/>
          </p:nvPr>
        </p:nvSpPr>
        <p:spPr>
          <a:xfrm>
            <a:off x="640556" y="770936"/>
            <a:ext cx="5322000" cy="1415400"/>
          </a:xfrm>
          <a:prstGeom prst="rect">
            <a:avLst/>
          </a:prstGeom>
          <a:noFill/>
          <a:ln>
            <a:noFill/>
          </a:ln>
        </p:spPr>
        <p:txBody>
          <a:bodyPr spcFirstLastPara="1" wrap="square" lIns="0" tIns="45700" rIns="91425" bIns="45700" anchor="b" anchorCtr="0">
            <a:noAutofit/>
          </a:bodyPr>
          <a:lstStyle>
            <a:lvl1pPr lvl="0" algn="l">
              <a:lnSpc>
                <a:spcPct val="100000"/>
              </a:lnSpc>
              <a:spcBef>
                <a:spcPts val="0"/>
              </a:spcBef>
              <a:spcAft>
                <a:spcPts val="0"/>
              </a:spcAft>
              <a:buClr>
                <a:srgbClr val="529A43"/>
              </a:buClr>
              <a:buSzPts val="1650"/>
              <a:buFont typeface="Arial"/>
              <a:buNone/>
              <a:defRPr sz="3000" b="1" i="0" u="none" strike="noStrike"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1_Title_Slide">
  <p:cSld name="2_Title_Slide 4">
    <p:spTree>
      <p:nvGrpSpPr>
        <p:cNvPr id="1" name="Shape 65"/>
        <p:cNvGrpSpPr/>
        <p:nvPr/>
      </p:nvGrpSpPr>
      <p:grpSpPr>
        <a:xfrm>
          <a:off x="0" y="0"/>
          <a:ext cx="0" cy="0"/>
          <a:chOff x="0" y="0"/>
          <a:chExt cx="0" cy="0"/>
        </a:xfrm>
      </p:grpSpPr>
      <p:pic>
        <p:nvPicPr>
          <p:cNvPr id="66" name="Google Shape;66;p10"/>
          <p:cNvPicPr preferRelativeResize="0"/>
          <p:nvPr/>
        </p:nvPicPr>
        <p:blipFill rotWithShape="1">
          <a:blip r:embed="rId2">
            <a:alphaModFix/>
          </a:blip>
          <a:srcRect l="50" r="50"/>
          <a:stretch/>
        </p:blipFill>
        <p:spPr>
          <a:xfrm>
            <a:off x="4862486" y="-5821"/>
            <a:ext cx="4281512" cy="3289109"/>
          </a:xfrm>
          <a:prstGeom prst="rect">
            <a:avLst/>
          </a:prstGeom>
          <a:noFill/>
          <a:ln>
            <a:noFill/>
          </a:ln>
        </p:spPr>
      </p:pic>
      <p:pic>
        <p:nvPicPr>
          <p:cNvPr id="67" name="Google Shape;67;p10"/>
          <p:cNvPicPr preferRelativeResize="0"/>
          <p:nvPr/>
        </p:nvPicPr>
        <p:blipFill rotWithShape="1">
          <a:blip r:embed="rId3">
            <a:alphaModFix/>
          </a:blip>
          <a:srcRect/>
          <a:stretch/>
        </p:blipFill>
        <p:spPr>
          <a:xfrm>
            <a:off x="1" y="-9492"/>
            <a:ext cx="6410225" cy="3292783"/>
          </a:xfrm>
          <a:prstGeom prst="rect">
            <a:avLst/>
          </a:prstGeom>
          <a:noFill/>
          <a:ln>
            <a:noFill/>
          </a:ln>
        </p:spPr>
      </p:pic>
      <p:pic>
        <p:nvPicPr>
          <p:cNvPr id="68" name="Google Shape;68;p10"/>
          <p:cNvPicPr preferRelativeResize="0"/>
          <p:nvPr/>
        </p:nvPicPr>
        <p:blipFill rotWithShape="1">
          <a:blip r:embed="rId4">
            <a:alphaModFix/>
          </a:blip>
          <a:srcRect/>
          <a:stretch/>
        </p:blipFill>
        <p:spPr>
          <a:xfrm>
            <a:off x="7162295" y="4298592"/>
            <a:ext cx="1610399" cy="496002"/>
          </a:xfrm>
          <a:prstGeom prst="rect">
            <a:avLst/>
          </a:prstGeom>
          <a:noFill/>
          <a:ln>
            <a:noFill/>
          </a:ln>
        </p:spPr>
      </p:pic>
      <p:sp>
        <p:nvSpPr>
          <p:cNvPr id="69" name="Google Shape;69;p10"/>
          <p:cNvSpPr txBox="1">
            <a:spLocks noGrp="1"/>
          </p:cNvSpPr>
          <p:nvPr>
            <p:ph type="body" idx="1"/>
          </p:nvPr>
        </p:nvSpPr>
        <p:spPr>
          <a:xfrm>
            <a:off x="640556" y="3581009"/>
            <a:ext cx="3829200" cy="2919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800"/>
              <a:buNone/>
              <a:defRPr sz="1800" b="1">
                <a:solidFill>
                  <a:schemeClr val="dk2"/>
                </a:solidFill>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70" name="Google Shape;70;p10"/>
          <p:cNvSpPr txBox="1">
            <a:spLocks noGrp="1"/>
          </p:cNvSpPr>
          <p:nvPr>
            <p:ph type="body" idx="2"/>
          </p:nvPr>
        </p:nvSpPr>
        <p:spPr>
          <a:xfrm>
            <a:off x="640557" y="3896005"/>
            <a:ext cx="3037200" cy="2466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b="1"/>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71" name="Google Shape;71;p10"/>
          <p:cNvSpPr txBox="1">
            <a:spLocks noGrp="1"/>
          </p:cNvSpPr>
          <p:nvPr>
            <p:ph type="body" idx="3"/>
          </p:nvPr>
        </p:nvSpPr>
        <p:spPr>
          <a:xfrm>
            <a:off x="640557" y="4457228"/>
            <a:ext cx="3037200" cy="2907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72" name="Google Shape;72;p10"/>
          <p:cNvSpPr txBox="1">
            <a:spLocks noGrp="1"/>
          </p:cNvSpPr>
          <p:nvPr>
            <p:ph type="body" idx="4"/>
          </p:nvPr>
        </p:nvSpPr>
        <p:spPr>
          <a:xfrm>
            <a:off x="640557" y="2310299"/>
            <a:ext cx="4867800" cy="5262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600"/>
              <a:buNone/>
              <a:defRPr b="1">
                <a:solidFill>
                  <a:schemeClr val="lt1"/>
                </a:solidFill>
              </a:defRPr>
            </a:lvl1pPr>
            <a:lvl2pPr marL="914400" lvl="1" indent="-228600" algn="l">
              <a:lnSpc>
                <a:spcPct val="90000"/>
              </a:lnSpc>
              <a:spcBef>
                <a:spcPts val="375"/>
              </a:spcBef>
              <a:spcAft>
                <a:spcPts val="0"/>
              </a:spcAft>
              <a:buSzPts val="14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73" name="Google Shape;73;p10"/>
          <p:cNvSpPr txBox="1">
            <a:spLocks noGrp="1"/>
          </p:cNvSpPr>
          <p:nvPr>
            <p:ph type="title"/>
          </p:nvPr>
        </p:nvSpPr>
        <p:spPr>
          <a:xfrm>
            <a:off x="640556" y="770936"/>
            <a:ext cx="5322000" cy="1415400"/>
          </a:xfrm>
          <a:prstGeom prst="rect">
            <a:avLst/>
          </a:prstGeom>
          <a:noFill/>
          <a:ln>
            <a:noFill/>
          </a:ln>
        </p:spPr>
        <p:txBody>
          <a:bodyPr spcFirstLastPara="1" wrap="square" lIns="0" tIns="45700" rIns="91425" bIns="45700" anchor="b" anchorCtr="0">
            <a:noAutofit/>
          </a:bodyPr>
          <a:lstStyle>
            <a:lvl1pPr lvl="0" algn="l">
              <a:lnSpc>
                <a:spcPct val="100000"/>
              </a:lnSpc>
              <a:spcBef>
                <a:spcPts val="0"/>
              </a:spcBef>
              <a:spcAft>
                <a:spcPts val="0"/>
              </a:spcAft>
              <a:buClr>
                <a:srgbClr val="529A43"/>
              </a:buClr>
              <a:buSzPts val="1650"/>
              <a:buFont typeface="Arial"/>
              <a:buNone/>
              <a:defRPr sz="3000" b="1" i="0" u="none" strike="noStrike"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1_Title_Slide">
  <p:cSld name="2_Title_Slide 5">
    <p:spTree>
      <p:nvGrpSpPr>
        <p:cNvPr id="1" name="Shape 74"/>
        <p:cNvGrpSpPr/>
        <p:nvPr/>
      </p:nvGrpSpPr>
      <p:grpSpPr>
        <a:xfrm>
          <a:off x="0" y="0"/>
          <a:ext cx="0" cy="0"/>
          <a:chOff x="0" y="0"/>
          <a:chExt cx="0" cy="0"/>
        </a:xfrm>
      </p:grpSpPr>
      <p:pic>
        <p:nvPicPr>
          <p:cNvPr id="75" name="Google Shape;75;p11"/>
          <p:cNvPicPr preferRelativeResize="0"/>
          <p:nvPr/>
        </p:nvPicPr>
        <p:blipFill rotWithShape="1">
          <a:blip r:embed="rId2">
            <a:alphaModFix/>
          </a:blip>
          <a:srcRect l="50" r="50"/>
          <a:stretch/>
        </p:blipFill>
        <p:spPr>
          <a:xfrm>
            <a:off x="4862486" y="-5821"/>
            <a:ext cx="4281512" cy="3289107"/>
          </a:xfrm>
          <a:prstGeom prst="rect">
            <a:avLst/>
          </a:prstGeom>
          <a:noFill/>
          <a:ln>
            <a:noFill/>
          </a:ln>
        </p:spPr>
      </p:pic>
      <p:pic>
        <p:nvPicPr>
          <p:cNvPr id="76" name="Google Shape;76;p11"/>
          <p:cNvPicPr preferRelativeResize="0"/>
          <p:nvPr/>
        </p:nvPicPr>
        <p:blipFill rotWithShape="1">
          <a:blip r:embed="rId3">
            <a:alphaModFix/>
          </a:blip>
          <a:srcRect/>
          <a:stretch/>
        </p:blipFill>
        <p:spPr>
          <a:xfrm>
            <a:off x="1" y="-9492"/>
            <a:ext cx="6410225" cy="3292783"/>
          </a:xfrm>
          <a:prstGeom prst="rect">
            <a:avLst/>
          </a:prstGeom>
          <a:noFill/>
          <a:ln>
            <a:noFill/>
          </a:ln>
        </p:spPr>
      </p:pic>
      <p:pic>
        <p:nvPicPr>
          <p:cNvPr id="77" name="Google Shape;77;p11"/>
          <p:cNvPicPr preferRelativeResize="0"/>
          <p:nvPr/>
        </p:nvPicPr>
        <p:blipFill rotWithShape="1">
          <a:blip r:embed="rId4">
            <a:alphaModFix/>
          </a:blip>
          <a:srcRect/>
          <a:stretch/>
        </p:blipFill>
        <p:spPr>
          <a:xfrm>
            <a:off x="7162295" y="4298592"/>
            <a:ext cx="1610399" cy="496002"/>
          </a:xfrm>
          <a:prstGeom prst="rect">
            <a:avLst/>
          </a:prstGeom>
          <a:noFill/>
          <a:ln>
            <a:noFill/>
          </a:ln>
        </p:spPr>
      </p:pic>
      <p:sp>
        <p:nvSpPr>
          <p:cNvPr id="78" name="Google Shape;78;p11"/>
          <p:cNvSpPr txBox="1">
            <a:spLocks noGrp="1"/>
          </p:cNvSpPr>
          <p:nvPr>
            <p:ph type="body" idx="1"/>
          </p:nvPr>
        </p:nvSpPr>
        <p:spPr>
          <a:xfrm>
            <a:off x="640556" y="3581009"/>
            <a:ext cx="3829200" cy="2919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800"/>
              <a:buNone/>
              <a:defRPr sz="1800" b="1">
                <a:solidFill>
                  <a:schemeClr val="dk2"/>
                </a:solidFill>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79" name="Google Shape;79;p11"/>
          <p:cNvSpPr txBox="1">
            <a:spLocks noGrp="1"/>
          </p:cNvSpPr>
          <p:nvPr>
            <p:ph type="body" idx="2"/>
          </p:nvPr>
        </p:nvSpPr>
        <p:spPr>
          <a:xfrm>
            <a:off x="640557" y="3896005"/>
            <a:ext cx="3037200" cy="2466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b="1"/>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80" name="Google Shape;80;p11"/>
          <p:cNvSpPr txBox="1">
            <a:spLocks noGrp="1"/>
          </p:cNvSpPr>
          <p:nvPr>
            <p:ph type="body" idx="3"/>
          </p:nvPr>
        </p:nvSpPr>
        <p:spPr>
          <a:xfrm>
            <a:off x="640557" y="4457228"/>
            <a:ext cx="3037200" cy="2907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81" name="Google Shape;81;p11"/>
          <p:cNvSpPr txBox="1">
            <a:spLocks noGrp="1"/>
          </p:cNvSpPr>
          <p:nvPr>
            <p:ph type="body" idx="4"/>
          </p:nvPr>
        </p:nvSpPr>
        <p:spPr>
          <a:xfrm>
            <a:off x="640557" y="2310299"/>
            <a:ext cx="4867800" cy="5262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600"/>
              <a:buNone/>
              <a:defRPr b="1">
                <a:solidFill>
                  <a:schemeClr val="lt1"/>
                </a:solidFill>
              </a:defRPr>
            </a:lvl1pPr>
            <a:lvl2pPr marL="914400" lvl="1" indent="-228600" algn="l">
              <a:lnSpc>
                <a:spcPct val="90000"/>
              </a:lnSpc>
              <a:spcBef>
                <a:spcPts val="375"/>
              </a:spcBef>
              <a:spcAft>
                <a:spcPts val="0"/>
              </a:spcAft>
              <a:buSzPts val="14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82" name="Google Shape;82;p11"/>
          <p:cNvSpPr txBox="1">
            <a:spLocks noGrp="1"/>
          </p:cNvSpPr>
          <p:nvPr>
            <p:ph type="title"/>
          </p:nvPr>
        </p:nvSpPr>
        <p:spPr>
          <a:xfrm>
            <a:off x="640556" y="770936"/>
            <a:ext cx="5322000" cy="1415400"/>
          </a:xfrm>
          <a:prstGeom prst="rect">
            <a:avLst/>
          </a:prstGeom>
          <a:noFill/>
          <a:ln>
            <a:noFill/>
          </a:ln>
        </p:spPr>
        <p:txBody>
          <a:bodyPr spcFirstLastPara="1" wrap="square" lIns="0" tIns="45700" rIns="91425" bIns="45700" anchor="b" anchorCtr="0">
            <a:noAutofit/>
          </a:bodyPr>
          <a:lstStyle>
            <a:lvl1pPr lvl="0" algn="l">
              <a:lnSpc>
                <a:spcPct val="100000"/>
              </a:lnSpc>
              <a:spcBef>
                <a:spcPts val="0"/>
              </a:spcBef>
              <a:spcAft>
                <a:spcPts val="0"/>
              </a:spcAft>
              <a:buClr>
                <a:srgbClr val="529A43"/>
              </a:buClr>
              <a:buSzPts val="1650"/>
              <a:buFont typeface="Arial"/>
              <a:buNone/>
              <a:defRPr sz="3000" b="1" i="0" u="none" strike="noStrike"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1_Title_Slide">
  <p:cSld name="2_Title_Slide 6">
    <p:spTree>
      <p:nvGrpSpPr>
        <p:cNvPr id="1" name="Shape 83"/>
        <p:cNvGrpSpPr/>
        <p:nvPr/>
      </p:nvGrpSpPr>
      <p:grpSpPr>
        <a:xfrm>
          <a:off x="0" y="0"/>
          <a:ext cx="0" cy="0"/>
          <a:chOff x="0" y="0"/>
          <a:chExt cx="0" cy="0"/>
        </a:xfrm>
      </p:grpSpPr>
      <p:pic>
        <p:nvPicPr>
          <p:cNvPr id="84" name="Google Shape;84;p12"/>
          <p:cNvPicPr preferRelativeResize="0"/>
          <p:nvPr/>
        </p:nvPicPr>
        <p:blipFill rotWithShape="1">
          <a:blip r:embed="rId2">
            <a:alphaModFix/>
          </a:blip>
          <a:srcRect l="50" r="50"/>
          <a:stretch/>
        </p:blipFill>
        <p:spPr>
          <a:xfrm>
            <a:off x="4862486" y="-5821"/>
            <a:ext cx="4281512" cy="3289107"/>
          </a:xfrm>
          <a:prstGeom prst="rect">
            <a:avLst/>
          </a:prstGeom>
          <a:noFill/>
          <a:ln>
            <a:noFill/>
          </a:ln>
        </p:spPr>
      </p:pic>
      <p:pic>
        <p:nvPicPr>
          <p:cNvPr id="85" name="Google Shape;85;p12"/>
          <p:cNvPicPr preferRelativeResize="0"/>
          <p:nvPr/>
        </p:nvPicPr>
        <p:blipFill rotWithShape="1">
          <a:blip r:embed="rId3">
            <a:alphaModFix/>
          </a:blip>
          <a:srcRect/>
          <a:stretch/>
        </p:blipFill>
        <p:spPr>
          <a:xfrm>
            <a:off x="1" y="-9492"/>
            <a:ext cx="6410225" cy="3292783"/>
          </a:xfrm>
          <a:prstGeom prst="rect">
            <a:avLst/>
          </a:prstGeom>
          <a:noFill/>
          <a:ln>
            <a:noFill/>
          </a:ln>
        </p:spPr>
      </p:pic>
      <p:pic>
        <p:nvPicPr>
          <p:cNvPr id="86" name="Google Shape;86;p12"/>
          <p:cNvPicPr preferRelativeResize="0"/>
          <p:nvPr/>
        </p:nvPicPr>
        <p:blipFill rotWithShape="1">
          <a:blip r:embed="rId4">
            <a:alphaModFix/>
          </a:blip>
          <a:srcRect/>
          <a:stretch/>
        </p:blipFill>
        <p:spPr>
          <a:xfrm>
            <a:off x="7162295" y="4298592"/>
            <a:ext cx="1610399" cy="496002"/>
          </a:xfrm>
          <a:prstGeom prst="rect">
            <a:avLst/>
          </a:prstGeom>
          <a:noFill/>
          <a:ln>
            <a:noFill/>
          </a:ln>
        </p:spPr>
      </p:pic>
      <p:sp>
        <p:nvSpPr>
          <p:cNvPr id="87" name="Google Shape;87;p12"/>
          <p:cNvSpPr txBox="1">
            <a:spLocks noGrp="1"/>
          </p:cNvSpPr>
          <p:nvPr>
            <p:ph type="body" idx="1"/>
          </p:nvPr>
        </p:nvSpPr>
        <p:spPr>
          <a:xfrm>
            <a:off x="640556" y="3581009"/>
            <a:ext cx="3829200" cy="2919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800"/>
              <a:buNone/>
              <a:defRPr sz="1800" b="1">
                <a:solidFill>
                  <a:schemeClr val="dk2"/>
                </a:solidFill>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88" name="Google Shape;88;p12"/>
          <p:cNvSpPr txBox="1">
            <a:spLocks noGrp="1"/>
          </p:cNvSpPr>
          <p:nvPr>
            <p:ph type="body" idx="2"/>
          </p:nvPr>
        </p:nvSpPr>
        <p:spPr>
          <a:xfrm>
            <a:off x="640557" y="3896005"/>
            <a:ext cx="3037200" cy="2466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b="1"/>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89" name="Google Shape;89;p12"/>
          <p:cNvSpPr txBox="1">
            <a:spLocks noGrp="1"/>
          </p:cNvSpPr>
          <p:nvPr>
            <p:ph type="body" idx="3"/>
          </p:nvPr>
        </p:nvSpPr>
        <p:spPr>
          <a:xfrm>
            <a:off x="640557" y="4457228"/>
            <a:ext cx="3037200" cy="2907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90" name="Google Shape;90;p12"/>
          <p:cNvSpPr txBox="1">
            <a:spLocks noGrp="1"/>
          </p:cNvSpPr>
          <p:nvPr>
            <p:ph type="body" idx="4"/>
          </p:nvPr>
        </p:nvSpPr>
        <p:spPr>
          <a:xfrm>
            <a:off x="640557" y="2310299"/>
            <a:ext cx="4867800" cy="5262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600"/>
              <a:buNone/>
              <a:defRPr b="1">
                <a:solidFill>
                  <a:schemeClr val="lt1"/>
                </a:solidFill>
              </a:defRPr>
            </a:lvl1pPr>
            <a:lvl2pPr marL="914400" lvl="1" indent="-228600" algn="l">
              <a:lnSpc>
                <a:spcPct val="90000"/>
              </a:lnSpc>
              <a:spcBef>
                <a:spcPts val="375"/>
              </a:spcBef>
              <a:spcAft>
                <a:spcPts val="0"/>
              </a:spcAft>
              <a:buSzPts val="14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91" name="Google Shape;91;p12"/>
          <p:cNvSpPr txBox="1">
            <a:spLocks noGrp="1"/>
          </p:cNvSpPr>
          <p:nvPr>
            <p:ph type="title"/>
          </p:nvPr>
        </p:nvSpPr>
        <p:spPr>
          <a:xfrm>
            <a:off x="640556" y="770936"/>
            <a:ext cx="5322000" cy="1415400"/>
          </a:xfrm>
          <a:prstGeom prst="rect">
            <a:avLst/>
          </a:prstGeom>
          <a:noFill/>
          <a:ln>
            <a:noFill/>
          </a:ln>
        </p:spPr>
        <p:txBody>
          <a:bodyPr spcFirstLastPara="1" wrap="square" lIns="0" tIns="45700" rIns="91425" bIns="45700" anchor="b" anchorCtr="0">
            <a:noAutofit/>
          </a:bodyPr>
          <a:lstStyle>
            <a:lvl1pPr lvl="0" algn="l">
              <a:lnSpc>
                <a:spcPct val="100000"/>
              </a:lnSpc>
              <a:spcBef>
                <a:spcPts val="0"/>
              </a:spcBef>
              <a:spcAft>
                <a:spcPts val="0"/>
              </a:spcAft>
              <a:buClr>
                <a:srgbClr val="529A43"/>
              </a:buClr>
              <a:buSzPts val="1650"/>
              <a:buFont typeface="Arial"/>
              <a:buNone/>
              <a:defRPr sz="3000" b="1" i="0" u="none" strike="noStrike"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1_Title_Slide">
  <p:cSld name="2_Title_Slide 7">
    <p:spTree>
      <p:nvGrpSpPr>
        <p:cNvPr id="1" name="Shape 92"/>
        <p:cNvGrpSpPr/>
        <p:nvPr/>
      </p:nvGrpSpPr>
      <p:grpSpPr>
        <a:xfrm>
          <a:off x="0" y="0"/>
          <a:ext cx="0" cy="0"/>
          <a:chOff x="0" y="0"/>
          <a:chExt cx="0" cy="0"/>
        </a:xfrm>
      </p:grpSpPr>
      <p:pic>
        <p:nvPicPr>
          <p:cNvPr id="93" name="Google Shape;93;p13"/>
          <p:cNvPicPr preferRelativeResize="0"/>
          <p:nvPr/>
        </p:nvPicPr>
        <p:blipFill rotWithShape="1">
          <a:blip r:embed="rId2">
            <a:alphaModFix/>
          </a:blip>
          <a:srcRect l="50" r="50"/>
          <a:stretch/>
        </p:blipFill>
        <p:spPr>
          <a:xfrm>
            <a:off x="4862486" y="-5821"/>
            <a:ext cx="4281512" cy="3289107"/>
          </a:xfrm>
          <a:prstGeom prst="rect">
            <a:avLst/>
          </a:prstGeom>
          <a:noFill/>
          <a:ln>
            <a:noFill/>
          </a:ln>
        </p:spPr>
      </p:pic>
      <p:pic>
        <p:nvPicPr>
          <p:cNvPr id="94" name="Google Shape;94;p13"/>
          <p:cNvPicPr preferRelativeResize="0"/>
          <p:nvPr/>
        </p:nvPicPr>
        <p:blipFill rotWithShape="1">
          <a:blip r:embed="rId3">
            <a:alphaModFix/>
          </a:blip>
          <a:srcRect/>
          <a:stretch/>
        </p:blipFill>
        <p:spPr>
          <a:xfrm>
            <a:off x="1" y="-9492"/>
            <a:ext cx="6410225" cy="3292783"/>
          </a:xfrm>
          <a:prstGeom prst="rect">
            <a:avLst/>
          </a:prstGeom>
          <a:noFill/>
          <a:ln>
            <a:noFill/>
          </a:ln>
        </p:spPr>
      </p:pic>
      <p:pic>
        <p:nvPicPr>
          <p:cNvPr id="95" name="Google Shape;95;p13"/>
          <p:cNvPicPr preferRelativeResize="0"/>
          <p:nvPr/>
        </p:nvPicPr>
        <p:blipFill rotWithShape="1">
          <a:blip r:embed="rId4">
            <a:alphaModFix/>
          </a:blip>
          <a:srcRect/>
          <a:stretch/>
        </p:blipFill>
        <p:spPr>
          <a:xfrm>
            <a:off x="7162295" y="4298592"/>
            <a:ext cx="1610399" cy="496002"/>
          </a:xfrm>
          <a:prstGeom prst="rect">
            <a:avLst/>
          </a:prstGeom>
          <a:noFill/>
          <a:ln>
            <a:noFill/>
          </a:ln>
        </p:spPr>
      </p:pic>
      <p:sp>
        <p:nvSpPr>
          <p:cNvPr id="96" name="Google Shape;96;p13"/>
          <p:cNvSpPr txBox="1">
            <a:spLocks noGrp="1"/>
          </p:cNvSpPr>
          <p:nvPr>
            <p:ph type="body" idx="1"/>
          </p:nvPr>
        </p:nvSpPr>
        <p:spPr>
          <a:xfrm>
            <a:off x="640556" y="3581009"/>
            <a:ext cx="3829200" cy="2919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800"/>
              <a:buNone/>
              <a:defRPr sz="1800" b="1">
                <a:solidFill>
                  <a:schemeClr val="dk2"/>
                </a:solidFill>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97" name="Google Shape;97;p13"/>
          <p:cNvSpPr txBox="1">
            <a:spLocks noGrp="1"/>
          </p:cNvSpPr>
          <p:nvPr>
            <p:ph type="body" idx="2"/>
          </p:nvPr>
        </p:nvSpPr>
        <p:spPr>
          <a:xfrm>
            <a:off x="640557" y="3896005"/>
            <a:ext cx="3037200" cy="2466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b="1"/>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98" name="Google Shape;98;p13"/>
          <p:cNvSpPr txBox="1">
            <a:spLocks noGrp="1"/>
          </p:cNvSpPr>
          <p:nvPr>
            <p:ph type="body" idx="3"/>
          </p:nvPr>
        </p:nvSpPr>
        <p:spPr>
          <a:xfrm>
            <a:off x="640557" y="4457228"/>
            <a:ext cx="3037200" cy="2907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99" name="Google Shape;99;p13"/>
          <p:cNvSpPr txBox="1">
            <a:spLocks noGrp="1"/>
          </p:cNvSpPr>
          <p:nvPr>
            <p:ph type="body" idx="4"/>
          </p:nvPr>
        </p:nvSpPr>
        <p:spPr>
          <a:xfrm>
            <a:off x="640557" y="2310299"/>
            <a:ext cx="4867800" cy="5262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600"/>
              <a:buNone/>
              <a:defRPr b="1">
                <a:solidFill>
                  <a:schemeClr val="lt1"/>
                </a:solidFill>
              </a:defRPr>
            </a:lvl1pPr>
            <a:lvl2pPr marL="914400" lvl="1" indent="-228600" algn="l">
              <a:lnSpc>
                <a:spcPct val="90000"/>
              </a:lnSpc>
              <a:spcBef>
                <a:spcPts val="375"/>
              </a:spcBef>
              <a:spcAft>
                <a:spcPts val="0"/>
              </a:spcAft>
              <a:buSzPts val="14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00" name="Google Shape;100;p13"/>
          <p:cNvSpPr txBox="1">
            <a:spLocks noGrp="1"/>
          </p:cNvSpPr>
          <p:nvPr>
            <p:ph type="title"/>
          </p:nvPr>
        </p:nvSpPr>
        <p:spPr>
          <a:xfrm>
            <a:off x="640556" y="770936"/>
            <a:ext cx="5322000" cy="1415400"/>
          </a:xfrm>
          <a:prstGeom prst="rect">
            <a:avLst/>
          </a:prstGeom>
          <a:noFill/>
          <a:ln>
            <a:noFill/>
          </a:ln>
        </p:spPr>
        <p:txBody>
          <a:bodyPr spcFirstLastPara="1" wrap="square" lIns="0" tIns="45700" rIns="91425" bIns="45700" anchor="b" anchorCtr="0">
            <a:noAutofit/>
          </a:bodyPr>
          <a:lstStyle>
            <a:lvl1pPr lvl="0" algn="l">
              <a:lnSpc>
                <a:spcPct val="100000"/>
              </a:lnSpc>
              <a:spcBef>
                <a:spcPts val="0"/>
              </a:spcBef>
              <a:spcAft>
                <a:spcPts val="0"/>
              </a:spcAft>
              <a:buClr>
                <a:srgbClr val="529A43"/>
              </a:buClr>
              <a:buSzPts val="1650"/>
              <a:buFont typeface="Arial"/>
              <a:buNone/>
              <a:defRPr sz="3000" b="1" i="0" u="none" strike="noStrike"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1_Title_Slide">
  <p:cSld name="2_Title_Slide 8">
    <p:spTree>
      <p:nvGrpSpPr>
        <p:cNvPr id="1" name="Shape 101"/>
        <p:cNvGrpSpPr/>
        <p:nvPr/>
      </p:nvGrpSpPr>
      <p:grpSpPr>
        <a:xfrm>
          <a:off x="0" y="0"/>
          <a:ext cx="0" cy="0"/>
          <a:chOff x="0" y="0"/>
          <a:chExt cx="0" cy="0"/>
        </a:xfrm>
      </p:grpSpPr>
      <p:pic>
        <p:nvPicPr>
          <p:cNvPr id="102" name="Google Shape;102;p14"/>
          <p:cNvPicPr preferRelativeResize="0"/>
          <p:nvPr/>
        </p:nvPicPr>
        <p:blipFill rotWithShape="1">
          <a:blip r:embed="rId2">
            <a:alphaModFix/>
          </a:blip>
          <a:srcRect l="50" r="50"/>
          <a:stretch/>
        </p:blipFill>
        <p:spPr>
          <a:xfrm>
            <a:off x="4862486" y="-5821"/>
            <a:ext cx="4281512" cy="3289107"/>
          </a:xfrm>
          <a:prstGeom prst="rect">
            <a:avLst/>
          </a:prstGeom>
          <a:noFill/>
          <a:ln>
            <a:noFill/>
          </a:ln>
        </p:spPr>
      </p:pic>
      <p:pic>
        <p:nvPicPr>
          <p:cNvPr id="103" name="Google Shape;103;p14"/>
          <p:cNvPicPr preferRelativeResize="0"/>
          <p:nvPr/>
        </p:nvPicPr>
        <p:blipFill rotWithShape="1">
          <a:blip r:embed="rId3">
            <a:alphaModFix/>
          </a:blip>
          <a:srcRect/>
          <a:stretch/>
        </p:blipFill>
        <p:spPr>
          <a:xfrm>
            <a:off x="1" y="-9492"/>
            <a:ext cx="6410225" cy="3292783"/>
          </a:xfrm>
          <a:prstGeom prst="rect">
            <a:avLst/>
          </a:prstGeom>
          <a:noFill/>
          <a:ln>
            <a:noFill/>
          </a:ln>
        </p:spPr>
      </p:pic>
      <p:pic>
        <p:nvPicPr>
          <p:cNvPr id="104" name="Google Shape;104;p14"/>
          <p:cNvPicPr preferRelativeResize="0"/>
          <p:nvPr/>
        </p:nvPicPr>
        <p:blipFill rotWithShape="1">
          <a:blip r:embed="rId4">
            <a:alphaModFix/>
          </a:blip>
          <a:srcRect/>
          <a:stretch/>
        </p:blipFill>
        <p:spPr>
          <a:xfrm>
            <a:off x="7162295" y="4298592"/>
            <a:ext cx="1610399" cy="496002"/>
          </a:xfrm>
          <a:prstGeom prst="rect">
            <a:avLst/>
          </a:prstGeom>
          <a:noFill/>
          <a:ln>
            <a:noFill/>
          </a:ln>
        </p:spPr>
      </p:pic>
      <p:sp>
        <p:nvSpPr>
          <p:cNvPr id="105" name="Google Shape;105;p14"/>
          <p:cNvSpPr txBox="1">
            <a:spLocks noGrp="1"/>
          </p:cNvSpPr>
          <p:nvPr>
            <p:ph type="body" idx="1"/>
          </p:nvPr>
        </p:nvSpPr>
        <p:spPr>
          <a:xfrm>
            <a:off x="640556" y="3581009"/>
            <a:ext cx="3829200" cy="2919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800"/>
              <a:buNone/>
              <a:defRPr sz="1800" b="1">
                <a:solidFill>
                  <a:schemeClr val="dk2"/>
                </a:solidFill>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06" name="Google Shape;106;p14"/>
          <p:cNvSpPr txBox="1">
            <a:spLocks noGrp="1"/>
          </p:cNvSpPr>
          <p:nvPr>
            <p:ph type="body" idx="2"/>
          </p:nvPr>
        </p:nvSpPr>
        <p:spPr>
          <a:xfrm>
            <a:off x="640557" y="3896005"/>
            <a:ext cx="3037200" cy="2466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b="1"/>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07" name="Google Shape;107;p14"/>
          <p:cNvSpPr txBox="1">
            <a:spLocks noGrp="1"/>
          </p:cNvSpPr>
          <p:nvPr>
            <p:ph type="body" idx="3"/>
          </p:nvPr>
        </p:nvSpPr>
        <p:spPr>
          <a:xfrm>
            <a:off x="640557" y="4457228"/>
            <a:ext cx="3037200" cy="2907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08" name="Google Shape;108;p14"/>
          <p:cNvSpPr txBox="1">
            <a:spLocks noGrp="1"/>
          </p:cNvSpPr>
          <p:nvPr>
            <p:ph type="body" idx="4"/>
          </p:nvPr>
        </p:nvSpPr>
        <p:spPr>
          <a:xfrm>
            <a:off x="640557" y="2310299"/>
            <a:ext cx="4867800" cy="5262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600"/>
              <a:buNone/>
              <a:defRPr b="1">
                <a:solidFill>
                  <a:schemeClr val="lt1"/>
                </a:solidFill>
              </a:defRPr>
            </a:lvl1pPr>
            <a:lvl2pPr marL="914400" lvl="1" indent="-228600" algn="l">
              <a:lnSpc>
                <a:spcPct val="90000"/>
              </a:lnSpc>
              <a:spcBef>
                <a:spcPts val="375"/>
              </a:spcBef>
              <a:spcAft>
                <a:spcPts val="0"/>
              </a:spcAft>
              <a:buSzPts val="14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09" name="Google Shape;109;p14"/>
          <p:cNvSpPr txBox="1">
            <a:spLocks noGrp="1"/>
          </p:cNvSpPr>
          <p:nvPr>
            <p:ph type="title"/>
          </p:nvPr>
        </p:nvSpPr>
        <p:spPr>
          <a:xfrm>
            <a:off x="640556" y="770936"/>
            <a:ext cx="5322000" cy="1415400"/>
          </a:xfrm>
          <a:prstGeom prst="rect">
            <a:avLst/>
          </a:prstGeom>
          <a:noFill/>
          <a:ln>
            <a:noFill/>
          </a:ln>
        </p:spPr>
        <p:txBody>
          <a:bodyPr spcFirstLastPara="1" wrap="square" lIns="0" tIns="45700" rIns="91425" bIns="45700" anchor="b" anchorCtr="0">
            <a:noAutofit/>
          </a:bodyPr>
          <a:lstStyle>
            <a:lvl1pPr lvl="0" algn="l">
              <a:lnSpc>
                <a:spcPct val="100000"/>
              </a:lnSpc>
              <a:spcBef>
                <a:spcPts val="0"/>
              </a:spcBef>
              <a:spcAft>
                <a:spcPts val="0"/>
              </a:spcAft>
              <a:buClr>
                <a:srgbClr val="529A43"/>
              </a:buClr>
              <a:buSzPts val="1650"/>
              <a:buFont typeface="Arial"/>
              <a:buNone/>
              <a:defRPr sz="3000" b="1" i="0" u="none" strike="noStrike"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1_Title_Slide">
  <p:cSld name="2_Title_Slide 9">
    <p:spTree>
      <p:nvGrpSpPr>
        <p:cNvPr id="1" name="Shape 110"/>
        <p:cNvGrpSpPr/>
        <p:nvPr/>
      </p:nvGrpSpPr>
      <p:grpSpPr>
        <a:xfrm>
          <a:off x="0" y="0"/>
          <a:ext cx="0" cy="0"/>
          <a:chOff x="0" y="0"/>
          <a:chExt cx="0" cy="0"/>
        </a:xfrm>
      </p:grpSpPr>
      <p:pic>
        <p:nvPicPr>
          <p:cNvPr id="111" name="Google Shape;111;p15"/>
          <p:cNvPicPr preferRelativeResize="0"/>
          <p:nvPr/>
        </p:nvPicPr>
        <p:blipFill rotWithShape="1">
          <a:blip r:embed="rId2">
            <a:alphaModFix/>
          </a:blip>
          <a:srcRect l="50" r="50"/>
          <a:stretch/>
        </p:blipFill>
        <p:spPr>
          <a:xfrm>
            <a:off x="4862487" y="-5821"/>
            <a:ext cx="4281508" cy="3289107"/>
          </a:xfrm>
          <a:prstGeom prst="rect">
            <a:avLst/>
          </a:prstGeom>
          <a:noFill/>
          <a:ln>
            <a:noFill/>
          </a:ln>
        </p:spPr>
      </p:pic>
      <p:pic>
        <p:nvPicPr>
          <p:cNvPr id="112" name="Google Shape;112;p15"/>
          <p:cNvPicPr preferRelativeResize="0"/>
          <p:nvPr/>
        </p:nvPicPr>
        <p:blipFill rotWithShape="1">
          <a:blip r:embed="rId3">
            <a:alphaModFix/>
          </a:blip>
          <a:srcRect/>
          <a:stretch/>
        </p:blipFill>
        <p:spPr>
          <a:xfrm>
            <a:off x="1" y="-9492"/>
            <a:ext cx="6410225" cy="3292783"/>
          </a:xfrm>
          <a:prstGeom prst="rect">
            <a:avLst/>
          </a:prstGeom>
          <a:noFill/>
          <a:ln>
            <a:noFill/>
          </a:ln>
        </p:spPr>
      </p:pic>
      <p:pic>
        <p:nvPicPr>
          <p:cNvPr id="113" name="Google Shape;113;p15"/>
          <p:cNvPicPr preferRelativeResize="0"/>
          <p:nvPr/>
        </p:nvPicPr>
        <p:blipFill rotWithShape="1">
          <a:blip r:embed="rId4">
            <a:alphaModFix/>
          </a:blip>
          <a:srcRect/>
          <a:stretch/>
        </p:blipFill>
        <p:spPr>
          <a:xfrm>
            <a:off x="7162295" y="4298592"/>
            <a:ext cx="1610399" cy="496002"/>
          </a:xfrm>
          <a:prstGeom prst="rect">
            <a:avLst/>
          </a:prstGeom>
          <a:noFill/>
          <a:ln>
            <a:noFill/>
          </a:ln>
        </p:spPr>
      </p:pic>
      <p:sp>
        <p:nvSpPr>
          <p:cNvPr id="114" name="Google Shape;114;p15"/>
          <p:cNvSpPr txBox="1">
            <a:spLocks noGrp="1"/>
          </p:cNvSpPr>
          <p:nvPr>
            <p:ph type="body" idx="1"/>
          </p:nvPr>
        </p:nvSpPr>
        <p:spPr>
          <a:xfrm>
            <a:off x="640556" y="3581009"/>
            <a:ext cx="3829200" cy="2919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800"/>
              <a:buNone/>
              <a:defRPr sz="1800" b="1">
                <a:solidFill>
                  <a:schemeClr val="dk2"/>
                </a:solidFill>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15" name="Google Shape;115;p15"/>
          <p:cNvSpPr txBox="1">
            <a:spLocks noGrp="1"/>
          </p:cNvSpPr>
          <p:nvPr>
            <p:ph type="body" idx="2"/>
          </p:nvPr>
        </p:nvSpPr>
        <p:spPr>
          <a:xfrm>
            <a:off x="640557" y="3896005"/>
            <a:ext cx="3037200" cy="2466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b="1"/>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16" name="Google Shape;116;p15"/>
          <p:cNvSpPr txBox="1">
            <a:spLocks noGrp="1"/>
          </p:cNvSpPr>
          <p:nvPr>
            <p:ph type="body" idx="3"/>
          </p:nvPr>
        </p:nvSpPr>
        <p:spPr>
          <a:xfrm>
            <a:off x="640557" y="4457228"/>
            <a:ext cx="3037200" cy="2907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17" name="Google Shape;117;p15"/>
          <p:cNvSpPr txBox="1">
            <a:spLocks noGrp="1"/>
          </p:cNvSpPr>
          <p:nvPr>
            <p:ph type="body" idx="4"/>
          </p:nvPr>
        </p:nvSpPr>
        <p:spPr>
          <a:xfrm>
            <a:off x="640557" y="2310299"/>
            <a:ext cx="4867800" cy="5262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600"/>
              <a:buNone/>
              <a:defRPr b="1">
                <a:solidFill>
                  <a:schemeClr val="lt1"/>
                </a:solidFill>
              </a:defRPr>
            </a:lvl1pPr>
            <a:lvl2pPr marL="914400" lvl="1" indent="-228600" algn="l">
              <a:lnSpc>
                <a:spcPct val="90000"/>
              </a:lnSpc>
              <a:spcBef>
                <a:spcPts val="375"/>
              </a:spcBef>
              <a:spcAft>
                <a:spcPts val="0"/>
              </a:spcAft>
              <a:buSzPts val="14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18" name="Google Shape;118;p15"/>
          <p:cNvSpPr txBox="1">
            <a:spLocks noGrp="1"/>
          </p:cNvSpPr>
          <p:nvPr>
            <p:ph type="title"/>
          </p:nvPr>
        </p:nvSpPr>
        <p:spPr>
          <a:xfrm>
            <a:off x="640556" y="770936"/>
            <a:ext cx="5322000" cy="1415400"/>
          </a:xfrm>
          <a:prstGeom prst="rect">
            <a:avLst/>
          </a:prstGeom>
          <a:noFill/>
          <a:ln>
            <a:noFill/>
          </a:ln>
        </p:spPr>
        <p:txBody>
          <a:bodyPr spcFirstLastPara="1" wrap="square" lIns="0" tIns="45700" rIns="91425" bIns="45700" anchor="b" anchorCtr="0">
            <a:noAutofit/>
          </a:bodyPr>
          <a:lstStyle>
            <a:lvl1pPr lvl="0" algn="l">
              <a:lnSpc>
                <a:spcPct val="100000"/>
              </a:lnSpc>
              <a:spcBef>
                <a:spcPts val="0"/>
              </a:spcBef>
              <a:spcAft>
                <a:spcPts val="0"/>
              </a:spcAft>
              <a:buClr>
                <a:srgbClr val="529A43"/>
              </a:buClr>
              <a:buSzPts val="1650"/>
              <a:buFont typeface="Arial"/>
              <a:buNone/>
              <a:defRPr sz="3000" b="1" i="0" u="none" strike="noStrike"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1_Title_Slide">
  <p:cSld name="2_Title_Slide 10">
    <p:spTree>
      <p:nvGrpSpPr>
        <p:cNvPr id="1" name="Shape 119"/>
        <p:cNvGrpSpPr/>
        <p:nvPr/>
      </p:nvGrpSpPr>
      <p:grpSpPr>
        <a:xfrm>
          <a:off x="0" y="0"/>
          <a:ext cx="0" cy="0"/>
          <a:chOff x="0" y="0"/>
          <a:chExt cx="0" cy="0"/>
        </a:xfrm>
      </p:grpSpPr>
      <p:pic>
        <p:nvPicPr>
          <p:cNvPr id="120" name="Google Shape;120;p16"/>
          <p:cNvPicPr preferRelativeResize="0"/>
          <p:nvPr/>
        </p:nvPicPr>
        <p:blipFill rotWithShape="1">
          <a:blip r:embed="rId2">
            <a:alphaModFix/>
          </a:blip>
          <a:srcRect l="50" r="50"/>
          <a:stretch/>
        </p:blipFill>
        <p:spPr>
          <a:xfrm>
            <a:off x="4862487" y="-5821"/>
            <a:ext cx="4281508" cy="3289106"/>
          </a:xfrm>
          <a:prstGeom prst="rect">
            <a:avLst/>
          </a:prstGeom>
          <a:noFill/>
          <a:ln>
            <a:noFill/>
          </a:ln>
        </p:spPr>
      </p:pic>
      <p:pic>
        <p:nvPicPr>
          <p:cNvPr id="121" name="Google Shape;121;p16"/>
          <p:cNvPicPr preferRelativeResize="0"/>
          <p:nvPr/>
        </p:nvPicPr>
        <p:blipFill rotWithShape="1">
          <a:blip r:embed="rId3">
            <a:alphaModFix/>
          </a:blip>
          <a:srcRect/>
          <a:stretch/>
        </p:blipFill>
        <p:spPr>
          <a:xfrm>
            <a:off x="1" y="-9492"/>
            <a:ext cx="6410225" cy="3292783"/>
          </a:xfrm>
          <a:prstGeom prst="rect">
            <a:avLst/>
          </a:prstGeom>
          <a:noFill/>
          <a:ln>
            <a:noFill/>
          </a:ln>
        </p:spPr>
      </p:pic>
      <p:pic>
        <p:nvPicPr>
          <p:cNvPr id="122" name="Google Shape;122;p16"/>
          <p:cNvPicPr preferRelativeResize="0"/>
          <p:nvPr/>
        </p:nvPicPr>
        <p:blipFill rotWithShape="1">
          <a:blip r:embed="rId4">
            <a:alphaModFix/>
          </a:blip>
          <a:srcRect/>
          <a:stretch/>
        </p:blipFill>
        <p:spPr>
          <a:xfrm>
            <a:off x="7162295" y="4298592"/>
            <a:ext cx="1610399" cy="496002"/>
          </a:xfrm>
          <a:prstGeom prst="rect">
            <a:avLst/>
          </a:prstGeom>
          <a:noFill/>
          <a:ln>
            <a:noFill/>
          </a:ln>
        </p:spPr>
      </p:pic>
      <p:sp>
        <p:nvSpPr>
          <p:cNvPr id="123" name="Google Shape;123;p16"/>
          <p:cNvSpPr txBox="1">
            <a:spLocks noGrp="1"/>
          </p:cNvSpPr>
          <p:nvPr>
            <p:ph type="body" idx="1"/>
          </p:nvPr>
        </p:nvSpPr>
        <p:spPr>
          <a:xfrm>
            <a:off x="640556" y="3581009"/>
            <a:ext cx="3829200" cy="2919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800"/>
              <a:buNone/>
              <a:defRPr sz="1800" b="1">
                <a:solidFill>
                  <a:schemeClr val="dk2"/>
                </a:solidFill>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24" name="Google Shape;124;p16"/>
          <p:cNvSpPr txBox="1">
            <a:spLocks noGrp="1"/>
          </p:cNvSpPr>
          <p:nvPr>
            <p:ph type="body" idx="2"/>
          </p:nvPr>
        </p:nvSpPr>
        <p:spPr>
          <a:xfrm>
            <a:off x="640557" y="3896005"/>
            <a:ext cx="3037200" cy="2466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b="1"/>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25" name="Google Shape;125;p16"/>
          <p:cNvSpPr txBox="1">
            <a:spLocks noGrp="1"/>
          </p:cNvSpPr>
          <p:nvPr>
            <p:ph type="body" idx="3"/>
          </p:nvPr>
        </p:nvSpPr>
        <p:spPr>
          <a:xfrm>
            <a:off x="640557" y="4457228"/>
            <a:ext cx="3037200" cy="2907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26" name="Google Shape;126;p16"/>
          <p:cNvSpPr txBox="1">
            <a:spLocks noGrp="1"/>
          </p:cNvSpPr>
          <p:nvPr>
            <p:ph type="body" idx="4"/>
          </p:nvPr>
        </p:nvSpPr>
        <p:spPr>
          <a:xfrm>
            <a:off x="640557" y="2310299"/>
            <a:ext cx="4867800" cy="5262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600"/>
              <a:buNone/>
              <a:defRPr b="1">
                <a:solidFill>
                  <a:schemeClr val="lt1"/>
                </a:solidFill>
              </a:defRPr>
            </a:lvl1pPr>
            <a:lvl2pPr marL="914400" lvl="1" indent="-228600" algn="l">
              <a:lnSpc>
                <a:spcPct val="90000"/>
              </a:lnSpc>
              <a:spcBef>
                <a:spcPts val="375"/>
              </a:spcBef>
              <a:spcAft>
                <a:spcPts val="0"/>
              </a:spcAft>
              <a:buSzPts val="14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27" name="Google Shape;127;p16"/>
          <p:cNvSpPr txBox="1">
            <a:spLocks noGrp="1"/>
          </p:cNvSpPr>
          <p:nvPr>
            <p:ph type="title"/>
          </p:nvPr>
        </p:nvSpPr>
        <p:spPr>
          <a:xfrm>
            <a:off x="640556" y="770936"/>
            <a:ext cx="5322000" cy="1415400"/>
          </a:xfrm>
          <a:prstGeom prst="rect">
            <a:avLst/>
          </a:prstGeom>
          <a:noFill/>
          <a:ln>
            <a:noFill/>
          </a:ln>
        </p:spPr>
        <p:txBody>
          <a:bodyPr spcFirstLastPara="1" wrap="square" lIns="0" tIns="45700" rIns="91425" bIns="45700" anchor="b" anchorCtr="0">
            <a:noAutofit/>
          </a:bodyPr>
          <a:lstStyle>
            <a:lvl1pPr lvl="0" algn="l">
              <a:lnSpc>
                <a:spcPct val="100000"/>
              </a:lnSpc>
              <a:spcBef>
                <a:spcPts val="0"/>
              </a:spcBef>
              <a:spcAft>
                <a:spcPts val="0"/>
              </a:spcAft>
              <a:buClr>
                <a:srgbClr val="529A43"/>
              </a:buClr>
              <a:buSzPts val="1650"/>
              <a:buFont typeface="Arial"/>
              <a:buNone/>
              <a:defRPr sz="3000" b="1" i="0" u="none" strike="noStrike"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1_Title_Slide">
  <p:cSld name="2_Title_Slide 11">
    <p:spTree>
      <p:nvGrpSpPr>
        <p:cNvPr id="1" name="Shape 128"/>
        <p:cNvGrpSpPr/>
        <p:nvPr/>
      </p:nvGrpSpPr>
      <p:grpSpPr>
        <a:xfrm>
          <a:off x="0" y="0"/>
          <a:ext cx="0" cy="0"/>
          <a:chOff x="0" y="0"/>
          <a:chExt cx="0" cy="0"/>
        </a:xfrm>
      </p:grpSpPr>
      <p:pic>
        <p:nvPicPr>
          <p:cNvPr id="129" name="Google Shape;129;p17"/>
          <p:cNvPicPr preferRelativeResize="0"/>
          <p:nvPr/>
        </p:nvPicPr>
        <p:blipFill rotWithShape="1">
          <a:blip r:embed="rId2">
            <a:alphaModFix/>
          </a:blip>
          <a:srcRect l="50" r="50"/>
          <a:stretch/>
        </p:blipFill>
        <p:spPr>
          <a:xfrm>
            <a:off x="4862485" y="-5821"/>
            <a:ext cx="4281515" cy="3289111"/>
          </a:xfrm>
          <a:prstGeom prst="rect">
            <a:avLst/>
          </a:prstGeom>
          <a:noFill/>
          <a:ln>
            <a:noFill/>
          </a:ln>
        </p:spPr>
      </p:pic>
      <p:pic>
        <p:nvPicPr>
          <p:cNvPr id="130" name="Google Shape;130;p17"/>
          <p:cNvPicPr preferRelativeResize="0"/>
          <p:nvPr/>
        </p:nvPicPr>
        <p:blipFill rotWithShape="1">
          <a:blip r:embed="rId3">
            <a:alphaModFix/>
          </a:blip>
          <a:srcRect/>
          <a:stretch/>
        </p:blipFill>
        <p:spPr>
          <a:xfrm>
            <a:off x="1" y="-9492"/>
            <a:ext cx="6410225" cy="3292783"/>
          </a:xfrm>
          <a:prstGeom prst="rect">
            <a:avLst/>
          </a:prstGeom>
          <a:noFill/>
          <a:ln>
            <a:noFill/>
          </a:ln>
        </p:spPr>
      </p:pic>
      <p:pic>
        <p:nvPicPr>
          <p:cNvPr id="131" name="Google Shape;131;p17"/>
          <p:cNvPicPr preferRelativeResize="0"/>
          <p:nvPr/>
        </p:nvPicPr>
        <p:blipFill rotWithShape="1">
          <a:blip r:embed="rId4">
            <a:alphaModFix/>
          </a:blip>
          <a:srcRect/>
          <a:stretch/>
        </p:blipFill>
        <p:spPr>
          <a:xfrm>
            <a:off x="7162295" y="4298592"/>
            <a:ext cx="1610399" cy="496002"/>
          </a:xfrm>
          <a:prstGeom prst="rect">
            <a:avLst/>
          </a:prstGeom>
          <a:noFill/>
          <a:ln>
            <a:noFill/>
          </a:ln>
        </p:spPr>
      </p:pic>
      <p:sp>
        <p:nvSpPr>
          <p:cNvPr id="132" name="Google Shape;132;p17"/>
          <p:cNvSpPr txBox="1">
            <a:spLocks noGrp="1"/>
          </p:cNvSpPr>
          <p:nvPr>
            <p:ph type="body" idx="1"/>
          </p:nvPr>
        </p:nvSpPr>
        <p:spPr>
          <a:xfrm>
            <a:off x="640556" y="3581009"/>
            <a:ext cx="3829200" cy="2919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800"/>
              <a:buNone/>
              <a:defRPr sz="1800" b="1">
                <a:solidFill>
                  <a:schemeClr val="dk2"/>
                </a:solidFill>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33" name="Google Shape;133;p17"/>
          <p:cNvSpPr txBox="1">
            <a:spLocks noGrp="1"/>
          </p:cNvSpPr>
          <p:nvPr>
            <p:ph type="body" idx="2"/>
          </p:nvPr>
        </p:nvSpPr>
        <p:spPr>
          <a:xfrm>
            <a:off x="640557" y="3896005"/>
            <a:ext cx="3037200" cy="2466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b="1"/>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34" name="Google Shape;134;p17"/>
          <p:cNvSpPr txBox="1">
            <a:spLocks noGrp="1"/>
          </p:cNvSpPr>
          <p:nvPr>
            <p:ph type="body" idx="3"/>
          </p:nvPr>
        </p:nvSpPr>
        <p:spPr>
          <a:xfrm>
            <a:off x="640557" y="4457228"/>
            <a:ext cx="3037200" cy="2907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35" name="Google Shape;135;p17"/>
          <p:cNvSpPr txBox="1">
            <a:spLocks noGrp="1"/>
          </p:cNvSpPr>
          <p:nvPr>
            <p:ph type="body" idx="4"/>
          </p:nvPr>
        </p:nvSpPr>
        <p:spPr>
          <a:xfrm>
            <a:off x="640557" y="2310299"/>
            <a:ext cx="4867800" cy="5262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600"/>
              <a:buNone/>
              <a:defRPr b="1">
                <a:solidFill>
                  <a:schemeClr val="lt1"/>
                </a:solidFill>
              </a:defRPr>
            </a:lvl1pPr>
            <a:lvl2pPr marL="914400" lvl="1" indent="-228600" algn="l">
              <a:lnSpc>
                <a:spcPct val="90000"/>
              </a:lnSpc>
              <a:spcBef>
                <a:spcPts val="375"/>
              </a:spcBef>
              <a:spcAft>
                <a:spcPts val="0"/>
              </a:spcAft>
              <a:buSzPts val="14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36" name="Google Shape;136;p17"/>
          <p:cNvSpPr txBox="1">
            <a:spLocks noGrp="1"/>
          </p:cNvSpPr>
          <p:nvPr>
            <p:ph type="title"/>
          </p:nvPr>
        </p:nvSpPr>
        <p:spPr>
          <a:xfrm>
            <a:off x="640556" y="770936"/>
            <a:ext cx="5322000" cy="1415400"/>
          </a:xfrm>
          <a:prstGeom prst="rect">
            <a:avLst/>
          </a:prstGeom>
          <a:noFill/>
          <a:ln>
            <a:noFill/>
          </a:ln>
        </p:spPr>
        <p:txBody>
          <a:bodyPr spcFirstLastPara="1" wrap="square" lIns="0" tIns="45700" rIns="91425" bIns="45700" anchor="b" anchorCtr="0">
            <a:noAutofit/>
          </a:bodyPr>
          <a:lstStyle>
            <a:lvl1pPr lvl="0" algn="l">
              <a:lnSpc>
                <a:spcPct val="100000"/>
              </a:lnSpc>
              <a:spcBef>
                <a:spcPts val="0"/>
              </a:spcBef>
              <a:spcAft>
                <a:spcPts val="0"/>
              </a:spcAft>
              <a:buClr>
                <a:srgbClr val="529A43"/>
              </a:buClr>
              <a:buSzPts val="1650"/>
              <a:buFont typeface="Arial"/>
              <a:buNone/>
              <a:defRPr sz="3000" b="1" i="0" u="none" strike="noStrike"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1_Title_Slide">
  <p:cSld name="1_Title_Slide_TRAINING">
    <p:spTree>
      <p:nvGrpSpPr>
        <p:cNvPr id="1" name="Shape 137"/>
        <p:cNvGrpSpPr/>
        <p:nvPr/>
      </p:nvGrpSpPr>
      <p:grpSpPr>
        <a:xfrm>
          <a:off x="0" y="0"/>
          <a:ext cx="0" cy="0"/>
          <a:chOff x="0" y="0"/>
          <a:chExt cx="0" cy="0"/>
        </a:xfrm>
      </p:grpSpPr>
      <p:pic>
        <p:nvPicPr>
          <p:cNvPr id="138" name="Google Shape;138;p18"/>
          <p:cNvPicPr preferRelativeResize="0"/>
          <p:nvPr/>
        </p:nvPicPr>
        <p:blipFill rotWithShape="1">
          <a:blip r:embed="rId2">
            <a:alphaModFix/>
          </a:blip>
          <a:srcRect l="50" r="50"/>
          <a:stretch/>
        </p:blipFill>
        <p:spPr>
          <a:xfrm>
            <a:off x="4862487" y="-5821"/>
            <a:ext cx="4281508" cy="3289106"/>
          </a:xfrm>
          <a:prstGeom prst="rect">
            <a:avLst/>
          </a:prstGeom>
          <a:noFill/>
          <a:ln>
            <a:noFill/>
          </a:ln>
        </p:spPr>
      </p:pic>
      <p:pic>
        <p:nvPicPr>
          <p:cNvPr id="139" name="Google Shape;139;p18"/>
          <p:cNvPicPr preferRelativeResize="0"/>
          <p:nvPr/>
        </p:nvPicPr>
        <p:blipFill rotWithShape="1">
          <a:blip r:embed="rId3">
            <a:alphaModFix/>
          </a:blip>
          <a:srcRect/>
          <a:stretch/>
        </p:blipFill>
        <p:spPr>
          <a:xfrm>
            <a:off x="1" y="-9492"/>
            <a:ext cx="6410225" cy="3292783"/>
          </a:xfrm>
          <a:prstGeom prst="rect">
            <a:avLst/>
          </a:prstGeom>
          <a:noFill/>
          <a:ln>
            <a:noFill/>
          </a:ln>
        </p:spPr>
      </p:pic>
      <p:pic>
        <p:nvPicPr>
          <p:cNvPr id="140" name="Google Shape;140;p18"/>
          <p:cNvPicPr preferRelativeResize="0"/>
          <p:nvPr/>
        </p:nvPicPr>
        <p:blipFill rotWithShape="1">
          <a:blip r:embed="rId4">
            <a:alphaModFix/>
          </a:blip>
          <a:srcRect/>
          <a:stretch/>
        </p:blipFill>
        <p:spPr>
          <a:xfrm>
            <a:off x="7162295" y="4298592"/>
            <a:ext cx="1610399" cy="496002"/>
          </a:xfrm>
          <a:prstGeom prst="rect">
            <a:avLst/>
          </a:prstGeom>
          <a:noFill/>
          <a:ln>
            <a:noFill/>
          </a:ln>
        </p:spPr>
      </p:pic>
      <p:sp>
        <p:nvSpPr>
          <p:cNvPr id="141" name="Google Shape;141;p18"/>
          <p:cNvSpPr txBox="1">
            <a:spLocks noGrp="1"/>
          </p:cNvSpPr>
          <p:nvPr>
            <p:ph type="body" idx="1"/>
          </p:nvPr>
        </p:nvSpPr>
        <p:spPr>
          <a:xfrm>
            <a:off x="640556" y="3581009"/>
            <a:ext cx="3829200" cy="2919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800"/>
              <a:buNone/>
              <a:defRPr sz="1800" b="1">
                <a:solidFill>
                  <a:schemeClr val="dk2"/>
                </a:solidFill>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42" name="Google Shape;142;p18"/>
          <p:cNvSpPr txBox="1">
            <a:spLocks noGrp="1"/>
          </p:cNvSpPr>
          <p:nvPr>
            <p:ph type="body" idx="2"/>
          </p:nvPr>
        </p:nvSpPr>
        <p:spPr>
          <a:xfrm>
            <a:off x="640557" y="3896005"/>
            <a:ext cx="3037200" cy="2466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b="1"/>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43" name="Google Shape;143;p18"/>
          <p:cNvSpPr txBox="1">
            <a:spLocks noGrp="1"/>
          </p:cNvSpPr>
          <p:nvPr>
            <p:ph type="body" idx="3"/>
          </p:nvPr>
        </p:nvSpPr>
        <p:spPr>
          <a:xfrm>
            <a:off x="640557" y="4457228"/>
            <a:ext cx="3037200" cy="2907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44" name="Google Shape;144;p18"/>
          <p:cNvSpPr txBox="1">
            <a:spLocks noGrp="1"/>
          </p:cNvSpPr>
          <p:nvPr>
            <p:ph type="body" idx="4"/>
          </p:nvPr>
        </p:nvSpPr>
        <p:spPr>
          <a:xfrm>
            <a:off x="640557" y="2310299"/>
            <a:ext cx="4867800" cy="5262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600"/>
              <a:buNone/>
              <a:defRPr b="1">
                <a:solidFill>
                  <a:schemeClr val="lt1"/>
                </a:solidFill>
              </a:defRPr>
            </a:lvl1pPr>
            <a:lvl2pPr marL="914400" lvl="1" indent="-228600" algn="l">
              <a:lnSpc>
                <a:spcPct val="90000"/>
              </a:lnSpc>
              <a:spcBef>
                <a:spcPts val="375"/>
              </a:spcBef>
              <a:spcAft>
                <a:spcPts val="0"/>
              </a:spcAft>
              <a:buSzPts val="14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45" name="Google Shape;145;p18"/>
          <p:cNvSpPr txBox="1">
            <a:spLocks noGrp="1"/>
          </p:cNvSpPr>
          <p:nvPr>
            <p:ph type="title"/>
          </p:nvPr>
        </p:nvSpPr>
        <p:spPr>
          <a:xfrm>
            <a:off x="640556" y="770936"/>
            <a:ext cx="5322000" cy="1415400"/>
          </a:xfrm>
          <a:prstGeom prst="rect">
            <a:avLst/>
          </a:prstGeom>
          <a:noFill/>
          <a:ln>
            <a:noFill/>
          </a:ln>
        </p:spPr>
        <p:txBody>
          <a:bodyPr spcFirstLastPara="1" wrap="square" lIns="0" tIns="45700" rIns="91425" bIns="45700" anchor="b" anchorCtr="0">
            <a:noAutofit/>
          </a:bodyPr>
          <a:lstStyle>
            <a:lvl1pPr lvl="0" algn="l">
              <a:lnSpc>
                <a:spcPct val="100000"/>
              </a:lnSpc>
              <a:spcBef>
                <a:spcPts val="0"/>
              </a:spcBef>
              <a:spcAft>
                <a:spcPts val="0"/>
              </a:spcAft>
              <a:buClr>
                <a:srgbClr val="529A43"/>
              </a:buClr>
              <a:buSzPts val="1650"/>
              <a:buFont typeface="Arial"/>
              <a:buNone/>
              <a:defRPr sz="3000" b="1" i="0" u="none" strike="noStrike"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1_Title_Slide">
  <p:cSld name="1_Title_Slide_INDUSTRY">
    <p:spTree>
      <p:nvGrpSpPr>
        <p:cNvPr id="1" name="Shape 146"/>
        <p:cNvGrpSpPr/>
        <p:nvPr/>
      </p:nvGrpSpPr>
      <p:grpSpPr>
        <a:xfrm>
          <a:off x="0" y="0"/>
          <a:ext cx="0" cy="0"/>
          <a:chOff x="0" y="0"/>
          <a:chExt cx="0" cy="0"/>
        </a:xfrm>
      </p:grpSpPr>
      <p:pic>
        <p:nvPicPr>
          <p:cNvPr id="147" name="Google Shape;147;p19"/>
          <p:cNvPicPr preferRelativeResize="0"/>
          <p:nvPr/>
        </p:nvPicPr>
        <p:blipFill rotWithShape="1">
          <a:blip r:embed="rId2">
            <a:alphaModFix/>
          </a:blip>
          <a:srcRect l="50" r="50"/>
          <a:stretch/>
        </p:blipFill>
        <p:spPr>
          <a:xfrm>
            <a:off x="4862487" y="-5821"/>
            <a:ext cx="4281506" cy="3289105"/>
          </a:xfrm>
          <a:prstGeom prst="rect">
            <a:avLst/>
          </a:prstGeom>
          <a:noFill/>
          <a:ln>
            <a:noFill/>
          </a:ln>
        </p:spPr>
      </p:pic>
      <p:pic>
        <p:nvPicPr>
          <p:cNvPr id="148" name="Google Shape;148;p19"/>
          <p:cNvPicPr preferRelativeResize="0"/>
          <p:nvPr/>
        </p:nvPicPr>
        <p:blipFill rotWithShape="1">
          <a:blip r:embed="rId3">
            <a:alphaModFix/>
          </a:blip>
          <a:srcRect/>
          <a:stretch/>
        </p:blipFill>
        <p:spPr>
          <a:xfrm>
            <a:off x="1" y="-9492"/>
            <a:ext cx="6410225" cy="3292783"/>
          </a:xfrm>
          <a:prstGeom prst="rect">
            <a:avLst/>
          </a:prstGeom>
          <a:noFill/>
          <a:ln>
            <a:noFill/>
          </a:ln>
        </p:spPr>
      </p:pic>
      <p:pic>
        <p:nvPicPr>
          <p:cNvPr id="149" name="Google Shape;149;p19"/>
          <p:cNvPicPr preferRelativeResize="0"/>
          <p:nvPr/>
        </p:nvPicPr>
        <p:blipFill rotWithShape="1">
          <a:blip r:embed="rId4">
            <a:alphaModFix/>
          </a:blip>
          <a:srcRect/>
          <a:stretch/>
        </p:blipFill>
        <p:spPr>
          <a:xfrm>
            <a:off x="7162295" y="4298592"/>
            <a:ext cx="1610399" cy="496002"/>
          </a:xfrm>
          <a:prstGeom prst="rect">
            <a:avLst/>
          </a:prstGeom>
          <a:noFill/>
          <a:ln>
            <a:noFill/>
          </a:ln>
        </p:spPr>
      </p:pic>
      <p:sp>
        <p:nvSpPr>
          <p:cNvPr id="150" name="Google Shape;150;p19"/>
          <p:cNvSpPr txBox="1">
            <a:spLocks noGrp="1"/>
          </p:cNvSpPr>
          <p:nvPr>
            <p:ph type="body" idx="1"/>
          </p:nvPr>
        </p:nvSpPr>
        <p:spPr>
          <a:xfrm>
            <a:off x="640556" y="3581009"/>
            <a:ext cx="3829200" cy="2919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800"/>
              <a:buNone/>
              <a:defRPr sz="1800" b="1">
                <a:solidFill>
                  <a:schemeClr val="dk2"/>
                </a:solidFill>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51" name="Google Shape;151;p19"/>
          <p:cNvSpPr txBox="1">
            <a:spLocks noGrp="1"/>
          </p:cNvSpPr>
          <p:nvPr>
            <p:ph type="body" idx="2"/>
          </p:nvPr>
        </p:nvSpPr>
        <p:spPr>
          <a:xfrm>
            <a:off x="640557" y="3896005"/>
            <a:ext cx="3037200" cy="2466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b="1"/>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52" name="Google Shape;152;p19"/>
          <p:cNvSpPr txBox="1">
            <a:spLocks noGrp="1"/>
          </p:cNvSpPr>
          <p:nvPr>
            <p:ph type="body" idx="3"/>
          </p:nvPr>
        </p:nvSpPr>
        <p:spPr>
          <a:xfrm>
            <a:off x="640557" y="4457228"/>
            <a:ext cx="3037200" cy="2907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53" name="Google Shape;153;p19"/>
          <p:cNvSpPr txBox="1">
            <a:spLocks noGrp="1"/>
          </p:cNvSpPr>
          <p:nvPr>
            <p:ph type="body" idx="4"/>
          </p:nvPr>
        </p:nvSpPr>
        <p:spPr>
          <a:xfrm>
            <a:off x="640557" y="2310299"/>
            <a:ext cx="4867800" cy="5262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600"/>
              <a:buNone/>
              <a:defRPr b="1">
                <a:solidFill>
                  <a:schemeClr val="lt1"/>
                </a:solidFill>
              </a:defRPr>
            </a:lvl1pPr>
            <a:lvl2pPr marL="914400" lvl="1" indent="-228600" algn="l">
              <a:lnSpc>
                <a:spcPct val="90000"/>
              </a:lnSpc>
              <a:spcBef>
                <a:spcPts val="375"/>
              </a:spcBef>
              <a:spcAft>
                <a:spcPts val="0"/>
              </a:spcAft>
              <a:buSzPts val="14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54" name="Google Shape;154;p19"/>
          <p:cNvSpPr txBox="1">
            <a:spLocks noGrp="1"/>
          </p:cNvSpPr>
          <p:nvPr>
            <p:ph type="title"/>
          </p:nvPr>
        </p:nvSpPr>
        <p:spPr>
          <a:xfrm>
            <a:off x="640556" y="770936"/>
            <a:ext cx="5322000" cy="1415400"/>
          </a:xfrm>
          <a:prstGeom prst="rect">
            <a:avLst/>
          </a:prstGeom>
          <a:noFill/>
          <a:ln>
            <a:noFill/>
          </a:ln>
        </p:spPr>
        <p:txBody>
          <a:bodyPr spcFirstLastPara="1" wrap="square" lIns="0" tIns="45700" rIns="91425" bIns="45700" anchor="b" anchorCtr="0">
            <a:noAutofit/>
          </a:bodyPr>
          <a:lstStyle>
            <a:lvl1pPr lvl="0" algn="l">
              <a:lnSpc>
                <a:spcPct val="100000"/>
              </a:lnSpc>
              <a:spcBef>
                <a:spcPts val="0"/>
              </a:spcBef>
              <a:spcAft>
                <a:spcPts val="0"/>
              </a:spcAft>
              <a:buClr>
                <a:srgbClr val="529A43"/>
              </a:buClr>
              <a:buSzPts val="1650"/>
              <a:buFont typeface="Arial"/>
              <a:buNone/>
              <a:defRPr sz="3000" b="1" i="0" u="none" strike="noStrike"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1_Title_Slide">
  <p:cSld name="2_Title_Slide_NoImage">
    <p:spTree>
      <p:nvGrpSpPr>
        <p:cNvPr id="1" name="Shape 155"/>
        <p:cNvGrpSpPr/>
        <p:nvPr/>
      </p:nvGrpSpPr>
      <p:grpSpPr>
        <a:xfrm>
          <a:off x="0" y="0"/>
          <a:ext cx="0" cy="0"/>
          <a:chOff x="0" y="0"/>
          <a:chExt cx="0" cy="0"/>
        </a:xfrm>
      </p:grpSpPr>
      <p:pic>
        <p:nvPicPr>
          <p:cNvPr id="156" name="Google Shape;156;p20"/>
          <p:cNvPicPr preferRelativeResize="0"/>
          <p:nvPr/>
        </p:nvPicPr>
        <p:blipFill rotWithShape="1">
          <a:blip r:embed="rId2">
            <a:alphaModFix/>
          </a:blip>
          <a:srcRect/>
          <a:stretch/>
        </p:blipFill>
        <p:spPr>
          <a:xfrm>
            <a:off x="0" y="1"/>
            <a:ext cx="9143998" cy="3274221"/>
          </a:xfrm>
          <a:prstGeom prst="rect">
            <a:avLst/>
          </a:prstGeom>
          <a:noFill/>
          <a:ln>
            <a:noFill/>
          </a:ln>
        </p:spPr>
      </p:pic>
      <p:sp>
        <p:nvSpPr>
          <p:cNvPr id="157" name="Google Shape;157;p20"/>
          <p:cNvSpPr txBox="1">
            <a:spLocks noGrp="1"/>
          </p:cNvSpPr>
          <p:nvPr>
            <p:ph type="body" idx="1"/>
          </p:nvPr>
        </p:nvSpPr>
        <p:spPr>
          <a:xfrm>
            <a:off x="640557" y="4457228"/>
            <a:ext cx="3037200" cy="2907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58" name="Google Shape;158;p20"/>
          <p:cNvSpPr txBox="1">
            <a:spLocks noGrp="1"/>
          </p:cNvSpPr>
          <p:nvPr>
            <p:ph type="body" idx="2"/>
          </p:nvPr>
        </p:nvSpPr>
        <p:spPr>
          <a:xfrm>
            <a:off x="640557" y="2310299"/>
            <a:ext cx="4867800" cy="5262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600"/>
              <a:buNone/>
              <a:defRPr b="1">
                <a:solidFill>
                  <a:schemeClr val="lt1"/>
                </a:solidFill>
              </a:defRPr>
            </a:lvl1pPr>
            <a:lvl2pPr marL="914400" lvl="1" indent="-228600" algn="l">
              <a:lnSpc>
                <a:spcPct val="90000"/>
              </a:lnSpc>
              <a:spcBef>
                <a:spcPts val="375"/>
              </a:spcBef>
              <a:spcAft>
                <a:spcPts val="0"/>
              </a:spcAft>
              <a:buSzPts val="14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59" name="Google Shape;159;p20"/>
          <p:cNvSpPr txBox="1">
            <a:spLocks noGrp="1"/>
          </p:cNvSpPr>
          <p:nvPr>
            <p:ph type="title"/>
          </p:nvPr>
        </p:nvSpPr>
        <p:spPr>
          <a:xfrm>
            <a:off x="640556" y="770936"/>
            <a:ext cx="5322000" cy="1415400"/>
          </a:xfrm>
          <a:prstGeom prst="rect">
            <a:avLst/>
          </a:prstGeom>
          <a:noFill/>
          <a:ln>
            <a:noFill/>
          </a:ln>
        </p:spPr>
        <p:txBody>
          <a:bodyPr spcFirstLastPara="1" wrap="square" lIns="0" tIns="45700" rIns="91425" bIns="45700" anchor="b" anchorCtr="0">
            <a:noAutofit/>
          </a:bodyPr>
          <a:lstStyle>
            <a:lvl1pPr lvl="0" algn="l">
              <a:lnSpc>
                <a:spcPct val="100000"/>
              </a:lnSpc>
              <a:spcBef>
                <a:spcPts val="0"/>
              </a:spcBef>
              <a:spcAft>
                <a:spcPts val="0"/>
              </a:spcAft>
              <a:buClr>
                <a:srgbClr val="529A43"/>
              </a:buClr>
              <a:buSzPts val="1650"/>
              <a:buFont typeface="Arial"/>
              <a:buNone/>
              <a:defRPr sz="3000" b="1" i="0" u="none" strike="noStrike"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0" name="Google Shape;160;p20"/>
          <p:cNvSpPr txBox="1">
            <a:spLocks noGrp="1"/>
          </p:cNvSpPr>
          <p:nvPr>
            <p:ph type="body" idx="3"/>
          </p:nvPr>
        </p:nvSpPr>
        <p:spPr>
          <a:xfrm>
            <a:off x="640556" y="3581009"/>
            <a:ext cx="3829200" cy="2919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800"/>
              <a:buNone/>
              <a:defRPr sz="1800" b="1">
                <a:solidFill>
                  <a:schemeClr val="dk2"/>
                </a:solidFill>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61" name="Google Shape;161;p20"/>
          <p:cNvSpPr txBox="1">
            <a:spLocks noGrp="1"/>
          </p:cNvSpPr>
          <p:nvPr>
            <p:ph type="body" idx="4"/>
          </p:nvPr>
        </p:nvSpPr>
        <p:spPr>
          <a:xfrm>
            <a:off x="640557" y="3896005"/>
            <a:ext cx="3037200" cy="2466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b="1"/>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pic>
        <p:nvPicPr>
          <p:cNvPr id="162" name="Google Shape;162;p20"/>
          <p:cNvPicPr preferRelativeResize="0"/>
          <p:nvPr/>
        </p:nvPicPr>
        <p:blipFill rotWithShape="1">
          <a:blip r:embed="rId3">
            <a:alphaModFix/>
          </a:blip>
          <a:srcRect/>
          <a:stretch/>
        </p:blipFill>
        <p:spPr>
          <a:xfrm>
            <a:off x="7162295" y="4298592"/>
            <a:ext cx="1610399" cy="49600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1_Title_Slide">
  <p:cSld name="1_Title_Slide_noImage">
    <p:spTree>
      <p:nvGrpSpPr>
        <p:cNvPr id="1" name="Shape 163"/>
        <p:cNvGrpSpPr/>
        <p:nvPr/>
      </p:nvGrpSpPr>
      <p:grpSpPr>
        <a:xfrm>
          <a:off x="0" y="0"/>
          <a:ext cx="0" cy="0"/>
          <a:chOff x="0" y="0"/>
          <a:chExt cx="0" cy="0"/>
        </a:xfrm>
      </p:grpSpPr>
      <p:pic>
        <p:nvPicPr>
          <p:cNvPr id="164" name="Google Shape;164;p21"/>
          <p:cNvPicPr preferRelativeResize="0"/>
          <p:nvPr/>
        </p:nvPicPr>
        <p:blipFill rotWithShape="1">
          <a:blip r:embed="rId2">
            <a:alphaModFix/>
          </a:blip>
          <a:srcRect/>
          <a:stretch/>
        </p:blipFill>
        <p:spPr>
          <a:xfrm>
            <a:off x="0" y="1"/>
            <a:ext cx="9144000" cy="3274221"/>
          </a:xfrm>
          <a:prstGeom prst="rect">
            <a:avLst/>
          </a:prstGeom>
          <a:noFill/>
          <a:ln>
            <a:noFill/>
          </a:ln>
        </p:spPr>
      </p:pic>
      <p:sp>
        <p:nvSpPr>
          <p:cNvPr id="165" name="Google Shape;165;p21"/>
          <p:cNvSpPr txBox="1">
            <a:spLocks noGrp="1"/>
          </p:cNvSpPr>
          <p:nvPr>
            <p:ph type="body" idx="1"/>
          </p:nvPr>
        </p:nvSpPr>
        <p:spPr>
          <a:xfrm>
            <a:off x="640557" y="4457228"/>
            <a:ext cx="3037200" cy="2907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66" name="Google Shape;166;p21"/>
          <p:cNvSpPr txBox="1">
            <a:spLocks noGrp="1"/>
          </p:cNvSpPr>
          <p:nvPr>
            <p:ph type="body" idx="2"/>
          </p:nvPr>
        </p:nvSpPr>
        <p:spPr>
          <a:xfrm>
            <a:off x="640557" y="2310299"/>
            <a:ext cx="4867800" cy="5262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600"/>
              <a:buNone/>
              <a:defRPr b="1">
                <a:solidFill>
                  <a:schemeClr val="lt1"/>
                </a:solidFill>
              </a:defRPr>
            </a:lvl1pPr>
            <a:lvl2pPr marL="914400" lvl="1" indent="-228600" algn="l">
              <a:lnSpc>
                <a:spcPct val="90000"/>
              </a:lnSpc>
              <a:spcBef>
                <a:spcPts val="375"/>
              </a:spcBef>
              <a:spcAft>
                <a:spcPts val="0"/>
              </a:spcAft>
              <a:buSzPts val="14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67" name="Google Shape;167;p21"/>
          <p:cNvSpPr txBox="1">
            <a:spLocks noGrp="1"/>
          </p:cNvSpPr>
          <p:nvPr>
            <p:ph type="title"/>
          </p:nvPr>
        </p:nvSpPr>
        <p:spPr>
          <a:xfrm>
            <a:off x="640556" y="770936"/>
            <a:ext cx="5322000" cy="1415400"/>
          </a:xfrm>
          <a:prstGeom prst="rect">
            <a:avLst/>
          </a:prstGeom>
          <a:noFill/>
          <a:ln>
            <a:noFill/>
          </a:ln>
        </p:spPr>
        <p:txBody>
          <a:bodyPr spcFirstLastPara="1" wrap="square" lIns="0" tIns="45700" rIns="91425" bIns="45700" anchor="b" anchorCtr="0">
            <a:noAutofit/>
          </a:bodyPr>
          <a:lstStyle>
            <a:lvl1pPr lvl="0" algn="l">
              <a:lnSpc>
                <a:spcPct val="100000"/>
              </a:lnSpc>
              <a:spcBef>
                <a:spcPts val="0"/>
              </a:spcBef>
              <a:spcAft>
                <a:spcPts val="0"/>
              </a:spcAft>
              <a:buClr>
                <a:srgbClr val="529A43"/>
              </a:buClr>
              <a:buSzPts val="1650"/>
              <a:buFont typeface="Arial"/>
              <a:buNone/>
              <a:defRPr sz="3000" b="1" i="0" u="none" strike="noStrike"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8" name="Google Shape;168;p21"/>
          <p:cNvSpPr txBox="1">
            <a:spLocks noGrp="1"/>
          </p:cNvSpPr>
          <p:nvPr>
            <p:ph type="body" idx="3"/>
          </p:nvPr>
        </p:nvSpPr>
        <p:spPr>
          <a:xfrm>
            <a:off x="640556" y="3581009"/>
            <a:ext cx="3829200" cy="2919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800"/>
              <a:buNone/>
              <a:defRPr sz="1800" b="1">
                <a:solidFill>
                  <a:schemeClr val="dk2"/>
                </a:solidFill>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69" name="Google Shape;169;p21"/>
          <p:cNvSpPr txBox="1">
            <a:spLocks noGrp="1"/>
          </p:cNvSpPr>
          <p:nvPr>
            <p:ph type="body" idx="4"/>
          </p:nvPr>
        </p:nvSpPr>
        <p:spPr>
          <a:xfrm>
            <a:off x="640557" y="3896005"/>
            <a:ext cx="3037200" cy="2466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b="1"/>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pic>
        <p:nvPicPr>
          <p:cNvPr id="170" name="Google Shape;170;p21"/>
          <p:cNvPicPr preferRelativeResize="0"/>
          <p:nvPr/>
        </p:nvPicPr>
        <p:blipFill rotWithShape="1">
          <a:blip r:embed="rId3">
            <a:alphaModFix/>
          </a:blip>
          <a:srcRect/>
          <a:stretch/>
        </p:blipFill>
        <p:spPr>
          <a:xfrm>
            <a:off x="7162295" y="4298592"/>
            <a:ext cx="1610399" cy="49600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matchingName="1_Title_Slide">
  <p:cSld name="1_Title_Slide_Staff_Association">
    <p:spTree>
      <p:nvGrpSpPr>
        <p:cNvPr id="1" name="Shape 171"/>
        <p:cNvGrpSpPr/>
        <p:nvPr/>
      </p:nvGrpSpPr>
      <p:grpSpPr>
        <a:xfrm>
          <a:off x="0" y="0"/>
          <a:ext cx="0" cy="0"/>
          <a:chOff x="0" y="0"/>
          <a:chExt cx="0" cy="0"/>
        </a:xfrm>
      </p:grpSpPr>
      <p:pic>
        <p:nvPicPr>
          <p:cNvPr id="172" name="Google Shape;172;p22"/>
          <p:cNvPicPr preferRelativeResize="0"/>
          <p:nvPr/>
        </p:nvPicPr>
        <p:blipFill rotWithShape="1">
          <a:blip r:embed="rId2">
            <a:alphaModFix/>
          </a:blip>
          <a:srcRect/>
          <a:stretch/>
        </p:blipFill>
        <p:spPr>
          <a:xfrm>
            <a:off x="0" y="1"/>
            <a:ext cx="9144000" cy="3274221"/>
          </a:xfrm>
          <a:prstGeom prst="rect">
            <a:avLst/>
          </a:prstGeom>
          <a:noFill/>
          <a:ln>
            <a:noFill/>
          </a:ln>
        </p:spPr>
      </p:pic>
      <p:sp>
        <p:nvSpPr>
          <p:cNvPr id="173" name="Google Shape;173;p22"/>
          <p:cNvSpPr txBox="1">
            <a:spLocks noGrp="1"/>
          </p:cNvSpPr>
          <p:nvPr>
            <p:ph type="body" idx="1"/>
          </p:nvPr>
        </p:nvSpPr>
        <p:spPr>
          <a:xfrm>
            <a:off x="640557" y="4457228"/>
            <a:ext cx="3037200" cy="2907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74" name="Google Shape;174;p22"/>
          <p:cNvSpPr txBox="1">
            <a:spLocks noGrp="1"/>
          </p:cNvSpPr>
          <p:nvPr>
            <p:ph type="body" idx="2"/>
          </p:nvPr>
        </p:nvSpPr>
        <p:spPr>
          <a:xfrm>
            <a:off x="640557" y="2310299"/>
            <a:ext cx="4867800" cy="5262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600"/>
              <a:buNone/>
              <a:defRPr b="1">
                <a:solidFill>
                  <a:schemeClr val="lt1"/>
                </a:solidFill>
              </a:defRPr>
            </a:lvl1pPr>
            <a:lvl2pPr marL="914400" lvl="1" indent="-228600" algn="l">
              <a:lnSpc>
                <a:spcPct val="90000"/>
              </a:lnSpc>
              <a:spcBef>
                <a:spcPts val="375"/>
              </a:spcBef>
              <a:spcAft>
                <a:spcPts val="0"/>
              </a:spcAft>
              <a:buSzPts val="14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75" name="Google Shape;175;p22"/>
          <p:cNvSpPr txBox="1">
            <a:spLocks noGrp="1"/>
          </p:cNvSpPr>
          <p:nvPr>
            <p:ph type="title"/>
          </p:nvPr>
        </p:nvSpPr>
        <p:spPr>
          <a:xfrm>
            <a:off x="640556" y="770936"/>
            <a:ext cx="5322000" cy="1415400"/>
          </a:xfrm>
          <a:prstGeom prst="rect">
            <a:avLst/>
          </a:prstGeom>
          <a:noFill/>
          <a:ln>
            <a:noFill/>
          </a:ln>
        </p:spPr>
        <p:txBody>
          <a:bodyPr spcFirstLastPara="1" wrap="square" lIns="0" tIns="45700" rIns="91425" bIns="45700" anchor="b" anchorCtr="0">
            <a:noAutofit/>
          </a:bodyPr>
          <a:lstStyle>
            <a:lvl1pPr lvl="0" algn="l">
              <a:lnSpc>
                <a:spcPct val="100000"/>
              </a:lnSpc>
              <a:spcBef>
                <a:spcPts val="0"/>
              </a:spcBef>
              <a:spcAft>
                <a:spcPts val="0"/>
              </a:spcAft>
              <a:buClr>
                <a:srgbClr val="529A43"/>
              </a:buClr>
              <a:buSzPts val="1650"/>
              <a:buFont typeface="Arial"/>
              <a:buNone/>
              <a:defRPr sz="3000" b="1" i="0" u="none" strike="noStrike"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6" name="Google Shape;176;p22"/>
          <p:cNvSpPr txBox="1">
            <a:spLocks noGrp="1"/>
          </p:cNvSpPr>
          <p:nvPr>
            <p:ph type="body" idx="3"/>
          </p:nvPr>
        </p:nvSpPr>
        <p:spPr>
          <a:xfrm>
            <a:off x="640556" y="3581009"/>
            <a:ext cx="3829200" cy="2919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800"/>
              <a:buNone/>
              <a:defRPr sz="1800" b="1">
                <a:solidFill>
                  <a:schemeClr val="dk2"/>
                </a:solidFill>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77" name="Google Shape;177;p22"/>
          <p:cNvSpPr txBox="1">
            <a:spLocks noGrp="1"/>
          </p:cNvSpPr>
          <p:nvPr>
            <p:ph type="body" idx="4"/>
          </p:nvPr>
        </p:nvSpPr>
        <p:spPr>
          <a:xfrm>
            <a:off x="640557" y="3896005"/>
            <a:ext cx="3037200" cy="2466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200"/>
              <a:buNone/>
              <a:defRPr sz="1200" b="1"/>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pic>
        <p:nvPicPr>
          <p:cNvPr id="178" name="Google Shape;178;p22"/>
          <p:cNvPicPr preferRelativeResize="0"/>
          <p:nvPr/>
        </p:nvPicPr>
        <p:blipFill rotWithShape="1">
          <a:blip r:embed="rId3">
            <a:alphaModFix/>
          </a:blip>
          <a:srcRect/>
          <a:stretch/>
        </p:blipFill>
        <p:spPr>
          <a:xfrm>
            <a:off x="7162295" y="4298592"/>
            <a:ext cx="1610399" cy="496002"/>
          </a:xfrm>
          <a:prstGeom prst="rect">
            <a:avLst/>
          </a:prstGeom>
          <a:noFill/>
          <a:ln>
            <a:noFill/>
          </a:ln>
        </p:spPr>
      </p:pic>
      <p:pic>
        <p:nvPicPr>
          <p:cNvPr id="179" name="Google Shape;179;p22"/>
          <p:cNvPicPr preferRelativeResize="0"/>
          <p:nvPr/>
        </p:nvPicPr>
        <p:blipFill rotWithShape="1">
          <a:blip r:embed="rId4">
            <a:alphaModFix/>
          </a:blip>
          <a:srcRect/>
          <a:stretch/>
        </p:blipFill>
        <p:spPr>
          <a:xfrm>
            <a:off x="4916925" y="4118125"/>
            <a:ext cx="2091450" cy="727634"/>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taff Association grey ">
  <p:cSld name="Staff Association grey ">
    <p:spTree>
      <p:nvGrpSpPr>
        <p:cNvPr id="1" name="Shape 180"/>
        <p:cNvGrpSpPr/>
        <p:nvPr/>
      </p:nvGrpSpPr>
      <p:grpSpPr>
        <a:xfrm>
          <a:off x="0" y="0"/>
          <a:ext cx="0" cy="0"/>
          <a:chOff x="0" y="0"/>
          <a:chExt cx="0" cy="0"/>
        </a:xfrm>
      </p:grpSpPr>
      <p:sp>
        <p:nvSpPr>
          <p:cNvPr id="181" name="Google Shape;181;p23"/>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2" name="Google Shape;182;p23"/>
          <p:cNvSpPr/>
          <p:nvPr/>
        </p:nvSpPr>
        <p:spPr>
          <a:xfrm>
            <a:off x="0" y="879475"/>
            <a:ext cx="9144000" cy="3734700"/>
          </a:xfrm>
          <a:prstGeom prst="rect">
            <a:avLst/>
          </a:prstGeom>
          <a:solidFill>
            <a:srgbClr val="F2F2F2"/>
          </a:solidFill>
          <a:ln>
            <a:noFill/>
          </a:ln>
        </p:spPr>
        <p:txBody>
          <a:bodyPr spcFirstLastPara="1" wrap="square" lIns="91425" tIns="45725" rIns="91425" bIns="45725" anchor="t"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Franklin Gothic"/>
              <a:ea typeface="Franklin Gothic"/>
              <a:cs typeface="Franklin Gothic"/>
              <a:sym typeface="Franklin Gothic"/>
            </a:endParaRPr>
          </a:p>
        </p:txBody>
      </p:sp>
      <p:sp>
        <p:nvSpPr>
          <p:cNvPr id="183" name="Google Shape;183;p23"/>
          <p:cNvSpPr txBox="1">
            <a:spLocks noGrp="1"/>
          </p:cNvSpPr>
          <p:nvPr>
            <p:ph type="body" idx="1"/>
          </p:nvPr>
        </p:nvSpPr>
        <p:spPr>
          <a:xfrm>
            <a:off x="338138" y="889824"/>
            <a:ext cx="8452200" cy="3711600"/>
          </a:xfrm>
          <a:prstGeom prst="rect">
            <a:avLst/>
          </a:prstGeom>
          <a:noFill/>
          <a:ln>
            <a:noFill/>
          </a:ln>
        </p:spPr>
        <p:txBody>
          <a:bodyPr spcFirstLastPara="1" wrap="square" lIns="0" tIns="45700" rIns="91425" bIns="45700" anchor="t" anchorCtr="0">
            <a:noAutofit/>
          </a:bodyPr>
          <a:lstStyle>
            <a:lvl1pPr marL="457200" lvl="0" indent="-330200" algn="l">
              <a:lnSpc>
                <a:spcPct val="90000"/>
              </a:lnSpc>
              <a:spcBef>
                <a:spcPts val="750"/>
              </a:spcBef>
              <a:spcAft>
                <a:spcPts val="0"/>
              </a:spcAft>
              <a:buSzPts val="1600"/>
              <a:buChar char="•"/>
              <a:defRPr sz="1600"/>
            </a:lvl1pPr>
            <a:lvl2pPr marL="914400" lvl="1" indent="-317500" algn="l">
              <a:lnSpc>
                <a:spcPct val="90000"/>
              </a:lnSpc>
              <a:spcBef>
                <a:spcPts val="375"/>
              </a:spcBef>
              <a:spcAft>
                <a:spcPts val="0"/>
              </a:spcAft>
              <a:buSzPts val="1400"/>
              <a:buChar char="•"/>
              <a:defRPr sz="1400"/>
            </a:lvl2pPr>
            <a:lvl3pPr marL="1371600" lvl="2" indent="-317500" algn="l">
              <a:lnSpc>
                <a:spcPct val="90000"/>
              </a:lnSpc>
              <a:spcBef>
                <a:spcPts val="375"/>
              </a:spcBef>
              <a:spcAft>
                <a:spcPts val="0"/>
              </a:spcAft>
              <a:buSzPts val="1400"/>
              <a:buChar char="•"/>
              <a:defRPr sz="1400"/>
            </a:lvl3pPr>
            <a:lvl4pPr marL="1828800" lvl="3" indent="-317500" algn="l">
              <a:lnSpc>
                <a:spcPct val="90000"/>
              </a:lnSpc>
              <a:spcBef>
                <a:spcPts val="375"/>
              </a:spcBef>
              <a:spcAft>
                <a:spcPts val="0"/>
              </a:spcAft>
              <a:buSzPts val="1400"/>
              <a:buChar char="•"/>
              <a:defRPr sz="1400"/>
            </a:lvl4pPr>
            <a:lvl5pPr marL="2286000" lvl="4" indent="-317500" algn="l">
              <a:lnSpc>
                <a:spcPct val="90000"/>
              </a:lnSpc>
              <a:spcBef>
                <a:spcPts val="375"/>
              </a:spcBef>
              <a:spcAft>
                <a:spcPts val="0"/>
              </a:spcAft>
              <a:buSzPts val="1400"/>
              <a:buChar char="•"/>
              <a:defRPr sz="1400"/>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184" name="Google Shape;184;p23"/>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185" name="Google Shape;185;p23"/>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pic>
        <p:nvPicPr>
          <p:cNvPr id="186" name="Google Shape;186;p23"/>
          <p:cNvPicPr preferRelativeResize="0"/>
          <p:nvPr/>
        </p:nvPicPr>
        <p:blipFill rotWithShape="1">
          <a:blip r:embed="rId2">
            <a:alphaModFix/>
          </a:blip>
          <a:srcRect/>
          <a:stretch/>
        </p:blipFill>
        <p:spPr>
          <a:xfrm>
            <a:off x="6524368" y="4628593"/>
            <a:ext cx="1202725" cy="418439"/>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wo Elements_white">
  <p:cSld name="Two Elements_white">
    <p:spTree>
      <p:nvGrpSpPr>
        <p:cNvPr id="1" name="Shape 201"/>
        <p:cNvGrpSpPr/>
        <p:nvPr/>
      </p:nvGrpSpPr>
      <p:grpSpPr>
        <a:xfrm>
          <a:off x="0" y="0"/>
          <a:ext cx="0" cy="0"/>
          <a:chOff x="0" y="0"/>
          <a:chExt cx="0" cy="0"/>
        </a:xfrm>
      </p:grpSpPr>
      <p:sp>
        <p:nvSpPr>
          <p:cNvPr id="202" name="Google Shape;202;p26"/>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3" name="Google Shape;203;p26"/>
          <p:cNvSpPr txBox="1">
            <a:spLocks noGrp="1"/>
          </p:cNvSpPr>
          <p:nvPr>
            <p:ph type="body" idx="1"/>
          </p:nvPr>
        </p:nvSpPr>
        <p:spPr>
          <a:xfrm>
            <a:off x="330994" y="992393"/>
            <a:ext cx="4227900" cy="3501600"/>
          </a:xfrm>
          <a:prstGeom prst="rect">
            <a:avLst/>
          </a:prstGeom>
          <a:noFill/>
          <a:ln>
            <a:noFill/>
          </a:ln>
        </p:spPr>
        <p:txBody>
          <a:bodyPr spcFirstLastPara="1" wrap="square" lIns="0" tIns="45700" rIns="91425" bIns="45700" anchor="t" anchorCtr="0">
            <a:noAutofit/>
          </a:bodyPr>
          <a:lstStyle>
            <a:lvl1pPr marL="457200" lvl="0" indent="-330200" algn="l">
              <a:lnSpc>
                <a:spcPct val="90000"/>
              </a:lnSpc>
              <a:spcBef>
                <a:spcPts val="750"/>
              </a:spcBef>
              <a:spcAft>
                <a:spcPts val="0"/>
              </a:spcAft>
              <a:buSzPts val="1600"/>
              <a:buChar char="•"/>
              <a:defRPr sz="1600"/>
            </a:lvl1pPr>
            <a:lvl2pPr marL="914400" lvl="1" indent="-317500" algn="l">
              <a:lnSpc>
                <a:spcPct val="90000"/>
              </a:lnSpc>
              <a:spcBef>
                <a:spcPts val="375"/>
              </a:spcBef>
              <a:spcAft>
                <a:spcPts val="0"/>
              </a:spcAft>
              <a:buSzPts val="1400"/>
              <a:buChar char="•"/>
              <a:defRPr sz="1400"/>
            </a:lvl2pPr>
            <a:lvl3pPr marL="1371600" lvl="2" indent="-317500" algn="l">
              <a:lnSpc>
                <a:spcPct val="90000"/>
              </a:lnSpc>
              <a:spcBef>
                <a:spcPts val="375"/>
              </a:spcBef>
              <a:spcAft>
                <a:spcPts val="0"/>
              </a:spcAft>
              <a:buSzPts val="1400"/>
              <a:buChar char="•"/>
              <a:defRPr sz="1400"/>
            </a:lvl3pPr>
            <a:lvl4pPr marL="1828800" lvl="3" indent="-317500" algn="l">
              <a:lnSpc>
                <a:spcPct val="90000"/>
              </a:lnSpc>
              <a:spcBef>
                <a:spcPts val="375"/>
              </a:spcBef>
              <a:spcAft>
                <a:spcPts val="0"/>
              </a:spcAft>
              <a:buSzPts val="1400"/>
              <a:buChar char="•"/>
              <a:defRPr sz="1400"/>
            </a:lvl4pPr>
            <a:lvl5pPr marL="2286000" lvl="4" indent="-317500" algn="l">
              <a:lnSpc>
                <a:spcPct val="90000"/>
              </a:lnSpc>
              <a:spcBef>
                <a:spcPts val="375"/>
              </a:spcBef>
              <a:spcAft>
                <a:spcPts val="0"/>
              </a:spcAft>
              <a:buSzPts val="1400"/>
              <a:buChar char="•"/>
              <a:defRPr sz="1400"/>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04" name="Google Shape;204;p26"/>
          <p:cNvSpPr txBox="1">
            <a:spLocks noGrp="1"/>
          </p:cNvSpPr>
          <p:nvPr>
            <p:ph type="body" idx="2"/>
          </p:nvPr>
        </p:nvSpPr>
        <p:spPr>
          <a:xfrm>
            <a:off x="4572000" y="992393"/>
            <a:ext cx="4227900" cy="3501600"/>
          </a:xfrm>
          <a:prstGeom prst="rect">
            <a:avLst/>
          </a:prstGeom>
          <a:noFill/>
          <a:ln>
            <a:noFill/>
          </a:ln>
        </p:spPr>
        <p:txBody>
          <a:bodyPr spcFirstLastPara="1" wrap="square" lIns="0" tIns="45700" rIns="91425" bIns="45700" anchor="t" anchorCtr="0">
            <a:noAutofit/>
          </a:bodyPr>
          <a:lstStyle>
            <a:lvl1pPr marL="457200" lvl="0" indent="-330200" algn="l">
              <a:lnSpc>
                <a:spcPct val="90000"/>
              </a:lnSpc>
              <a:spcBef>
                <a:spcPts val="750"/>
              </a:spcBef>
              <a:spcAft>
                <a:spcPts val="0"/>
              </a:spcAft>
              <a:buSzPts val="1600"/>
              <a:buChar char="•"/>
              <a:defRPr sz="1600"/>
            </a:lvl1pPr>
            <a:lvl2pPr marL="914400" lvl="1" indent="-317500" algn="l">
              <a:lnSpc>
                <a:spcPct val="90000"/>
              </a:lnSpc>
              <a:spcBef>
                <a:spcPts val="375"/>
              </a:spcBef>
              <a:spcAft>
                <a:spcPts val="0"/>
              </a:spcAft>
              <a:buSzPts val="1400"/>
              <a:buChar char="•"/>
              <a:defRPr sz="1400"/>
            </a:lvl2pPr>
            <a:lvl3pPr marL="1371600" lvl="2" indent="-317500" algn="l">
              <a:lnSpc>
                <a:spcPct val="90000"/>
              </a:lnSpc>
              <a:spcBef>
                <a:spcPts val="375"/>
              </a:spcBef>
              <a:spcAft>
                <a:spcPts val="0"/>
              </a:spcAft>
              <a:buSzPts val="1400"/>
              <a:buChar char="•"/>
              <a:defRPr sz="1400"/>
            </a:lvl3pPr>
            <a:lvl4pPr marL="1828800" lvl="3" indent="-317500" algn="l">
              <a:lnSpc>
                <a:spcPct val="90000"/>
              </a:lnSpc>
              <a:spcBef>
                <a:spcPts val="375"/>
              </a:spcBef>
              <a:spcAft>
                <a:spcPts val="0"/>
              </a:spcAft>
              <a:buSzPts val="1400"/>
              <a:buChar char="•"/>
              <a:defRPr sz="1400"/>
            </a:lvl4pPr>
            <a:lvl5pPr marL="2286000" lvl="4" indent="-317500" algn="l">
              <a:lnSpc>
                <a:spcPct val="90000"/>
              </a:lnSpc>
              <a:spcBef>
                <a:spcPts val="375"/>
              </a:spcBef>
              <a:spcAft>
                <a:spcPts val="0"/>
              </a:spcAft>
              <a:buSzPts val="1400"/>
              <a:buChar char="•"/>
              <a:defRPr sz="1400"/>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05" name="Google Shape;205;p26"/>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206" name="Google Shape;206;p26"/>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26"/>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wo_Elements_grey_green">
  <p:cSld name="Two_Elements_grey_green">
    <p:spTree>
      <p:nvGrpSpPr>
        <p:cNvPr id="1" name="Shape 208"/>
        <p:cNvGrpSpPr/>
        <p:nvPr/>
      </p:nvGrpSpPr>
      <p:grpSpPr>
        <a:xfrm>
          <a:off x="0" y="0"/>
          <a:ext cx="0" cy="0"/>
          <a:chOff x="0" y="0"/>
          <a:chExt cx="0" cy="0"/>
        </a:xfrm>
      </p:grpSpPr>
      <p:sp>
        <p:nvSpPr>
          <p:cNvPr id="209" name="Google Shape;209;p27"/>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0" name="Google Shape;210;p27"/>
          <p:cNvSpPr/>
          <p:nvPr/>
        </p:nvSpPr>
        <p:spPr>
          <a:xfrm>
            <a:off x="0" y="879475"/>
            <a:ext cx="9144000" cy="3734700"/>
          </a:xfrm>
          <a:prstGeom prst="rect">
            <a:avLst/>
          </a:prstGeom>
          <a:solidFill>
            <a:srgbClr val="F2F2F2"/>
          </a:solidFill>
          <a:ln>
            <a:noFill/>
          </a:ln>
        </p:spPr>
        <p:txBody>
          <a:bodyPr spcFirstLastPara="1" wrap="square" lIns="91425" tIns="45725" rIns="91425" bIns="45725" anchor="t"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Franklin Gothic"/>
              <a:ea typeface="Franklin Gothic"/>
              <a:cs typeface="Franklin Gothic"/>
              <a:sym typeface="Franklin Gothic"/>
            </a:endParaRPr>
          </a:p>
        </p:txBody>
      </p:sp>
      <p:sp>
        <p:nvSpPr>
          <p:cNvPr id="211" name="Google Shape;211;p27"/>
          <p:cNvSpPr txBox="1">
            <a:spLocks noGrp="1"/>
          </p:cNvSpPr>
          <p:nvPr>
            <p:ph type="body" idx="1"/>
          </p:nvPr>
        </p:nvSpPr>
        <p:spPr>
          <a:xfrm>
            <a:off x="1" y="887016"/>
            <a:ext cx="3155100" cy="3720000"/>
          </a:xfrm>
          <a:prstGeom prst="rect">
            <a:avLst/>
          </a:prstGeom>
          <a:solidFill>
            <a:schemeClr val="accent1"/>
          </a:solidFill>
          <a:ln>
            <a:noFill/>
          </a:ln>
        </p:spPr>
        <p:txBody>
          <a:bodyPr spcFirstLastPara="1" wrap="square" lIns="0" tIns="45700" rIns="91425" bIns="45700" anchor="ctr" anchorCtr="0">
            <a:noAutofit/>
          </a:bodyPr>
          <a:lstStyle>
            <a:lvl1pPr marL="457200" lvl="0" indent="-330200" algn="l">
              <a:lnSpc>
                <a:spcPct val="90000"/>
              </a:lnSpc>
              <a:spcBef>
                <a:spcPts val="750"/>
              </a:spcBef>
              <a:spcAft>
                <a:spcPts val="0"/>
              </a:spcAft>
              <a:buClr>
                <a:schemeClr val="lt1"/>
              </a:buClr>
              <a:buSzPts val="1600"/>
              <a:buChar char="•"/>
              <a:defRPr sz="1600">
                <a:solidFill>
                  <a:schemeClr val="lt1"/>
                </a:solidFill>
              </a:defRPr>
            </a:lvl1pPr>
            <a:lvl2pPr marL="914400" lvl="1" indent="-317500" algn="l">
              <a:lnSpc>
                <a:spcPct val="90000"/>
              </a:lnSpc>
              <a:spcBef>
                <a:spcPts val="375"/>
              </a:spcBef>
              <a:spcAft>
                <a:spcPts val="0"/>
              </a:spcAft>
              <a:buClr>
                <a:schemeClr val="lt1"/>
              </a:buClr>
              <a:buSzPts val="1400"/>
              <a:buChar char="•"/>
              <a:defRPr sz="1400">
                <a:solidFill>
                  <a:schemeClr val="lt1"/>
                </a:solidFill>
              </a:defRPr>
            </a:lvl2pPr>
            <a:lvl3pPr marL="1371600" lvl="2" indent="-317500" algn="l">
              <a:lnSpc>
                <a:spcPct val="90000"/>
              </a:lnSpc>
              <a:spcBef>
                <a:spcPts val="375"/>
              </a:spcBef>
              <a:spcAft>
                <a:spcPts val="0"/>
              </a:spcAft>
              <a:buClr>
                <a:schemeClr val="lt1"/>
              </a:buClr>
              <a:buSzPts val="1400"/>
              <a:buChar char="•"/>
              <a:defRPr sz="1400">
                <a:solidFill>
                  <a:schemeClr val="lt1"/>
                </a:solidFill>
              </a:defRPr>
            </a:lvl3pPr>
            <a:lvl4pPr marL="1828800" lvl="3" indent="-317500" algn="l">
              <a:lnSpc>
                <a:spcPct val="90000"/>
              </a:lnSpc>
              <a:spcBef>
                <a:spcPts val="375"/>
              </a:spcBef>
              <a:spcAft>
                <a:spcPts val="0"/>
              </a:spcAft>
              <a:buClr>
                <a:schemeClr val="lt1"/>
              </a:buClr>
              <a:buSzPts val="1400"/>
              <a:buChar char="•"/>
              <a:defRPr sz="1400">
                <a:solidFill>
                  <a:schemeClr val="lt1"/>
                </a:solidFill>
              </a:defRPr>
            </a:lvl4pPr>
            <a:lvl5pPr marL="2286000" lvl="4" indent="-317500" algn="l">
              <a:lnSpc>
                <a:spcPct val="90000"/>
              </a:lnSpc>
              <a:spcBef>
                <a:spcPts val="375"/>
              </a:spcBef>
              <a:spcAft>
                <a:spcPts val="0"/>
              </a:spcAft>
              <a:buClr>
                <a:schemeClr val="lt1"/>
              </a:buClr>
              <a:buSzPts val="1400"/>
              <a:buChar char="•"/>
              <a:defRPr sz="1400">
                <a:solidFill>
                  <a:schemeClr val="lt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12" name="Google Shape;212;p27"/>
          <p:cNvSpPr txBox="1">
            <a:spLocks noGrp="1"/>
          </p:cNvSpPr>
          <p:nvPr>
            <p:ph type="body" idx="2"/>
          </p:nvPr>
        </p:nvSpPr>
        <p:spPr>
          <a:xfrm>
            <a:off x="3146611" y="887016"/>
            <a:ext cx="5997300" cy="3720000"/>
          </a:xfrm>
          <a:prstGeom prst="rect">
            <a:avLst/>
          </a:prstGeom>
          <a:noFill/>
          <a:ln>
            <a:noFill/>
          </a:ln>
        </p:spPr>
        <p:txBody>
          <a:bodyPr spcFirstLastPara="1" wrap="square" lIns="0" tIns="45700" rIns="91425" bIns="45700" anchor="ctr" anchorCtr="0">
            <a:noAutofit/>
          </a:bodyPr>
          <a:lstStyle>
            <a:lvl1pPr marL="457200" lvl="0" indent="-330200" algn="l">
              <a:lnSpc>
                <a:spcPct val="90000"/>
              </a:lnSpc>
              <a:spcBef>
                <a:spcPts val="750"/>
              </a:spcBef>
              <a:spcAft>
                <a:spcPts val="0"/>
              </a:spcAft>
              <a:buClr>
                <a:schemeClr val="accent1"/>
              </a:buClr>
              <a:buSzPts val="1600"/>
              <a:buChar char="•"/>
              <a:defRPr sz="1600">
                <a:solidFill>
                  <a:schemeClr val="dk1"/>
                </a:solidFill>
              </a:defRPr>
            </a:lvl1pPr>
            <a:lvl2pPr marL="914400" lvl="1" indent="-317500" algn="l">
              <a:lnSpc>
                <a:spcPct val="90000"/>
              </a:lnSpc>
              <a:spcBef>
                <a:spcPts val="375"/>
              </a:spcBef>
              <a:spcAft>
                <a:spcPts val="0"/>
              </a:spcAft>
              <a:buClr>
                <a:schemeClr val="accent1"/>
              </a:buClr>
              <a:buSzPts val="1400"/>
              <a:buChar char="•"/>
              <a:defRPr sz="1400">
                <a:solidFill>
                  <a:schemeClr val="dk1"/>
                </a:solidFill>
              </a:defRPr>
            </a:lvl2pPr>
            <a:lvl3pPr marL="1371600" lvl="2" indent="-317500" algn="l">
              <a:lnSpc>
                <a:spcPct val="90000"/>
              </a:lnSpc>
              <a:spcBef>
                <a:spcPts val="375"/>
              </a:spcBef>
              <a:spcAft>
                <a:spcPts val="0"/>
              </a:spcAft>
              <a:buClr>
                <a:schemeClr val="accent1"/>
              </a:buClr>
              <a:buSzPts val="1400"/>
              <a:buChar char="•"/>
              <a:defRPr sz="1400">
                <a:solidFill>
                  <a:schemeClr val="dk1"/>
                </a:solidFill>
              </a:defRPr>
            </a:lvl3pPr>
            <a:lvl4pPr marL="1828800" lvl="3" indent="-317500" algn="l">
              <a:lnSpc>
                <a:spcPct val="90000"/>
              </a:lnSpc>
              <a:spcBef>
                <a:spcPts val="375"/>
              </a:spcBef>
              <a:spcAft>
                <a:spcPts val="0"/>
              </a:spcAft>
              <a:buClr>
                <a:schemeClr val="accent1"/>
              </a:buClr>
              <a:buSzPts val="1400"/>
              <a:buChar char="•"/>
              <a:defRPr sz="1400">
                <a:solidFill>
                  <a:schemeClr val="dk1"/>
                </a:solidFill>
              </a:defRPr>
            </a:lvl4pPr>
            <a:lvl5pPr marL="2286000" lvl="4" indent="-317500" algn="l">
              <a:lnSpc>
                <a:spcPct val="90000"/>
              </a:lnSpc>
              <a:spcBef>
                <a:spcPts val="375"/>
              </a:spcBef>
              <a:spcAft>
                <a:spcPts val="0"/>
              </a:spcAft>
              <a:buClr>
                <a:schemeClr val="accent1"/>
              </a:buClr>
              <a:buSzPts val="1400"/>
              <a:buChar char="•"/>
              <a:defRPr sz="1400">
                <a:solidFill>
                  <a:schemeClr val="dk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13" name="Google Shape;213;p27"/>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214" name="Google Shape;214;p27"/>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5" name="Google Shape;215;p27"/>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wo Elements_grey_green_right">
  <p:cSld name="Two Elements_grey_green_right">
    <p:spTree>
      <p:nvGrpSpPr>
        <p:cNvPr id="1" name="Shape 216"/>
        <p:cNvGrpSpPr/>
        <p:nvPr/>
      </p:nvGrpSpPr>
      <p:grpSpPr>
        <a:xfrm>
          <a:off x="0" y="0"/>
          <a:ext cx="0" cy="0"/>
          <a:chOff x="0" y="0"/>
          <a:chExt cx="0" cy="0"/>
        </a:xfrm>
      </p:grpSpPr>
      <p:sp>
        <p:nvSpPr>
          <p:cNvPr id="217" name="Google Shape;217;p28"/>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8" name="Google Shape;218;p28"/>
          <p:cNvSpPr/>
          <p:nvPr/>
        </p:nvSpPr>
        <p:spPr>
          <a:xfrm>
            <a:off x="0" y="879475"/>
            <a:ext cx="9144000" cy="3734700"/>
          </a:xfrm>
          <a:prstGeom prst="rect">
            <a:avLst/>
          </a:prstGeom>
          <a:solidFill>
            <a:srgbClr val="F2F2F2"/>
          </a:solidFill>
          <a:ln>
            <a:noFill/>
          </a:ln>
        </p:spPr>
        <p:txBody>
          <a:bodyPr spcFirstLastPara="1" wrap="square" lIns="91425" tIns="45725" rIns="91425" bIns="45725" anchor="t"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Franklin Gothic"/>
              <a:ea typeface="Franklin Gothic"/>
              <a:cs typeface="Franklin Gothic"/>
              <a:sym typeface="Franklin Gothic"/>
            </a:endParaRPr>
          </a:p>
        </p:txBody>
      </p:sp>
      <p:sp>
        <p:nvSpPr>
          <p:cNvPr id="219" name="Google Shape;219;p28"/>
          <p:cNvSpPr txBox="1">
            <a:spLocks noGrp="1"/>
          </p:cNvSpPr>
          <p:nvPr>
            <p:ph type="body" idx="1"/>
          </p:nvPr>
        </p:nvSpPr>
        <p:spPr>
          <a:xfrm>
            <a:off x="5988844" y="887016"/>
            <a:ext cx="3155100" cy="3720000"/>
          </a:xfrm>
          <a:prstGeom prst="rect">
            <a:avLst/>
          </a:prstGeom>
          <a:solidFill>
            <a:schemeClr val="accent1"/>
          </a:solidFill>
          <a:ln>
            <a:noFill/>
          </a:ln>
        </p:spPr>
        <p:txBody>
          <a:bodyPr spcFirstLastPara="1" wrap="square" lIns="0" tIns="45700" rIns="91425" bIns="45700" anchor="ctr" anchorCtr="0">
            <a:noAutofit/>
          </a:bodyPr>
          <a:lstStyle>
            <a:lvl1pPr marL="457200" lvl="0" indent="-330200" algn="l">
              <a:lnSpc>
                <a:spcPct val="90000"/>
              </a:lnSpc>
              <a:spcBef>
                <a:spcPts val="750"/>
              </a:spcBef>
              <a:spcAft>
                <a:spcPts val="0"/>
              </a:spcAft>
              <a:buClr>
                <a:schemeClr val="lt1"/>
              </a:buClr>
              <a:buSzPts val="1600"/>
              <a:buChar char="•"/>
              <a:defRPr sz="1600">
                <a:solidFill>
                  <a:schemeClr val="lt1"/>
                </a:solidFill>
              </a:defRPr>
            </a:lvl1pPr>
            <a:lvl2pPr marL="914400" lvl="1" indent="-317500" algn="l">
              <a:lnSpc>
                <a:spcPct val="90000"/>
              </a:lnSpc>
              <a:spcBef>
                <a:spcPts val="375"/>
              </a:spcBef>
              <a:spcAft>
                <a:spcPts val="0"/>
              </a:spcAft>
              <a:buClr>
                <a:schemeClr val="lt1"/>
              </a:buClr>
              <a:buSzPts val="1400"/>
              <a:buChar char="•"/>
              <a:defRPr sz="1400">
                <a:solidFill>
                  <a:schemeClr val="lt1"/>
                </a:solidFill>
              </a:defRPr>
            </a:lvl2pPr>
            <a:lvl3pPr marL="1371600" lvl="2" indent="-317500" algn="l">
              <a:lnSpc>
                <a:spcPct val="90000"/>
              </a:lnSpc>
              <a:spcBef>
                <a:spcPts val="375"/>
              </a:spcBef>
              <a:spcAft>
                <a:spcPts val="0"/>
              </a:spcAft>
              <a:buClr>
                <a:schemeClr val="lt1"/>
              </a:buClr>
              <a:buSzPts val="1400"/>
              <a:buChar char="•"/>
              <a:defRPr sz="1400">
                <a:solidFill>
                  <a:schemeClr val="lt1"/>
                </a:solidFill>
              </a:defRPr>
            </a:lvl3pPr>
            <a:lvl4pPr marL="1828800" lvl="3" indent="-317500" algn="l">
              <a:lnSpc>
                <a:spcPct val="90000"/>
              </a:lnSpc>
              <a:spcBef>
                <a:spcPts val="375"/>
              </a:spcBef>
              <a:spcAft>
                <a:spcPts val="0"/>
              </a:spcAft>
              <a:buClr>
                <a:schemeClr val="lt1"/>
              </a:buClr>
              <a:buSzPts val="1400"/>
              <a:buChar char="•"/>
              <a:defRPr sz="1400">
                <a:solidFill>
                  <a:schemeClr val="lt1"/>
                </a:solidFill>
              </a:defRPr>
            </a:lvl4pPr>
            <a:lvl5pPr marL="2286000" lvl="4" indent="-317500" algn="l">
              <a:lnSpc>
                <a:spcPct val="90000"/>
              </a:lnSpc>
              <a:spcBef>
                <a:spcPts val="375"/>
              </a:spcBef>
              <a:spcAft>
                <a:spcPts val="0"/>
              </a:spcAft>
              <a:buClr>
                <a:schemeClr val="lt1"/>
              </a:buClr>
              <a:buSzPts val="1400"/>
              <a:buChar char="•"/>
              <a:defRPr sz="1400">
                <a:solidFill>
                  <a:schemeClr val="lt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20" name="Google Shape;220;p28"/>
          <p:cNvSpPr txBox="1">
            <a:spLocks noGrp="1"/>
          </p:cNvSpPr>
          <p:nvPr>
            <p:ph type="body" idx="2"/>
          </p:nvPr>
        </p:nvSpPr>
        <p:spPr>
          <a:xfrm>
            <a:off x="0" y="887016"/>
            <a:ext cx="5997300" cy="3720000"/>
          </a:xfrm>
          <a:prstGeom prst="rect">
            <a:avLst/>
          </a:prstGeom>
          <a:noFill/>
          <a:ln>
            <a:noFill/>
          </a:ln>
        </p:spPr>
        <p:txBody>
          <a:bodyPr spcFirstLastPara="1" wrap="square" lIns="0" tIns="45700" rIns="91425" bIns="45700" anchor="ctr" anchorCtr="0">
            <a:noAutofit/>
          </a:bodyPr>
          <a:lstStyle>
            <a:lvl1pPr marL="457200" lvl="0" indent="-330200" algn="l">
              <a:lnSpc>
                <a:spcPct val="90000"/>
              </a:lnSpc>
              <a:spcBef>
                <a:spcPts val="750"/>
              </a:spcBef>
              <a:spcAft>
                <a:spcPts val="0"/>
              </a:spcAft>
              <a:buClr>
                <a:schemeClr val="accent1"/>
              </a:buClr>
              <a:buSzPts val="1600"/>
              <a:buChar char="•"/>
              <a:defRPr sz="1600">
                <a:solidFill>
                  <a:schemeClr val="dk1"/>
                </a:solidFill>
              </a:defRPr>
            </a:lvl1pPr>
            <a:lvl2pPr marL="914400" lvl="1" indent="-317500" algn="l">
              <a:lnSpc>
                <a:spcPct val="90000"/>
              </a:lnSpc>
              <a:spcBef>
                <a:spcPts val="375"/>
              </a:spcBef>
              <a:spcAft>
                <a:spcPts val="0"/>
              </a:spcAft>
              <a:buClr>
                <a:schemeClr val="accent1"/>
              </a:buClr>
              <a:buSzPts val="1400"/>
              <a:buChar char="•"/>
              <a:defRPr sz="1400">
                <a:solidFill>
                  <a:schemeClr val="dk1"/>
                </a:solidFill>
              </a:defRPr>
            </a:lvl2pPr>
            <a:lvl3pPr marL="1371600" lvl="2" indent="-317500" algn="l">
              <a:lnSpc>
                <a:spcPct val="90000"/>
              </a:lnSpc>
              <a:spcBef>
                <a:spcPts val="375"/>
              </a:spcBef>
              <a:spcAft>
                <a:spcPts val="0"/>
              </a:spcAft>
              <a:buClr>
                <a:schemeClr val="accent1"/>
              </a:buClr>
              <a:buSzPts val="1400"/>
              <a:buChar char="•"/>
              <a:defRPr sz="1400">
                <a:solidFill>
                  <a:schemeClr val="dk1"/>
                </a:solidFill>
              </a:defRPr>
            </a:lvl3pPr>
            <a:lvl4pPr marL="1828800" lvl="3" indent="-317500" algn="l">
              <a:lnSpc>
                <a:spcPct val="90000"/>
              </a:lnSpc>
              <a:spcBef>
                <a:spcPts val="375"/>
              </a:spcBef>
              <a:spcAft>
                <a:spcPts val="0"/>
              </a:spcAft>
              <a:buClr>
                <a:schemeClr val="accent1"/>
              </a:buClr>
              <a:buSzPts val="1400"/>
              <a:buChar char="•"/>
              <a:defRPr sz="1400">
                <a:solidFill>
                  <a:schemeClr val="dk1"/>
                </a:solidFill>
              </a:defRPr>
            </a:lvl4pPr>
            <a:lvl5pPr marL="2286000" lvl="4" indent="-317500" algn="l">
              <a:lnSpc>
                <a:spcPct val="90000"/>
              </a:lnSpc>
              <a:spcBef>
                <a:spcPts val="375"/>
              </a:spcBef>
              <a:spcAft>
                <a:spcPts val="0"/>
              </a:spcAft>
              <a:buClr>
                <a:schemeClr val="accent1"/>
              </a:buClr>
              <a:buSzPts val="1400"/>
              <a:buChar char="•"/>
              <a:defRPr sz="1400">
                <a:solidFill>
                  <a:schemeClr val="dk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21" name="Google Shape;221;p28"/>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222" name="Google Shape;222;p28"/>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3" name="Google Shape;223;p28"/>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hree Elements_grey_green_right">
  <p:cSld name="Three Elements_grey_green_right">
    <p:spTree>
      <p:nvGrpSpPr>
        <p:cNvPr id="1" name="Shape 224"/>
        <p:cNvGrpSpPr/>
        <p:nvPr/>
      </p:nvGrpSpPr>
      <p:grpSpPr>
        <a:xfrm>
          <a:off x="0" y="0"/>
          <a:ext cx="0" cy="0"/>
          <a:chOff x="0" y="0"/>
          <a:chExt cx="0" cy="0"/>
        </a:xfrm>
      </p:grpSpPr>
      <p:sp>
        <p:nvSpPr>
          <p:cNvPr id="225" name="Google Shape;225;p29"/>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6" name="Google Shape;226;p29"/>
          <p:cNvSpPr/>
          <p:nvPr/>
        </p:nvSpPr>
        <p:spPr>
          <a:xfrm>
            <a:off x="0" y="879475"/>
            <a:ext cx="9144000" cy="3734700"/>
          </a:xfrm>
          <a:prstGeom prst="rect">
            <a:avLst/>
          </a:prstGeom>
          <a:solidFill>
            <a:srgbClr val="F2F2F2"/>
          </a:solidFill>
          <a:ln>
            <a:noFill/>
          </a:ln>
        </p:spPr>
        <p:txBody>
          <a:bodyPr spcFirstLastPara="1" wrap="square" lIns="91425" tIns="45725" rIns="91425" bIns="45725" anchor="t"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Franklin Gothic"/>
              <a:ea typeface="Franklin Gothic"/>
              <a:cs typeface="Franklin Gothic"/>
              <a:sym typeface="Franklin Gothic"/>
            </a:endParaRPr>
          </a:p>
        </p:txBody>
      </p:sp>
      <p:sp>
        <p:nvSpPr>
          <p:cNvPr id="227" name="Google Shape;227;p29"/>
          <p:cNvSpPr txBox="1">
            <a:spLocks noGrp="1"/>
          </p:cNvSpPr>
          <p:nvPr>
            <p:ph type="body" idx="1"/>
          </p:nvPr>
        </p:nvSpPr>
        <p:spPr>
          <a:xfrm>
            <a:off x="5988844" y="880036"/>
            <a:ext cx="3155100" cy="1856100"/>
          </a:xfrm>
          <a:prstGeom prst="rect">
            <a:avLst/>
          </a:prstGeom>
          <a:solidFill>
            <a:schemeClr val="accent1"/>
          </a:solidFill>
          <a:ln>
            <a:noFill/>
          </a:ln>
        </p:spPr>
        <p:txBody>
          <a:bodyPr spcFirstLastPara="1" wrap="square" lIns="0" tIns="45700" rIns="91425" bIns="45700" anchor="ctr" anchorCtr="0">
            <a:noAutofit/>
          </a:bodyPr>
          <a:lstStyle>
            <a:lvl1pPr marL="457200" lvl="0" indent="-330200" algn="l">
              <a:lnSpc>
                <a:spcPct val="90000"/>
              </a:lnSpc>
              <a:spcBef>
                <a:spcPts val="750"/>
              </a:spcBef>
              <a:spcAft>
                <a:spcPts val="0"/>
              </a:spcAft>
              <a:buClr>
                <a:schemeClr val="lt1"/>
              </a:buClr>
              <a:buSzPts val="1600"/>
              <a:buChar char="•"/>
              <a:defRPr sz="1600">
                <a:solidFill>
                  <a:schemeClr val="lt1"/>
                </a:solidFill>
              </a:defRPr>
            </a:lvl1pPr>
            <a:lvl2pPr marL="914400" lvl="1" indent="-317500" algn="l">
              <a:lnSpc>
                <a:spcPct val="90000"/>
              </a:lnSpc>
              <a:spcBef>
                <a:spcPts val="375"/>
              </a:spcBef>
              <a:spcAft>
                <a:spcPts val="0"/>
              </a:spcAft>
              <a:buClr>
                <a:schemeClr val="lt1"/>
              </a:buClr>
              <a:buSzPts val="1400"/>
              <a:buChar char="•"/>
              <a:defRPr sz="1400">
                <a:solidFill>
                  <a:schemeClr val="lt1"/>
                </a:solidFill>
              </a:defRPr>
            </a:lvl2pPr>
            <a:lvl3pPr marL="1371600" lvl="2" indent="-317500" algn="l">
              <a:lnSpc>
                <a:spcPct val="90000"/>
              </a:lnSpc>
              <a:spcBef>
                <a:spcPts val="375"/>
              </a:spcBef>
              <a:spcAft>
                <a:spcPts val="0"/>
              </a:spcAft>
              <a:buClr>
                <a:schemeClr val="lt1"/>
              </a:buClr>
              <a:buSzPts val="1400"/>
              <a:buChar char="•"/>
              <a:defRPr sz="1400">
                <a:solidFill>
                  <a:schemeClr val="lt1"/>
                </a:solidFill>
              </a:defRPr>
            </a:lvl3pPr>
            <a:lvl4pPr marL="1828800" lvl="3" indent="-317500" algn="l">
              <a:lnSpc>
                <a:spcPct val="90000"/>
              </a:lnSpc>
              <a:spcBef>
                <a:spcPts val="375"/>
              </a:spcBef>
              <a:spcAft>
                <a:spcPts val="0"/>
              </a:spcAft>
              <a:buClr>
                <a:schemeClr val="lt1"/>
              </a:buClr>
              <a:buSzPts val="1400"/>
              <a:buChar char="•"/>
              <a:defRPr sz="1400">
                <a:solidFill>
                  <a:schemeClr val="lt1"/>
                </a:solidFill>
              </a:defRPr>
            </a:lvl4pPr>
            <a:lvl5pPr marL="2286000" lvl="4" indent="-317500" algn="l">
              <a:lnSpc>
                <a:spcPct val="90000"/>
              </a:lnSpc>
              <a:spcBef>
                <a:spcPts val="375"/>
              </a:spcBef>
              <a:spcAft>
                <a:spcPts val="0"/>
              </a:spcAft>
              <a:buClr>
                <a:schemeClr val="lt1"/>
              </a:buClr>
              <a:buSzPts val="1400"/>
              <a:buChar char="•"/>
              <a:defRPr sz="1400">
                <a:solidFill>
                  <a:schemeClr val="lt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28" name="Google Shape;228;p29"/>
          <p:cNvSpPr txBox="1">
            <a:spLocks noGrp="1"/>
          </p:cNvSpPr>
          <p:nvPr>
            <p:ph type="body" idx="2"/>
          </p:nvPr>
        </p:nvSpPr>
        <p:spPr>
          <a:xfrm>
            <a:off x="0" y="887016"/>
            <a:ext cx="5997300" cy="3720000"/>
          </a:xfrm>
          <a:prstGeom prst="rect">
            <a:avLst/>
          </a:prstGeom>
          <a:noFill/>
          <a:ln>
            <a:noFill/>
          </a:ln>
        </p:spPr>
        <p:txBody>
          <a:bodyPr spcFirstLastPara="1" wrap="square" lIns="0" tIns="45700" rIns="91425" bIns="45700" anchor="ctr" anchorCtr="0">
            <a:noAutofit/>
          </a:bodyPr>
          <a:lstStyle>
            <a:lvl1pPr marL="457200" lvl="0" indent="-330200" algn="l">
              <a:lnSpc>
                <a:spcPct val="90000"/>
              </a:lnSpc>
              <a:spcBef>
                <a:spcPts val="750"/>
              </a:spcBef>
              <a:spcAft>
                <a:spcPts val="0"/>
              </a:spcAft>
              <a:buClr>
                <a:schemeClr val="accent1"/>
              </a:buClr>
              <a:buSzPts val="1600"/>
              <a:buChar char="•"/>
              <a:defRPr sz="1600">
                <a:solidFill>
                  <a:schemeClr val="dk1"/>
                </a:solidFill>
              </a:defRPr>
            </a:lvl1pPr>
            <a:lvl2pPr marL="914400" lvl="1" indent="-317500" algn="l">
              <a:lnSpc>
                <a:spcPct val="90000"/>
              </a:lnSpc>
              <a:spcBef>
                <a:spcPts val="375"/>
              </a:spcBef>
              <a:spcAft>
                <a:spcPts val="0"/>
              </a:spcAft>
              <a:buClr>
                <a:schemeClr val="accent1"/>
              </a:buClr>
              <a:buSzPts val="1400"/>
              <a:buChar char="•"/>
              <a:defRPr sz="1400">
                <a:solidFill>
                  <a:schemeClr val="dk1"/>
                </a:solidFill>
              </a:defRPr>
            </a:lvl2pPr>
            <a:lvl3pPr marL="1371600" lvl="2" indent="-317500" algn="l">
              <a:lnSpc>
                <a:spcPct val="90000"/>
              </a:lnSpc>
              <a:spcBef>
                <a:spcPts val="375"/>
              </a:spcBef>
              <a:spcAft>
                <a:spcPts val="0"/>
              </a:spcAft>
              <a:buClr>
                <a:schemeClr val="accent1"/>
              </a:buClr>
              <a:buSzPts val="1400"/>
              <a:buChar char="•"/>
              <a:defRPr sz="1400">
                <a:solidFill>
                  <a:schemeClr val="dk1"/>
                </a:solidFill>
              </a:defRPr>
            </a:lvl3pPr>
            <a:lvl4pPr marL="1828800" lvl="3" indent="-317500" algn="l">
              <a:lnSpc>
                <a:spcPct val="90000"/>
              </a:lnSpc>
              <a:spcBef>
                <a:spcPts val="375"/>
              </a:spcBef>
              <a:spcAft>
                <a:spcPts val="0"/>
              </a:spcAft>
              <a:buClr>
                <a:schemeClr val="accent1"/>
              </a:buClr>
              <a:buSzPts val="1400"/>
              <a:buChar char="•"/>
              <a:defRPr sz="1400">
                <a:solidFill>
                  <a:schemeClr val="dk1"/>
                </a:solidFill>
              </a:defRPr>
            </a:lvl4pPr>
            <a:lvl5pPr marL="2286000" lvl="4" indent="-317500" algn="l">
              <a:lnSpc>
                <a:spcPct val="90000"/>
              </a:lnSpc>
              <a:spcBef>
                <a:spcPts val="375"/>
              </a:spcBef>
              <a:spcAft>
                <a:spcPts val="0"/>
              </a:spcAft>
              <a:buClr>
                <a:schemeClr val="accent1"/>
              </a:buClr>
              <a:buSzPts val="1400"/>
              <a:buChar char="•"/>
              <a:defRPr sz="1400">
                <a:solidFill>
                  <a:schemeClr val="dk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29" name="Google Shape;229;p29"/>
          <p:cNvSpPr txBox="1">
            <a:spLocks noGrp="1"/>
          </p:cNvSpPr>
          <p:nvPr>
            <p:ph type="body" idx="3"/>
          </p:nvPr>
        </p:nvSpPr>
        <p:spPr>
          <a:xfrm>
            <a:off x="5988844" y="2757758"/>
            <a:ext cx="3155100" cy="1856100"/>
          </a:xfrm>
          <a:prstGeom prst="rect">
            <a:avLst/>
          </a:prstGeom>
          <a:solidFill>
            <a:schemeClr val="accent1"/>
          </a:solidFill>
          <a:ln>
            <a:noFill/>
          </a:ln>
        </p:spPr>
        <p:txBody>
          <a:bodyPr spcFirstLastPara="1" wrap="square" lIns="0" tIns="45700" rIns="91425" bIns="45700" anchor="ctr" anchorCtr="0">
            <a:noAutofit/>
          </a:bodyPr>
          <a:lstStyle>
            <a:lvl1pPr marL="457200" lvl="0" indent="-330200" algn="l">
              <a:lnSpc>
                <a:spcPct val="90000"/>
              </a:lnSpc>
              <a:spcBef>
                <a:spcPts val="750"/>
              </a:spcBef>
              <a:spcAft>
                <a:spcPts val="0"/>
              </a:spcAft>
              <a:buClr>
                <a:schemeClr val="lt1"/>
              </a:buClr>
              <a:buSzPts val="1600"/>
              <a:buChar char="•"/>
              <a:defRPr sz="1600">
                <a:solidFill>
                  <a:schemeClr val="lt1"/>
                </a:solidFill>
              </a:defRPr>
            </a:lvl1pPr>
            <a:lvl2pPr marL="914400" lvl="1" indent="-317500" algn="l">
              <a:lnSpc>
                <a:spcPct val="90000"/>
              </a:lnSpc>
              <a:spcBef>
                <a:spcPts val="375"/>
              </a:spcBef>
              <a:spcAft>
                <a:spcPts val="0"/>
              </a:spcAft>
              <a:buClr>
                <a:schemeClr val="lt1"/>
              </a:buClr>
              <a:buSzPts val="1400"/>
              <a:buChar char="•"/>
              <a:defRPr sz="1400">
                <a:solidFill>
                  <a:schemeClr val="lt1"/>
                </a:solidFill>
              </a:defRPr>
            </a:lvl2pPr>
            <a:lvl3pPr marL="1371600" lvl="2" indent="-317500" algn="l">
              <a:lnSpc>
                <a:spcPct val="90000"/>
              </a:lnSpc>
              <a:spcBef>
                <a:spcPts val="375"/>
              </a:spcBef>
              <a:spcAft>
                <a:spcPts val="0"/>
              </a:spcAft>
              <a:buClr>
                <a:schemeClr val="lt1"/>
              </a:buClr>
              <a:buSzPts val="1400"/>
              <a:buChar char="•"/>
              <a:defRPr sz="1400">
                <a:solidFill>
                  <a:schemeClr val="lt1"/>
                </a:solidFill>
              </a:defRPr>
            </a:lvl3pPr>
            <a:lvl4pPr marL="1828800" lvl="3" indent="-317500" algn="l">
              <a:lnSpc>
                <a:spcPct val="90000"/>
              </a:lnSpc>
              <a:spcBef>
                <a:spcPts val="375"/>
              </a:spcBef>
              <a:spcAft>
                <a:spcPts val="0"/>
              </a:spcAft>
              <a:buClr>
                <a:schemeClr val="lt1"/>
              </a:buClr>
              <a:buSzPts val="1400"/>
              <a:buChar char="•"/>
              <a:defRPr sz="1400">
                <a:solidFill>
                  <a:schemeClr val="lt1"/>
                </a:solidFill>
              </a:defRPr>
            </a:lvl4pPr>
            <a:lvl5pPr marL="2286000" lvl="4" indent="-317500" algn="l">
              <a:lnSpc>
                <a:spcPct val="90000"/>
              </a:lnSpc>
              <a:spcBef>
                <a:spcPts val="375"/>
              </a:spcBef>
              <a:spcAft>
                <a:spcPts val="0"/>
              </a:spcAft>
              <a:buClr>
                <a:schemeClr val="lt1"/>
              </a:buClr>
              <a:buSzPts val="1400"/>
              <a:buChar char="•"/>
              <a:defRPr sz="1400">
                <a:solidFill>
                  <a:schemeClr val="lt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30" name="Google Shape;230;p29"/>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231" name="Google Shape;231;p29"/>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2" name="Google Shape;232;p29"/>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hree Elements_dark_grey">
  <p:cSld name="Three Elements_dark_grey">
    <p:spTree>
      <p:nvGrpSpPr>
        <p:cNvPr id="1" name="Shape 233"/>
        <p:cNvGrpSpPr/>
        <p:nvPr/>
      </p:nvGrpSpPr>
      <p:grpSpPr>
        <a:xfrm>
          <a:off x="0" y="0"/>
          <a:ext cx="0" cy="0"/>
          <a:chOff x="0" y="0"/>
          <a:chExt cx="0" cy="0"/>
        </a:xfrm>
      </p:grpSpPr>
      <p:sp>
        <p:nvSpPr>
          <p:cNvPr id="234" name="Google Shape;234;p30"/>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5" name="Google Shape;235;p30"/>
          <p:cNvSpPr/>
          <p:nvPr/>
        </p:nvSpPr>
        <p:spPr>
          <a:xfrm>
            <a:off x="0" y="879475"/>
            <a:ext cx="9144000" cy="3734700"/>
          </a:xfrm>
          <a:prstGeom prst="rect">
            <a:avLst/>
          </a:prstGeom>
          <a:solidFill>
            <a:srgbClr val="F2F2F2"/>
          </a:solidFill>
          <a:ln>
            <a:noFill/>
          </a:ln>
        </p:spPr>
        <p:txBody>
          <a:bodyPr spcFirstLastPara="1" wrap="square" lIns="91425" tIns="45725" rIns="91425" bIns="45725" anchor="t"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Franklin Gothic"/>
              <a:ea typeface="Franklin Gothic"/>
              <a:cs typeface="Franklin Gothic"/>
              <a:sym typeface="Franklin Gothic"/>
            </a:endParaRPr>
          </a:p>
        </p:txBody>
      </p:sp>
      <p:sp>
        <p:nvSpPr>
          <p:cNvPr id="236" name="Google Shape;236;p30"/>
          <p:cNvSpPr txBox="1">
            <a:spLocks noGrp="1"/>
          </p:cNvSpPr>
          <p:nvPr>
            <p:ph type="body" idx="1"/>
          </p:nvPr>
        </p:nvSpPr>
        <p:spPr>
          <a:xfrm>
            <a:off x="0" y="887016"/>
            <a:ext cx="5997300" cy="3720000"/>
          </a:xfrm>
          <a:prstGeom prst="rect">
            <a:avLst/>
          </a:prstGeom>
          <a:noFill/>
          <a:ln>
            <a:noFill/>
          </a:ln>
        </p:spPr>
        <p:txBody>
          <a:bodyPr spcFirstLastPara="1" wrap="square" lIns="0" tIns="45700" rIns="91425" bIns="45700" anchor="ctr" anchorCtr="0">
            <a:noAutofit/>
          </a:bodyPr>
          <a:lstStyle>
            <a:lvl1pPr marL="457200" lvl="0" indent="-330200" algn="l">
              <a:lnSpc>
                <a:spcPct val="90000"/>
              </a:lnSpc>
              <a:spcBef>
                <a:spcPts val="750"/>
              </a:spcBef>
              <a:spcAft>
                <a:spcPts val="0"/>
              </a:spcAft>
              <a:buClr>
                <a:schemeClr val="accent1"/>
              </a:buClr>
              <a:buSzPts val="1600"/>
              <a:buChar char="•"/>
              <a:defRPr sz="1600">
                <a:solidFill>
                  <a:schemeClr val="dk1"/>
                </a:solidFill>
              </a:defRPr>
            </a:lvl1pPr>
            <a:lvl2pPr marL="914400" lvl="1" indent="-317500" algn="l">
              <a:lnSpc>
                <a:spcPct val="90000"/>
              </a:lnSpc>
              <a:spcBef>
                <a:spcPts val="375"/>
              </a:spcBef>
              <a:spcAft>
                <a:spcPts val="0"/>
              </a:spcAft>
              <a:buClr>
                <a:schemeClr val="accent1"/>
              </a:buClr>
              <a:buSzPts val="1400"/>
              <a:buChar char="•"/>
              <a:defRPr sz="1400">
                <a:solidFill>
                  <a:schemeClr val="dk1"/>
                </a:solidFill>
              </a:defRPr>
            </a:lvl2pPr>
            <a:lvl3pPr marL="1371600" lvl="2" indent="-317500" algn="l">
              <a:lnSpc>
                <a:spcPct val="90000"/>
              </a:lnSpc>
              <a:spcBef>
                <a:spcPts val="375"/>
              </a:spcBef>
              <a:spcAft>
                <a:spcPts val="0"/>
              </a:spcAft>
              <a:buClr>
                <a:schemeClr val="accent1"/>
              </a:buClr>
              <a:buSzPts val="1400"/>
              <a:buChar char="•"/>
              <a:defRPr sz="1400">
                <a:solidFill>
                  <a:schemeClr val="dk1"/>
                </a:solidFill>
              </a:defRPr>
            </a:lvl3pPr>
            <a:lvl4pPr marL="1828800" lvl="3" indent="-317500" algn="l">
              <a:lnSpc>
                <a:spcPct val="90000"/>
              </a:lnSpc>
              <a:spcBef>
                <a:spcPts val="375"/>
              </a:spcBef>
              <a:spcAft>
                <a:spcPts val="0"/>
              </a:spcAft>
              <a:buClr>
                <a:schemeClr val="accent1"/>
              </a:buClr>
              <a:buSzPts val="1400"/>
              <a:buChar char="•"/>
              <a:defRPr sz="1400">
                <a:solidFill>
                  <a:schemeClr val="dk1"/>
                </a:solidFill>
              </a:defRPr>
            </a:lvl4pPr>
            <a:lvl5pPr marL="2286000" lvl="4" indent="-317500" algn="l">
              <a:lnSpc>
                <a:spcPct val="90000"/>
              </a:lnSpc>
              <a:spcBef>
                <a:spcPts val="375"/>
              </a:spcBef>
              <a:spcAft>
                <a:spcPts val="0"/>
              </a:spcAft>
              <a:buClr>
                <a:schemeClr val="accent1"/>
              </a:buClr>
              <a:buSzPts val="1400"/>
              <a:buChar char="•"/>
              <a:defRPr sz="1400">
                <a:solidFill>
                  <a:schemeClr val="dk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37" name="Google Shape;237;p30"/>
          <p:cNvSpPr txBox="1">
            <a:spLocks noGrp="1"/>
          </p:cNvSpPr>
          <p:nvPr>
            <p:ph type="body" idx="2"/>
          </p:nvPr>
        </p:nvSpPr>
        <p:spPr>
          <a:xfrm>
            <a:off x="5988844" y="880036"/>
            <a:ext cx="3155100" cy="1856100"/>
          </a:xfrm>
          <a:prstGeom prst="rect">
            <a:avLst/>
          </a:prstGeom>
          <a:solidFill>
            <a:schemeClr val="lt2"/>
          </a:solidFill>
          <a:ln>
            <a:noFill/>
          </a:ln>
        </p:spPr>
        <p:txBody>
          <a:bodyPr spcFirstLastPara="1" wrap="square" lIns="0" tIns="45700" rIns="91425" bIns="45700" anchor="ctr" anchorCtr="0">
            <a:noAutofit/>
          </a:bodyPr>
          <a:lstStyle>
            <a:lvl1pPr marL="457200" lvl="0" indent="-330200" algn="l">
              <a:lnSpc>
                <a:spcPct val="90000"/>
              </a:lnSpc>
              <a:spcBef>
                <a:spcPts val="750"/>
              </a:spcBef>
              <a:spcAft>
                <a:spcPts val="0"/>
              </a:spcAft>
              <a:buClr>
                <a:schemeClr val="lt1"/>
              </a:buClr>
              <a:buSzPts val="1600"/>
              <a:buChar char="•"/>
              <a:defRPr sz="1600">
                <a:solidFill>
                  <a:schemeClr val="lt1"/>
                </a:solidFill>
              </a:defRPr>
            </a:lvl1pPr>
            <a:lvl2pPr marL="914400" lvl="1" indent="-317500" algn="l">
              <a:lnSpc>
                <a:spcPct val="90000"/>
              </a:lnSpc>
              <a:spcBef>
                <a:spcPts val="375"/>
              </a:spcBef>
              <a:spcAft>
                <a:spcPts val="0"/>
              </a:spcAft>
              <a:buClr>
                <a:schemeClr val="lt1"/>
              </a:buClr>
              <a:buSzPts val="1400"/>
              <a:buChar char="•"/>
              <a:defRPr sz="1400">
                <a:solidFill>
                  <a:schemeClr val="lt1"/>
                </a:solidFill>
              </a:defRPr>
            </a:lvl2pPr>
            <a:lvl3pPr marL="1371600" lvl="2" indent="-317500" algn="l">
              <a:lnSpc>
                <a:spcPct val="90000"/>
              </a:lnSpc>
              <a:spcBef>
                <a:spcPts val="375"/>
              </a:spcBef>
              <a:spcAft>
                <a:spcPts val="0"/>
              </a:spcAft>
              <a:buClr>
                <a:schemeClr val="lt1"/>
              </a:buClr>
              <a:buSzPts val="1400"/>
              <a:buChar char="•"/>
              <a:defRPr sz="1400">
                <a:solidFill>
                  <a:schemeClr val="lt1"/>
                </a:solidFill>
              </a:defRPr>
            </a:lvl3pPr>
            <a:lvl4pPr marL="1828800" lvl="3" indent="-317500" algn="l">
              <a:lnSpc>
                <a:spcPct val="90000"/>
              </a:lnSpc>
              <a:spcBef>
                <a:spcPts val="375"/>
              </a:spcBef>
              <a:spcAft>
                <a:spcPts val="0"/>
              </a:spcAft>
              <a:buClr>
                <a:schemeClr val="lt1"/>
              </a:buClr>
              <a:buSzPts val="1400"/>
              <a:buChar char="•"/>
              <a:defRPr sz="1400">
                <a:solidFill>
                  <a:schemeClr val="lt1"/>
                </a:solidFill>
              </a:defRPr>
            </a:lvl4pPr>
            <a:lvl5pPr marL="2286000" lvl="4" indent="-317500" algn="l">
              <a:lnSpc>
                <a:spcPct val="90000"/>
              </a:lnSpc>
              <a:spcBef>
                <a:spcPts val="375"/>
              </a:spcBef>
              <a:spcAft>
                <a:spcPts val="0"/>
              </a:spcAft>
              <a:buClr>
                <a:schemeClr val="lt1"/>
              </a:buClr>
              <a:buSzPts val="1400"/>
              <a:buChar char="•"/>
              <a:defRPr sz="1400">
                <a:solidFill>
                  <a:schemeClr val="lt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38" name="Google Shape;238;p30"/>
          <p:cNvSpPr txBox="1">
            <a:spLocks noGrp="1"/>
          </p:cNvSpPr>
          <p:nvPr>
            <p:ph type="body" idx="3"/>
          </p:nvPr>
        </p:nvSpPr>
        <p:spPr>
          <a:xfrm>
            <a:off x="5988844" y="2757758"/>
            <a:ext cx="3155100" cy="1856100"/>
          </a:xfrm>
          <a:prstGeom prst="rect">
            <a:avLst/>
          </a:prstGeom>
          <a:solidFill>
            <a:schemeClr val="lt2"/>
          </a:solidFill>
          <a:ln>
            <a:noFill/>
          </a:ln>
        </p:spPr>
        <p:txBody>
          <a:bodyPr spcFirstLastPara="1" wrap="square" lIns="0" tIns="45700" rIns="91425" bIns="45700" anchor="ctr" anchorCtr="0">
            <a:noAutofit/>
          </a:bodyPr>
          <a:lstStyle>
            <a:lvl1pPr marL="457200" lvl="0" indent="-330200" algn="l">
              <a:lnSpc>
                <a:spcPct val="90000"/>
              </a:lnSpc>
              <a:spcBef>
                <a:spcPts val="750"/>
              </a:spcBef>
              <a:spcAft>
                <a:spcPts val="0"/>
              </a:spcAft>
              <a:buClr>
                <a:schemeClr val="lt1"/>
              </a:buClr>
              <a:buSzPts val="1600"/>
              <a:buChar char="•"/>
              <a:defRPr sz="1600">
                <a:solidFill>
                  <a:schemeClr val="lt1"/>
                </a:solidFill>
              </a:defRPr>
            </a:lvl1pPr>
            <a:lvl2pPr marL="914400" lvl="1" indent="-317500" algn="l">
              <a:lnSpc>
                <a:spcPct val="90000"/>
              </a:lnSpc>
              <a:spcBef>
                <a:spcPts val="375"/>
              </a:spcBef>
              <a:spcAft>
                <a:spcPts val="0"/>
              </a:spcAft>
              <a:buClr>
                <a:schemeClr val="lt1"/>
              </a:buClr>
              <a:buSzPts val="1400"/>
              <a:buChar char="•"/>
              <a:defRPr sz="1400">
                <a:solidFill>
                  <a:schemeClr val="lt1"/>
                </a:solidFill>
              </a:defRPr>
            </a:lvl2pPr>
            <a:lvl3pPr marL="1371600" lvl="2" indent="-317500" algn="l">
              <a:lnSpc>
                <a:spcPct val="90000"/>
              </a:lnSpc>
              <a:spcBef>
                <a:spcPts val="375"/>
              </a:spcBef>
              <a:spcAft>
                <a:spcPts val="0"/>
              </a:spcAft>
              <a:buClr>
                <a:schemeClr val="lt1"/>
              </a:buClr>
              <a:buSzPts val="1400"/>
              <a:buChar char="•"/>
              <a:defRPr sz="1400">
                <a:solidFill>
                  <a:schemeClr val="lt1"/>
                </a:solidFill>
              </a:defRPr>
            </a:lvl3pPr>
            <a:lvl4pPr marL="1828800" lvl="3" indent="-317500" algn="l">
              <a:lnSpc>
                <a:spcPct val="90000"/>
              </a:lnSpc>
              <a:spcBef>
                <a:spcPts val="375"/>
              </a:spcBef>
              <a:spcAft>
                <a:spcPts val="0"/>
              </a:spcAft>
              <a:buClr>
                <a:schemeClr val="lt1"/>
              </a:buClr>
              <a:buSzPts val="1400"/>
              <a:buChar char="•"/>
              <a:defRPr sz="1400">
                <a:solidFill>
                  <a:schemeClr val="lt1"/>
                </a:solidFill>
              </a:defRPr>
            </a:lvl4pPr>
            <a:lvl5pPr marL="2286000" lvl="4" indent="-317500" algn="l">
              <a:lnSpc>
                <a:spcPct val="90000"/>
              </a:lnSpc>
              <a:spcBef>
                <a:spcPts val="375"/>
              </a:spcBef>
              <a:spcAft>
                <a:spcPts val="0"/>
              </a:spcAft>
              <a:buClr>
                <a:schemeClr val="lt1"/>
              </a:buClr>
              <a:buSzPts val="1400"/>
              <a:buChar char="•"/>
              <a:defRPr sz="1400">
                <a:solidFill>
                  <a:schemeClr val="lt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39" name="Google Shape;239;p30"/>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240" name="Google Shape;240;p30"/>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1" name="Google Shape;241;p30"/>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hree Elements_green_left_grey">
  <p:cSld name="Three Elements_green_left_grey">
    <p:spTree>
      <p:nvGrpSpPr>
        <p:cNvPr id="1" name="Shape 242"/>
        <p:cNvGrpSpPr/>
        <p:nvPr/>
      </p:nvGrpSpPr>
      <p:grpSpPr>
        <a:xfrm>
          <a:off x="0" y="0"/>
          <a:ext cx="0" cy="0"/>
          <a:chOff x="0" y="0"/>
          <a:chExt cx="0" cy="0"/>
        </a:xfrm>
      </p:grpSpPr>
      <p:sp>
        <p:nvSpPr>
          <p:cNvPr id="243" name="Google Shape;243;p31"/>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4" name="Google Shape;244;p31"/>
          <p:cNvSpPr/>
          <p:nvPr/>
        </p:nvSpPr>
        <p:spPr>
          <a:xfrm>
            <a:off x="0" y="879475"/>
            <a:ext cx="9144000" cy="3734700"/>
          </a:xfrm>
          <a:prstGeom prst="rect">
            <a:avLst/>
          </a:prstGeom>
          <a:solidFill>
            <a:srgbClr val="F2F2F2"/>
          </a:solidFill>
          <a:ln>
            <a:noFill/>
          </a:ln>
        </p:spPr>
        <p:txBody>
          <a:bodyPr spcFirstLastPara="1" wrap="square" lIns="91425" tIns="45725" rIns="91425" bIns="45725" anchor="t"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Franklin Gothic"/>
              <a:ea typeface="Franklin Gothic"/>
              <a:cs typeface="Franklin Gothic"/>
              <a:sym typeface="Franklin Gothic"/>
            </a:endParaRPr>
          </a:p>
        </p:txBody>
      </p:sp>
      <p:sp>
        <p:nvSpPr>
          <p:cNvPr id="245" name="Google Shape;245;p31"/>
          <p:cNvSpPr txBox="1">
            <a:spLocks noGrp="1"/>
          </p:cNvSpPr>
          <p:nvPr>
            <p:ph type="body" idx="1"/>
          </p:nvPr>
        </p:nvSpPr>
        <p:spPr>
          <a:xfrm>
            <a:off x="3146611" y="887016"/>
            <a:ext cx="5997300" cy="3720000"/>
          </a:xfrm>
          <a:prstGeom prst="rect">
            <a:avLst/>
          </a:prstGeom>
          <a:noFill/>
          <a:ln>
            <a:noFill/>
          </a:ln>
        </p:spPr>
        <p:txBody>
          <a:bodyPr spcFirstLastPara="1" wrap="square" lIns="0" tIns="45700" rIns="91425" bIns="45700" anchor="ctr" anchorCtr="0">
            <a:noAutofit/>
          </a:bodyPr>
          <a:lstStyle>
            <a:lvl1pPr marL="457200" lvl="0" indent="-330200" algn="l">
              <a:lnSpc>
                <a:spcPct val="90000"/>
              </a:lnSpc>
              <a:spcBef>
                <a:spcPts val="750"/>
              </a:spcBef>
              <a:spcAft>
                <a:spcPts val="0"/>
              </a:spcAft>
              <a:buClr>
                <a:schemeClr val="accent1"/>
              </a:buClr>
              <a:buSzPts val="1600"/>
              <a:buChar char="•"/>
              <a:defRPr sz="1600">
                <a:solidFill>
                  <a:schemeClr val="dk1"/>
                </a:solidFill>
              </a:defRPr>
            </a:lvl1pPr>
            <a:lvl2pPr marL="914400" lvl="1" indent="-317500" algn="l">
              <a:lnSpc>
                <a:spcPct val="90000"/>
              </a:lnSpc>
              <a:spcBef>
                <a:spcPts val="375"/>
              </a:spcBef>
              <a:spcAft>
                <a:spcPts val="0"/>
              </a:spcAft>
              <a:buClr>
                <a:schemeClr val="accent1"/>
              </a:buClr>
              <a:buSzPts val="1400"/>
              <a:buChar char="•"/>
              <a:defRPr sz="1400">
                <a:solidFill>
                  <a:schemeClr val="dk1"/>
                </a:solidFill>
              </a:defRPr>
            </a:lvl2pPr>
            <a:lvl3pPr marL="1371600" lvl="2" indent="-317500" algn="l">
              <a:lnSpc>
                <a:spcPct val="90000"/>
              </a:lnSpc>
              <a:spcBef>
                <a:spcPts val="375"/>
              </a:spcBef>
              <a:spcAft>
                <a:spcPts val="0"/>
              </a:spcAft>
              <a:buClr>
                <a:schemeClr val="accent1"/>
              </a:buClr>
              <a:buSzPts val="1400"/>
              <a:buChar char="•"/>
              <a:defRPr sz="1400">
                <a:solidFill>
                  <a:schemeClr val="dk1"/>
                </a:solidFill>
              </a:defRPr>
            </a:lvl3pPr>
            <a:lvl4pPr marL="1828800" lvl="3" indent="-317500" algn="l">
              <a:lnSpc>
                <a:spcPct val="90000"/>
              </a:lnSpc>
              <a:spcBef>
                <a:spcPts val="375"/>
              </a:spcBef>
              <a:spcAft>
                <a:spcPts val="0"/>
              </a:spcAft>
              <a:buClr>
                <a:schemeClr val="accent1"/>
              </a:buClr>
              <a:buSzPts val="1400"/>
              <a:buChar char="•"/>
              <a:defRPr sz="1400">
                <a:solidFill>
                  <a:schemeClr val="dk1"/>
                </a:solidFill>
              </a:defRPr>
            </a:lvl4pPr>
            <a:lvl5pPr marL="2286000" lvl="4" indent="-317500" algn="l">
              <a:lnSpc>
                <a:spcPct val="90000"/>
              </a:lnSpc>
              <a:spcBef>
                <a:spcPts val="375"/>
              </a:spcBef>
              <a:spcAft>
                <a:spcPts val="0"/>
              </a:spcAft>
              <a:buClr>
                <a:schemeClr val="accent1"/>
              </a:buClr>
              <a:buSzPts val="1400"/>
              <a:buChar char="•"/>
              <a:defRPr sz="1400">
                <a:solidFill>
                  <a:schemeClr val="dk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46" name="Google Shape;246;p31"/>
          <p:cNvSpPr txBox="1">
            <a:spLocks noGrp="1"/>
          </p:cNvSpPr>
          <p:nvPr>
            <p:ph type="body" idx="2"/>
          </p:nvPr>
        </p:nvSpPr>
        <p:spPr>
          <a:xfrm>
            <a:off x="794" y="880036"/>
            <a:ext cx="3155100" cy="1856100"/>
          </a:xfrm>
          <a:prstGeom prst="rect">
            <a:avLst/>
          </a:prstGeom>
          <a:solidFill>
            <a:schemeClr val="accent1"/>
          </a:solidFill>
          <a:ln>
            <a:noFill/>
          </a:ln>
        </p:spPr>
        <p:txBody>
          <a:bodyPr spcFirstLastPara="1" wrap="square" lIns="0" tIns="45700" rIns="91425" bIns="45700" anchor="ctr" anchorCtr="0">
            <a:noAutofit/>
          </a:bodyPr>
          <a:lstStyle>
            <a:lvl1pPr marL="457200" lvl="0" indent="-330200" algn="l">
              <a:lnSpc>
                <a:spcPct val="90000"/>
              </a:lnSpc>
              <a:spcBef>
                <a:spcPts val="750"/>
              </a:spcBef>
              <a:spcAft>
                <a:spcPts val="0"/>
              </a:spcAft>
              <a:buClr>
                <a:schemeClr val="lt1"/>
              </a:buClr>
              <a:buSzPts val="1600"/>
              <a:buChar char="•"/>
              <a:defRPr sz="1600">
                <a:solidFill>
                  <a:schemeClr val="lt1"/>
                </a:solidFill>
              </a:defRPr>
            </a:lvl1pPr>
            <a:lvl2pPr marL="914400" lvl="1" indent="-317500" algn="l">
              <a:lnSpc>
                <a:spcPct val="90000"/>
              </a:lnSpc>
              <a:spcBef>
                <a:spcPts val="375"/>
              </a:spcBef>
              <a:spcAft>
                <a:spcPts val="0"/>
              </a:spcAft>
              <a:buClr>
                <a:schemeClr val="lt1"/>
              </a:buClr>
              <a:buSzPts val="1400"/>
              <a:buChar char="•"/>
              <a:defRPr sz="1400">
                <a:solidFill>
                  <a:schemeClr val="lt1"/>
                </a:solidFill>
              </a:defRPr>
            </a:lvl2pPr>
            <a:lvl3pPr marL="1371600" lvl="2" indent="-317500" algn="l">
              <a:lnSpc>
                <a:spcPct val="90000"/>
              </a:lnSpc>
              <a:spcBef>
                <a:spcPts val="375"/>
              </a:spcBef>
              <a:spcAft>
                <a:spcPts val="0"/>
              </a:spcAft>
              <a:buClr>
                <a:schemeClr val="lt1"/>
              </a:buClr>
              <a:buSzPts val="1400"/>
              <a:buChar char="•"/>
              <a:defRPr sz="1400">
                <a:solidFill>
                  <a:schemeClr val="lt1"/>
                </a:solidFill>
              </a:defRPr>
            </a:lvl3pPr>
            <a:lvl4pPr marL="1828800" lvl="3" indent="-317500" algn="l">
              <a:lnSpc>
                <a:spcPct val="90000"/>
              </a:lnSpc>
              <a:spcBef>
                <a:spcPts val="375"/>
              </a:spcBef>
              <a:spcAft>
                <a:spcPts val="0"/>
              </a:spcAft>
              <a:buClr>
                <a:schemeClr val="lt1"/>
              </a:buClr>
              <a:buSzPts val="1400"/>
              <a:buChar char="•"/>
              <a:defRPr sz="1400">
                <a:solidFill>
                  <a:schemeClr val="lt1"/>
                </a:solidFill>
              </a:defRPr>
            </a:lvl4pPr>
            <a:lvl5pPr marL="2286000" lvl="4" indent="-317500" algn="l">
              <a:lnSpc>
                <a:spcPct val="90000"/>
              </a:lnSpc>
              <a:spcBef>
                <a:spcPts val="375"/>
              </a:spcBef>
              <a:spcAft>
                <a:spcPts val="0"/>
              </a:spcAft>
              <a:buClr>
                <a:schemeClr val="lt1"/>
              </a:buClr>
              <a:buSzPts val="1400"/>
              <a:buChar char="•"/>
              <a:defRPr sz="1400">
                <a:solidFill>
                  <a:schemeClr val="lt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47" name="Google Shape;247;p31"/>
          <p:cNvSpPr txBox="1">
            <a:spLocks noGrp="1"/>
          </p:cNvSpPr>
          <p:nvPr>
            <p:ph type="body" idx="3"/>
          </p:nvPr>
        </p:nvSpPr>
        <p:spPr>
          <a:xfrm>
            <a:off x="794" y="2757758"/>
            <a:ext cx="3155100" cy="1856100"/>
          </a:xfrm>
          <a:prstGeom prst="rect">
            <a:avLst/>
          </a:prstGeom>
          <a:solidFill>
            <a:schemeClr val="dk2"/>
          </a:solidFill>
          <a:ln>
            <a:noFill/>
          </a:ln>
        </p:spPr>
        <p:txBody>
          <a:bodyPr spcFirstLastPara="1" wrap="square" lIns="0" tIns="45700" rIns="91425" bIns="45700" anchor="ctr" anchorCtr="0">
            <a:noAutofit/>
          </a:bodyPr>
          <a:lstStyle>
            <a:lvl1pPr marL="457200" lvl="0" indent="-330200" algn="l">
              <a:lnSpc>
                <a:spcPct val="90000"/>
              </a:lnSpc>
              <a:spcBef>
                <a:spcPts val="750"/>
              </a:spcBef>
              <a:spcAft>
                <a:spcPts val="0"/>
              </a:spcAft>
              <a:buClr>
                <a:schemeClr val="lt1"/>
              </a:buClr>
              <a:buSzPts val="1600"/>
              <a:buChar char="•"/>
              <a:defRPr sz="1600">
                <a:solidFill>
                  <a:schemeClr val="lt1"/>
                </a:solidFill>
              </a:defRPr>
            </a:lvl1pPr>
            <a:lvl2pPr marL="914400" lvl="1" indent="-317500" algn="l">
              <a:lnSpc>
                <a:spcPct val="90000"/>
              </a:lnSpc>
              <a:spcBef>
                <a:spcPts val="375"/>
              </a:spcBef>
              <a:spcAft>
                <a:spcPts val="0"/>
              </a:spcAft>
              <a:buClr>
                <a:schemeClr val="lt1"/>
              </a:buClr>
              <a:buSzPts val="1400"/>
              <a:buChar char="•"/>
              <a:defRPr sz="1400">
                <a:solidFill>
                  <a:schemeClr val="lt1"/>
                </a:solidFill>
              </a:defRPr>
            </a:lvl2pPr>
            <a:lvl3pPr marL="1371600" lvl="2" indent="-317500" algn="l">
              <a:lnSpc>
                <a:spcPct val="90000"/>
              </a:lnSpc>
              <a:spcBef>
                <a:spcPts val="375"/>
              </a:spcBef>
              <a:spcAft>
                <a:spcPts val="0"/>
              </a:spcAft>
              <a:buClr>
                <a:schemeClr val="lt1"/>
              </a:buClr>
              <a:buSzPts val="1400"/>
              <a:buChar char="•"/>
              <a:defRPr sz="1400">
                <a:solidFill>
                  <a:schemeClr val="lt1"/>
                </a:solidFill>
              </a:defRPr>
            </a:lvl3pPr>
            <a:lvl4pPr marL="1828800" lvl="3" indent="-317500" algn="l">
              <a:lnSpc>
                <a:spcPct val="90000"/>
              </a:lnSpc>
              <a:spcBef>
                <a:spcPts val="375"/>
              </a:spcBef>
              <a:spcAft>
                <a:spcPts val="0"/>
              </a:spcAft>
              <a:buClr>
                <a:schemeClr val="lt1"/>
              </a:buClr>
              <a:buSzPts val="1400"/>
              <a:buChar char="•"/>
              <a:defRPr sz="1400">
                <a:solidFill>
                  <a:schemeClr val="lt1"/>
                </a:solidFill>
              </a:defRPr>
            </a:lvl4pPr>
            <a:lvl5pPr marL="2286000" lvl="4" indent="-317500" algn="l">
              <a:lnSpc>
                <a:spcPct val="90000"/>
              </a:lnSpc>
              <a:spcBef>
                <a:spcPts val="375"/>
              </a:spcBef>
              <a:spcAft>
                <a:spcPts val="0"/>
              </a:spcAft>
              <a:buClr>
                <a:schemeClr val="lt1"/>
              </a:buClr>
              <a:buSzPts val="1400"/>
              <a:buChar char="•"/>
              <a:defRPr sz="1400">
                <a:solidFill>
                  <a:schemeClr val="lt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48" name="Google Shape;248;p31"/>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249" name="Google Shape;249;p31"/>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0" name="Google Shape;250;p31"/>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Six Elements_green">
  <p:cSld name="Six Elements_green">
    <p:spTree>
      <p:nvGrpSpPr>
        <p:cNvPr id="1" name="Shape 251"/>
        <p:cNvGrpSpPr/>
        <p:nvPr/>
      </p:nvGrpSpPr>
      <p:grpSpPr>
        <a:xfrm>
          <a:off x="0" y="0"/>
          <a:ext cx="0" cy="0"/>
          <a:chOff x="0" y="0"/>
          <a:chExt cx="0" cy="0"/>
        </a:xfrm>
      </p:grpSpPr>
      <p:sp>
        <p:nvSpPr>
          <p:cNvPr id="252" name="Google Shape;252;p32"/>
          <p:cNvSpPr>
            <a:spLocks noGrp="1"/>
          </p:cNvSpPr>
          <p:nvPr>
            <p:ph type="pic" idx="2"/>
          </p:nvPr>
        </p:nvSpPr>
        <p:spPr>
          <a:xfrm>
            <a:off x="6103800" y="870349"/>
            <a:ext cx="3040200" cy="1865700"/>
          </a:xfrm>
          <a:prstGeom prst="rect">
            <a:avLst/>
          </a:prstGeom>
          <a:noFill/>
          <a:ln>
            <a:noFill/>
          </a:ln>
        </p:spPr>
      </p:sp>
      <p:sp>
        <p:nvSpPr>
          <p:cNvPr id="253" name="Google Shape;253;p32"/>
          <p:cNvSpPr>
            <a:spLocks noGrp="1"/>
          </p:cNvSpPr>
          <p:nvPr>
            <p:ph type="pic" idx="3"/>
          </p:nvPr>
        </p:nvSpPr>
        <p:spPr>
          <a:xfrm>
            <a:off x="0" y="870349"/>
            <a:ext cx="3040200" cy="1865700"/>
          </a:xfrm>
          <a:prstGeom prst="rect">
            <a:avLst/>
          </a:prstGeom>
          <a:noFill/>
          <a:ln>
            <a:noFill/>
          </a:ln>
        </p:spPr>
      </p:sp>
      <p:sp>
        <p:nvSpPr>
          <p:cNvPr id="254" name="Google Shape;254;p32"/>
          <p:cNvSpPr>
            <a:spLocks noGrp="1"/>
          </p:cNvSpPr>
          <p:nvPr>
            <p:ph type="pic" idx="4"/>
          </p:nvPr>
        </p:nvSpPr>
        <p:spPr>
          <a:xfrm>
            <a:off x="3051900" y="870349"/>
            <a:ext cx="3040200" cy="1865700"/>
          </a:xfrm>
          <a:prstGeom prst="rect">
            <a:avLst/>
          </a:prstGeom>
          <a:noFill/>
          <a:ln>
            <a:noFill/>
          </a:ln>
        </p:spPr>
      </p:sp>
      <p:sp>
        <p:nvSpPr>
          <p:cNvPr id="255" name="Google Shape;255;p32"/>
          <p:cNvSpPr txBox="1">
            <a:spLocks noGrp="1"/>
          </p:cNvSpPr>
          <p:nvPr>
            <p:ph type="body" idx="1"/>
          </p:nvPr>
        </p:nvSpPr>
        <p:spPr>
          <a:xfrm>
            <a:off x="6103144" y="2746675"/>
            <a:ext cx="3040800" cy="1864500"/>
          </a:xfrm>
          <a:prstGeom prst="rect">
            <a:avLst/>
          </a:prstGeom>
          <a:solidFill>
            <a:schemeClr val="accent1"/>
          </a:solidFill>
          <a:ln>
            <a:noFill/>
          </a:ln>
        </p:spPr>
        <p:txBody>
          <a:bodyPr spcFirstLastPara="1" wrap="square" lIns="0" tIns="45700" rIns="91425" bIns="45700" anchor="ctr" anchorCtr="0">
            <a:noAutofit/>
          </a:bodyPr>
          <a:lstStyle>
            <a:lvl1pPr marL="457200" lvl="0" indent="-228600" algn="ctr">
              <a:lnSpc>
                <a:spcPct val="90000"/>
              </a:lnSpc>
              <a:spcBef>
                <a:spcPts val="750"/>
              </a:spcBef>
              <a:spcAft>
                <a:spcPts val="0"/>
              </a:spcAft>
              <a:buSzPts val="1600"/>
              <a:buNone/>
              <a:defRPr sz="1600">
                <a:solidFill>
                  <a:schemeClr val="lt1"/>
                </a:solidFill>
              </a:defRPr>
            </a:lvl1pPr>
            <a:lvl2pPr marL="914400" lvl="1" indent="-317500" algn="ctr">
              <a:lnSpc>
                <a:spcPct val="90000"/>
              </a:lnSpc>
              <a:spcBef>
                <a:spcPts val="375"/>
              </a:spcBef>
              <a:spcAft>
                <a:spcPts val="0"/>
              </a:spcAft>
              <a:buSzPts val="1400"/>
              <a:buChar char="•"/>
              <a:defRPr>
                <a:solidFill>
                  <a:schemeClr val="lt1"/>
                </a:solidFill>
              </a:defRPr>
            </a:lvl2pPr>
            <a:lvl3pPr marL="1371600" lvl="2" indent="-317500" algn="ctr">
              <a:lnSpc>
                <a:spcPct val="90000"/>
              </a:lnSpc>
              <a:spcBef>
                <a:spcPts val="375"/>
              </a:spcBef>
              <a:spcAft>
                <a:spcPts val="0"/>
              </a:spcAft>
              <a:buSzPts val="1400"/>
              <a:buChar char="•"/>
              <a:defRPr>
                <a:solidFill>
                  <a:schemeClr val="lt1"/>
                </a:solidFill>
              </a:defRPr>
            </a:lvl3pPr>
            <a:lvl4pPr marL="1828800" lvl="3" indent="-317500" algn="ctr">
              <a:lnSpc>
                <a:spcPct val="90000"/>
              </a:lnSpc>
              <a:spcBef>
                <a:spcPts val="375"/>
              </a:spcBef>
              <a:spcAft>
                <a:spcPts val="0"/>
              </a:spcAft>
              <a:buSzPts val="1400"/>
              <a:buChar char="•"/>
              <a:defRPr>
                <a:solidFill>
                  <a:schemeClr val="lt1"/>
                </a:solidFill>
              </a:defRPr>
            </a:lvl4pPr>
            <a:lvl5pPr marL="2286000" lvl="4" indent="-317500" algn="ctr">
              <a:lnSpc>
                <a:spcPct val="90000"/>
              </a:lnSpc>
              <a:spcBef>
                <a:spcPts val="375"/>
              </a:spcBef>
              <a:spcAft>
                <a:spcPts val="0"/>
              </a:spcAft>
              <a:buSzPts val="1400"/>
              <a:buChar char="•"/>
              <a:defRPr>
                <a:solidFill>
                  <a:schemeClr val="lt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56" name="Google Shape;256;p32"/>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7" name="Google Shape;257;p32"/>
          <p:cNvSpPr txBox="1">
            <a:spLocks noGrp="1"/>
          </p:cNvSpPr>
          <p:nvPr>
            <p:ph type="body" idx="5"/>
          </p:nvPr>
        </p:nvSpPr>
        <p:spPr>
          <a:xfrm>
            <a:off x="1" y="2746675"/>
            <a:ext cx="3040800" cy="1864500"/>
          </a:xfrm>
          <a:prstGeom prst="rect">
            <a:avLst/>
          </a:prstGeom>
          <a:solidFill>
            <a:schemeClr val="accent1"/>
          </a:solidFill>
          <a:ln>
            <a:noFill/>
          </a:ln>
        </p:spPr>
        <p:txBody>
          <a:bodyPr spcFirstLastPara="1" wrap="square" lIns="0" tIns="45700" rIns="91425" bIns="45700" anchor="ctr" anchorCtr="0">
            <a:noAutofit/>
          </a:bodyPr>
          <a:lstStyle>
            <a:lvl1pPr marL="457200" lvl="0" indent="-228600" algn="ctr">
              <a:lnSpc>
                <a:spcPct val="90000"/>
              </a:lnSpc>
              <a:spcBef>
                <a:spcPts val="750"/>
              </a:spcBef>
              <a:spcAft>
                <a:spcPts val="0"/>
              </a:spcAft>
              <a:buSzPts val="1600"/>
              <a:buNone/>
              <a:defRPr sz="1600">
                <a:solidFill>
                  <a:schemeClr val="lt1"/>
                </a:solidFill>
              </a:defRPr>
            </a:lvl1pPr>
            <a:lvl2pPr marL="914400" lvl="1" indent="-317500" algn="ctr">
              <a:lnSpc>
                <a:spcPct val="90000"/>
              </a:lnSpc>
              <a:spcBef>
                <a:spcPts val="375"/>
              </a:spcBef>
              <a:spcAft>
                <a:spcPts val="0"/>
              </a:spcAft>
              <a:buSzPts val="1400"/>
              <a:buChar char="•"/>
              <a:defRPr>
                <a:solidFill>
                  <a:schemeClr val="lt1"/>
                </a:solidFill>
              </a:defRPr>
            </a:lvl2pPr>
            <a:lvl3pPr marL="1371600" lvl="2" indent="-317500" algn="ctr">
              <a:lnSpc>
                <a:spcPct val="90000"/>
              </a:lnSpc>
              <a:spcBef>
                <a:spcPts val="375"/>
              </a:spcBef>
              <a:spcAft>
                <a:spcPts val="0"/>
              </a:spcAft>
              <a:buSzPts val="1400"/>
              <a:buChar char="•"/>
              <a:defRPr>
                <a:solidFill>
                  <a:schemeClr val="lt1"/>
                </a:solidFill>
              </a:defRPr>
            </a:lvl3pPr>
            <a:lvl4pPr marL="1828800" lvl="3" indent="-317500" algn="ctr">
              <a:lnSpc>
                <a:spcPct val="90000"/>
              </a:lnSpc>
              <a:spcBef>
                <a:spcPts val="375"/>
              </a:spcBef>
              <a:spcAft>
                <a:spcPts val="0"/>
              </a:spcAft>
              <a:buSzPts val="1400"/>
              <a:buChar char="•"/>
              <a:defRPr>
                <a:solidFill>
                  <a:schemeClr val="lt1"/>
                </a:solidFill>
              </a:defRPr>
            </a:lvl4pPr>
            <a:lvl5pPr marL="2286000" lvl="4" indent="-317500" algn="ctr">
              <a:lnSpc>
                <a:spcPct val="90000"/>
              </a:lnSpc>
              <a:spcBef>
                <a:spcPts val="375"/>
              </a:spcBef>
              <a:spcAft>
                <a:spcPts val="0"/>
              </a:spcAft>
              <a:buSzPts val="1400"/>
              <a:buChar char="•"/>
              <a:defRPr>
                <a:solidFill>
                  <a:schemeClr val="lt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58" name="Google Shape;258;p32"/>
          <p:cNvSpPr txBox="1">
            <a:spLocks noGrp="1"/>
          </p:cNvSpPr>
          <p:nvPr>
            <p:ph type="body" idx="6"/>
          </p:nvPr>
        </p:nvSpPr>
        <p:spPr>
          <a:xfrm>
            <a:off x="3051573" y="2746675"/>
            <a:ext cx="3040800" cy="1864500"/>
          </a:xfrm>
          <a:prstGeom prst="rect">
            <a:avLst/>
          </a:prstGeom>
          <a:solidFill>
            <a:schemeClr val="dk2"/>
          </a:solidFill>
          <a:ln>
            <a:noFill/>
          </a:ln>
        </p:spPr>
        <p:txBody>
          <a:bodyPr spcFirstLastPara="1" wrap="square" lIns="0" tIns="45700" rIns="91425" bIns="45700" anchor="ctr" anchorCtr="0">
            <a:noAutofit/>
          </a:bodyPr>
          <a:lstStyle>
            <a:lvl1pPr marL="457200" lvl="0" indent="-228600" algn="ctr">
              <a:lnSpc>
                <a:spcPct val="90000"/>
              </a:lnSpc>
              <a:spcBef>
                <a:spcPts val="750"/>
              </a:spcBef>
              <a:spcAft>
                <a:spcPts val="0"/>
              </a:spcAft>
              <a:buSzPts val="1600"/>
              <a:buNone/>
              <a:defRPr sz="1600">
                <a:solidFill>
                  <a:schemeClr val="lt1"/>
                </a:solidFill>
              </a:defRPr>
            </a:lvl1pPr>
            <a:lvl2pPr marL="914400" lvl="1" indent="-317500" algn="ctr">
              <a:lnSpc>
                <a:spcPct val="90000"/>
              </a:lnSpc>
              <a:spcBef>
                <a:spcPts val="375"/>
              </a:spcBef>
              <a:spcAft>
                <a:spcPts val="0"/>
              </a:spcAft>
              <a:buSzPts val="1400"/>
              <a:buChar char="•"/>
              <a:defRPr>
                <a:solidFill>
                  <a:schemeClr val="lt1"/>
                </a:solidFill>
              </a:defRPr>
            </a:lvl2pPr>
            <a:lvl3pPr marL="1371600" lvl="2" indent="-317500" algn="ctr">
              <a:lnSpc>
                <a:spcPct val="90000"/>
              </a:lnSpc>
              <a:spcBef>
                <a:spcPts val="375"/>
              </a:spcBef>
              <a:spcAft>
                <a:spcPts val="0"/>
              </a:spcAft>
              <a:buSzPts val="1400"/>
              <a:buChar char="•"/>
              <a:defRPr>
                <a:solidFill>
                  <a:schemeClr val="lt1"/>
                </a:solidFill>
              </a:defRPr>
            </a:lvl3pPr>
            <a:lvl4pPr marL="1828800" lvl="3" indent="-317500" algn="ctr">
              <a:lnSpc>
                <a:spcPct val="90000"/>
              </a:lnSpc>
              <a:spcBef>
                <a:spcPts val="375"/>
              </a:spcBef>
              <a:spcAft>
                <a:spcPts val="0"/>
              </a:spcAft>
              <a:buSzPts val="1400"/>
              <a:buChar char="•"/>
              <a:defRPr>
                <a:solidFill>
                  <a:schemeClr val="lt1"/>
                </a:solidFill>
              </a:defRPr>
            </a:lvl4pPr>
            <a:lvl5pPr marL="2286000" lvl="4" indent="-317500" algn="ctr">
              <a:lnSpc>
                <a:spcPct val="90000"/>
              </a:lnSpc>
              <a:spcBef>
                <a:spcPts val="375"/>
              </a:spcBef>
              <a:spcAft>
                <a:spcPts val="0"/>
              </a:spcAft>
              <a:buSzPts val="1400"/>
              <a:buChar char="•"/>
              <a:defRPr>
                <a:solidFill>
                  <a:schemeClr val="lt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cxnSp>
        <p:nvCxnSpPr>
          <p:cNvPr id="259" name="Google Shape;259;p32"/>
          <p:cNvCxnSpPr/>
          <p:nvPr/>
        </p:nvCxnSpPr>
        <p:spPr>
          <a:xfrm>
            <a:off x="3051573" y="2736057"/>
            <a:ext cx="0" cy="1907400"/>
          </a:xfrm>
          <a:prstGeom prst="straightConnector1">
            <a:avLst/>
          </a:prstGeom>
          <a:noFill/>
          <a:ln w="12700" cap="flat" cmpd="sng">
            <a:solidFill>
              <a:schemeClr val="lt1"/>
            </a:solidFill>
            <a:prstDash val="solid"/>
            <a:miter lim="800000"/>
            <a:headEnd type="none" w="sm" len="sm"/>
            <a:tailEnd type="none" w="sm" len="sm"/>
          </a:ln>
        </p:spPr>
      </p:cxnSp>
      <p:cxnSp>
        <p:nvCxnSpPr>
          <p:cNvPr id="260" name="Google Shape;260;p32"/>
          <p:cNvCxnSpPr/>
          <p:nvPr/>
        </p:nvCxnSpPr>
        <p:spPr>
          <a:xfrm>
            <a:off x="6097513" y="2736057"/>
            <a:ext cx="0" cy="1907400"/>
          </a:xfrm>
          <a:prstGeom prst="straightConnector1">
            <a:avLst/>
          </a:prstGeom>
          <a:noFill/>
          <a:ln w="12700" cap="flat" cmpd="sng">
            <a:solidFill>
              <a:schemeClr val="lt1"/>
            </a:solidFill>
            <a:prstDash val="solid"/>
            <a:miter lim="800000"/>
            <a:headEnd type="none" w="sm" len="sm"/>
            <a:tailEnd type="none" w="sm" len="sm"/>
          </a:ln>
        </p:spPr>
      </p:cxnSp>
      <p:sp>
        <p:nvSpPr>
          <p:cNvPr id="261" name="Google Shape;261;p32"/>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262" name="Google Shape;262;p32"/>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3" name="Google Shape;263;p32"/>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Eight Elements_green">
  <p:cSld name="Eight Elements_green">
    <p:spTree>
      <p:nvGrpSpPr>
        <p:cNvPr id="1" name="Shape 264"/>
        <p:cNvGrpSpPr/>
        <p:nvPr/>
      </p:nvGrpSpPr>
      <p:grpSpPr>
        <a:xfrm>
          <a:off x="0" y="0"/>
          <a:ext cx="0" cy="0"/>
          <a:chOff x="0" y="0"/>
          <a:chExt cx="0" cy="0"/>
        </a:xfrm>
      </p:grpSpPr>
      <p:sp>
        <p:nvSpPr>
          <p:cNvPr id="265" name="Google Shape;265;p33"/>
          <p:cNvSpPr>
            <a:spLocks noGrp="1"/>
          </p:cNvSpPr>
          <p:nvPr>
            <p:ph type="pic" idx="2"/>
          </p:nvPr>
        </p:nvSpPr>
        <p:spPr>
          <a:xfrm>
            <a:off x="0" y="879477"/>
            <a:ext cx="2276100" cy="1871700"/>
          </a:xfrm>
          <a:prstGeom prst="rect">
            <a:avLst/>
          </a:prstGeom>
          <a:noFill/>
          <a:ln>
            <a:noFill/>
          </a:ln>
        </p:spPr>
      </p:sp>
      <p:sp>
        <p:nvSpPr>
          <p:cNvPr id="266" name="Google Shape;266;p33"/>
          <p:cNvSpPr>
            <a:spLocks noGrp="1"/>
          </p:cNvSpPr>
          <p:nvPr>
            <p:ph type="pic" idx="3"/>
          </p:nvPr>
        </p:nvSpPr>
        <p:spPr>
          <a:xfrm>
            <a:off x="2289300" y="879477"/>
            <a:ext cx="2276100" cy="1871700"/>
          </a:xfrm>
          <a:prstGeom prst="rect">
            <a:avLst/>
          </a:prstGeom>
          <a:noFill/>
          <a:ln>
            <a:noFill/>
          </a:ln>
        </p:spPr>
      </p:sp>
      <p:sp>
        <p:nvSpPr>
          <p:cNvPr id="267" name="Google Shape;267;p33"/>
          <p:cNvSpPr>
            <a:spLocks noGrp="1"/>
          </p:cNvSpPr>
          <p:nvPr>
            <p:ph type="pic" idx="4"/>
          </p:nvPr>
        </p:nvSpPr>
        <p:spPr>
          <a:xfrm>
            <a:off x="4578599" y="879477"/>
            <a:ext cx="2279700" cy="1871700"/>
          </a:xfrm>
          <a:prstGeom prst="rect">
            <a:avLst/>
          </a:prstGeom>
          <a:noFill/>
          <a:ln>
            <a:noFill/>
          </a:ln>
        </p:spPr>
      </p:sp>
      <p:sp>
        <p:nvSpPr>
          <p:cNvPr id="268" name="Google Shape;268;p33"/>
          <p:cNvSpPr>
            <a:spLocks noGrp="1"/>
          </p:cNvSpPr>
          <p:nvPr>
            <p:ph type="pic" idx="5"/>
          </p:nvPr>
        </p:nvSpPr>
        <p:spPr>
          <a:xfrm>
            <a:off x="6867900" y="879477"/>
            <a:ext cx="2276100" cy="1871700"/>
          </a:xfrm>
          <a:prstGeom prst="rect">
            <a:avLst/>
          </a:prstGeom>
          <a:noFill/>
          <a:ln>
            <a:noFill/>
          </a:ln>
        </p:spPr>
      </p:sp>
      <p:sp>
        <p:nvSpPr>
          <p:cNvPr id="269" name="Google Shape;269;p33"/>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0" name="Google Shape;270;p33"/>
          <p:cNvSpPr txBox="1">
            <a:spLocks noGrp="1"/>
          </p:cNvSpPr>
          <p:nvPr>
            <p:ph type="body" idx="1"/>
          </p:nvPr>
        </p:nvSpPr>
        <p:spPr>
          <a:xfrm>
            <a:off x="1" y="2761060"/>
            <a:ext cx="2279700" cy="1850100"/>
          </a:xfrm>
          <a:prstGeom prst="rect">
            <a:avLst/>
          </a:prstGeom>
          <a:solidFill>
            <a:schemeClr val="accent1"/>
          </a:solidFill>
          <a:ln>
            <a:noFill/>
          </a:ln>
        </p:spPr>
        <p:txBody>
          <a:bodyPr spcFirstLastPara="1" wrap="square" lIns="0" tIns="45700" rIns="91425" bIns="45700" anchor="ctr" anchorCtr="0">
            <a:noAutofit/>
          </a:bodyPr>
          <a:lstStyle>
            <a:lvl1pPr marL="457200" lvl="0" indent="-228600" algn="ctr">
              <a:lnSpc>
                <a:spcPct val="90000"/>
              </a:lnSpc>
              <a:spcBef>
                <a:spcPts val="750"/>
              </a:spcBef>
              <a:spcAft>
                <a:spcPts val="0"/>
              </a:spcAft>
              <a:buSzPts val="1600"/>
              <a:buNone/>
              <a:defRPr sz="1600">
                <a:solidFill>
                  <a:schemeClr val="lt1"/>
                </a:solidFill>
              </a:defRPr>
            </a:lvl1pPr>
            <a:lvl2pPr marL="914400" lvl="1" indent="-317500" algn="ctr">
              <a:lnSpc>
                <a:spcPct val="90000"/>
              </a:lnSpc>
              <a:spcBef>
                <a:spcPts val="375"/>
              </a:spcBef>
              <a:spcAft>
                <a:spcPts val="0"/>
              </a:spcAft>
              <a:buSzPts val="1400"/>
              <a:buChar char="•"/>
              <a:defRPr>
                <a:solidFill>
                  <a:schemeClr val="lt1"/>
                </a:solidFill>
              </a:defRPr>
            </a:lvl2pPr>
            <a:lvl3pPr marL="1371600" lvl="2" indent="-317500" algn="ctr">
              <a:lnSpc>
                <a:spcPct val="90000"/>
              </a:lnSpc>
              <a:spcBef>
                <a:spcPts val="375"/>
              </a:spcBef>
              <a:spcAft>
                <a:spcPts val="0"/>
              </a:spcAft>
              <a:buSzPts val="1400"/>
              <a:buChar char="•"/>
              <a:defRPr>
                <a:solidFill>
                  <a:schemeClr val="lt1"/>
                </a:solidFill>
              </a:defRPr>
            </a:lvl3pPr>
            <a:lvl4pPr marL="1828800" lvl="3" indent="-317500" algn="ctr">
              <a:lnSpc>
                <a:spcPct val="90000"/>
              </a:lnSpc>
              <a:spcBef>
                <a:spcPts val="375"/>
              </a:spcBef>
              <a:spcAft>
                <a:spcPts val="0"/>
              </a:spcAft>
              <a:buSzPts val="1400"/>
              <a:buChar char="•"/>
              <a:defRPr>
                <a:solidFill>
                  <a:schemeClr val="lt1"/>
                </a:solidFill>
              </a:defRPr>
            </a:lvl4pPr>
            <a:lvl5pPr marL="2286000" lvl="4" indent="-317500" algn="ctr">
              <a:lnSpc>
                <a:spcPct val="90000"/>
              </a:lnSpc>
              <a:spcBef>
                <a:spcPts val="375"/>
              </a:spcBef>
              <a:spcAft>
                <a:spcPts val="0"/>
              </a:spcAft>
              <a:buSzPts val="1400"/>
              <a:buChar char="•"/>
              <a:defRPr>
                <a:solidFill>
                  <a:schemeClr val="lt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71" name="Google Shape;271;p33"/>
          <p:cNvSpPr txBox="1">
            <a:spLocks noGrp="1"/>
          </p:cNvSpPr>
          <p:nvPr>
            <p:ph type="body" idx="6"/>
          </p:nvPr>
        </p:nvSpPr>
        <p:spPr>
          <a:xfrm>
            <a:off x="2288060" y="2761060"/>
            <a:ext cx="2279700" cy="1850100"/>
          </a:xfrm>
          <a:prstGeom prst="rect">
            <a:avLst/>
          </a:prstGeom>
          <a:solidFill>
            <a:schemeClr val="dk2"/>
          </a:solidFill>
          <a:ln>
            <a:noFill/>
          </a:ln>
        </p:spPr>
        <p:txBody>
          <a:bodyPr spcFirstLastPara="1" wrap="square" lIns="0" tIns="45700" rIns="91425" bIns="45700" anchor="ctr" anchorCtr="0">
            <a:noAutofit/>
          </a:bodyPr>
          <a:lstStyle>
            <a:lvl1pPr marL="457200" lvl="0" indent="-228600" algn="ctr">
              <a:lnSpc>
                <a:spcPct val="90000"/>
              </a:lnSpc>
              <a:spcBef>
                <a:spcPts val="750"/>
              </a:spcBef>
              <a:spcAft>
                <a:spcPts val="0"/>
              </a:spcAft>
              <a:buSzPts val="1600"/>
              <a:buNone/>
              <a:defRPr sz="1600">
                <a:solidFill>
                  <a:schemeClr val="lt1"/>
                </a:solidFill>
              </a:defRPr>
            </a:lvl1pPr>
            <a:lvl2pPr marL="914400" lvl="1" indent="-317500" algn="ctr">
              <a:lnSpc>
                <a:spcPct val="90000"/>
              </a:lnSpc>
              <a:spcBef>
                <a:spcPts val="375"/>
              </a:spcBef>
              <a:spcAft>
                <a:spcPts val="0"/>
              </a:spcAft>
              <a:buSzPts val="1400"/>
              <a:buChar char="•"/>
              <a:defRPr>
                <a:solidFill>
                  <a:schemeClr val="lt1"/>
                </a:solidFill>
              </a:defRPr>
            </a:lvl2pPr>
            <a:lvl3pPr marL="1371600" lvl="2" indent="-317500" algn="ctr">
              <a:lnSpc>
                <a:spcPct val="90000"/>
              </a:lnSpc>
              <a:spcBef>
                <a:spcPts val="375"/>
              </a:spcBef>
              <a:spcAft>
                <a:spcPts val="0"/>
              </a:spcAft>
              <a:buSzPts val="1400"/>
              <a:buChar char="•"/>
              <a:defRPr>
                <a:solidFill>
                  <a:schemeClr val="lt1"/>
                </a:solidFill>
              </a:defRPr>
            </a:lvl3pPr>
            <a:lvl4pPr marL="1828800" lvl="3" indent="-317500" algn="ctr">
              <a:lnSpc>
                <a:spcPct val="90000"/>
              </a:lnSpc>
              <a:spcBef>
                <a:spcPts val="375"/>
              </a:spcBef>
              <a:spcAft>
                <a:spcPts val="0"/>
              </a:spcAft>
              <a:buSzPts val="1400"/>
              <a:buChar char="•"/>
              <a:defRPr>
                <a:solidFill>
                  <a:schemeClr val="lt1"/>
                </a:solidFill>
              </a:defRPr>
            </a:lvl4pPr>
            <a:lvl5pPr marL="2286000" lvl="4" indent="-317500" algn="ctr">
              <a:lnSpc>
                <a:spcPct val="90000"/>
              </a:lnSpc>
              <a:spcBef>
                <a:spcPts val="375"/>
              </a:spcBef>
              <a:spcAft>
                <a:spcPts val="0"/>
              </a:spcAft>
              <a:buSzPts val="1400"/>
              <a:buChar char="•"/>
              <a:defRPr>
                <a:solidFill>
                  <a:schemeClr val="lt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72" name="Google Shape;272;p33"/>
          <p:cNvSpPr txBox="1">
            <a:spLocks noGrp="1"/>
          </p:cNvSpPr>
          <p:nvPr>
            <p:ph type="body" idx="7"/>
          </p:nvPr>
        </p:nvSpPr>
        <p:spPr>
          <a:xfrm>
            <a:off x="4576119" y="2761060"/>
            <a:ext cx="2279700" cy="1850100"/>
          </a:xfrm>
          <a:prstGeom prst="rect">
            <a:avLst/>
          </a:prstGeom>
          <a:solidFill>
            <a:schemeClr val="accent1"/>
          </a:solidFill>
          <a:ln>
            <a:noFill/>
          </a:ln>
        </p:spPr>
        <p:txBody>
          <a:bodyPr spcFirstLastPara="1" wrap="square" lIns="0" tIns="45700" rIns="91425" bIns="45700" anchor="ctr" anchorCtr="0">
            <a:noAutofit/>
          </a:bodyPr>
          <a:lstStyle>
            <a:lvl1pPr marL="457200" lvl="0" indent="-228600" algn="ctr">
              <a:lnSpc>
                <a:spcPct val="90000"/>
              </a:lnSpc>
              <a:spcBef>
                <a:spcPts val="750"/>
              </a:spcBef>
              <a:spcAft>
                <a:spcPts val="0"/>
              </a:spcAft>
              <a:buSzPts val="1600"/>
              <a:buNone/>
              <a:defRPr sz="1600">
                <a:solidFill>
                  <a:schemeClr val="lt1"/>
                </a:solidFill>
              </a:defRPr>
            </a:lvl1pPr>
            <a:lvl2pPr marL="914400" lvl="1" indent="-317500" algn="ctr">
              <a:lnSpc>
                <a:spcPct val="90000"/>
              </a:lnSpc>
              <a:spcBef>
                <a:spcPts val="375"/>
              </a:spcBef>
              <a:spcAft>
                <a:spcPts val="0"/>
              </a:spcAft>
              <a:buSzPts val="1400"/>
              <a:buChar char="•"/>
              <a:defRPr>
                <a:solidFill>
                  <a:schemeClr val="lt1"/>
                </a:solidFill>
              </a:defRPr>
            </a:lvl2pPr>
            <a:lvl3pPr marL="1371600" lvl="2" indent="-317500" algn="ctr">
              <a:lnSpc>
                <a:spcPct val="90000"/>
              </a:lnSpc>
              <a:spcBef>
                <a:spcPts val="375"/>
              </a:spcBef>
              <a:spcAft>
                <a:spcPts val="0"/>
              </a:spcAft>
              <a:buSzPts val="1400"/>
              <a:buChar char="•"/>
              <a:defRPr>
                <a:solidFill>
                  <a:schemeClr val="lt1"/>
                </a:solidFill>
              </a:defRPr>
            </a:lvl3pPr>
            <a:lvl4pPr marL="1828800" lvl="3" indent="-317500" algn="ctr">
              <a:lnSpc>
                <a:spcPct val="90000"/>
              </a:lnSpc>
              <a:spcBef>
                <a:spcPts val="375"/>
              </a:spcBef>
              <a:spcAft>
                <a:spcPts val="0"/>
              </a:spcAft>
              <a:buSzPts val="1400"/>
              <a:buChar char="•"/>
              <a:defRPr>
                <a:solidFill>
                  <a:schemeClr val="lt1"/>
                </a:solidFill>
              </a:defRPr>
            </a:lvl4pPr>
            <a:lvl5pPr marL="2286000" lvl="4" indent="-317500" algn="ctr">
              <a:lnSpc>
                <a:spcPct val="90000"/>
              </a:lnSpc>
              <a:spcBef>
                <a:spcPts val="375"/>
              </a:spcBef>
              <a:spcAft>
                <a:spcPts val="0"/>
              </a:spcAft>
              <a:buSzPts val="1400"/>
              <a:buChar char="•"/>
              <a:defRPr>
                <a:solidFill>
                  <a:schemeClr val="lt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73" name="Google Shape;273;p33"/>
          <p:cNvSpPr txBox="1">
            <a:spLocks noGrp="1"/>
          </p:cNvSpPr>
          <p:nvPr>
            <p:ph type="body" idx="8"/>
          </p:nvPr>
        </p:nvSpPr>
        <p:spPr>
          <a:xfrm>
            <a:off x="6864178" y="2761060"/>
            <a:ext cx="2279700" cy="1850100"/>
          </a:xfrm>
          <a:prstGeom prst="rect">
            <a:avLst/>
          </a:prstGeom>
          <a:solidFill>
            <a:schemeClr val="dk2"/>
          </a:solidFill>
          <a:ln>
            <a:noFill/>
          </a:ln>
        </p:spPr>
        <p:txBody>
          <a:bodyPr spcFirstLastPara="1" wrap="square" lIns="0" tIns="45700" rIns="91425" bIns="45700" anchor="ctr" anchorCtr="0">
            <a:noAutofit/>
          </a:bodyPr>
          <a:lstStyle>
            <a:lvl1pPr marL="457200" lvl="0" indent="-228600" algn="ctr">
              <a:lnSpc>
                <a:spcPct val="90000"/>
              </a:lnSpc>
              <a:spcBef>
                <a:spcPts val="750"/>
              </a:spcBef>
              <a:spcAft>
                <a:spcPts val="0"/>
              </a:spcAft>
              <a:buSzPts val="1600"/>
              <a:buNone/>
              <a:defRPr sz="1600">
                <a:solidFill>
                  <a:schemeClr val="lt1"/>
                </a:solidFill>
              </a:defRPr>
            </a:lvl1pPr>
            <a:lvl2pPr marL="914400" lvl="1" indent="-317500" algn="ctr">
              <a:lnSpc>
                <a:spcPct val="90000"/>
              </a:lnSpc>
              <a:spcBef>
                <a:spcPts val="375"/>
              </a:spcBef>
              <a:spcAft>
                <a:spcPts val="0"/>
              </a:spcAft>
              <a:buSzPts val="1400"/>
              <a:buChar char="•"/>
              <a:defRPr>
                <a:solidFill>
                  <a:schemeClr val="lt1"/>
                </a:solidFill>
              </a:defRPr>
            </a:lvl2pPr>
            <a:lvl3pPr marL="1371600" lvl="2" indent="-317500" algn="ctr">
              <a:lnSpc>
                <a:spcPct val="90000"/>
              </a:lnSpc>
              <a:spcBef>
                <a:spcPts val="375"/>
              </a:spcBef>
              <a:spcAft>
                <a:spcPts val="0"/>
              </a:spcAft>
              <a:buSzPts val="1400"/>
              <a:buChar char="•"/>
              <a:defRPr>
                <a:solidFill>
                  <a:schemeClr val="lt1"/>
                </a:solidFill>
              </a:defRPr>
            </a:lvl3pPr>
            <a:lvl4pPr marL="1828800" lvl="3" indent="-317500" algn="ctr">
              <a:lnSpc>
                <a:spcPct val="90000"/>
              </a:lnSpc>
              <a:spcBef>
                <a:spcPts val="375"/>
              </a:spcBef>
              <a:spcAft>
                <a:spcPts val="0"/>
              </a:spcAft>
              <a:buSzPts val="1400"/>
              <a:buChar char="•"/>
              <a:defRPr>
                <a:solidFill>
                  <a:schemeClr val="lt1"/>
                </a:solidFill>
              </a:defRPr>
            </a:lvl4pPr>
            <a:lvl5pPr marL="2286000" lvl="4" indent="-317500" algn="ctr">
              <a:lnSpc>
                <a:spcPct val="90000"/>
              </a:lnSpc>
              <a:spcBef>
                <a:spcPts val="375"/>
              </a:spcBef>
              <a:spcAft>
                <a:spcPts val="0"/>
              </a:spcAft>
              <a:buSzPts val="1400"/>
              <a:buChar char="•"/>
              <a:defRPr>
                <a:solidFill>
                  <a:schemeClr val="lt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cxnSp>
        <p:nvCxnSpPr>
          <p:cNvPr id="274" name="Google Shape;274;p33"/>
          <p:cNvCxnSpPr/>
          <p:nvPr/>
        </p:nvCxnSpPr>
        <p:spPr>
          <a:xfrm>
            <a:off x="2285095" y="2742235"/>
            <a:ext cx="0" cy="1875300"/>
          </a:xfrm>
          <a:prstGeom prst="straightConnector1">
            <a:avLst/>
          </a:prstGeom>
          <a:noFill/>
          <a:ln w="12700" cap="flat" cmpd="sng">
            <a:solidFill>
              <a:schemeClr val="lt1"/>
            </a:solidFill>
            <a:prstDash val="solid"/>
            <a:miter lim="800000"/>
            <a:headEnd type="none" w="sm" len="sm"/>
            <a:tailEnd type="none" w="sm" len="sm"/>
          </a:ln>
        </p:spPr>
      </p:cxnSp>
      <p:cxnSp>
        <p:nvCxnSpPr>
          <p:cNvPr id="275" name="Google Shape;275;p33"/>
          <p:cNvCxnSpPr/>
          <p:nvPr/>
        </p:nvCxnSpPr>
        <p:spPr>
          <a:xfrm>
            <a:off x="4571578" y="2742235"/>
            <a:ext cx="0" cy="1875300"/>
          </a:xfrm>
          <a:prstGeom prst="straightConnector1">
            <a:avLst/>
          </a:prstGeom>
          <a:noFill/>
          <a:ln w="12700" cap="flat" cmpd="sng">
            <a:solidFill>
              <a:schemeClr val="lt1"/>
            </a:solidFill>
            <a:prstDash val="solid"/>
            <a:miter lim="800000"/>
            <a:headEnd type="none" w="sm" len="sm"/>
            <a:tailEnd type="none" w="sm" len="sm"/>
          </a:ln>
        </p:spPr>
      </p:cxnSp>
      <p:cxnSp>
        <p:nvCxnSpPr>
          <p:cNvPr id="276" name="Google Shape;276;p33"/>
          <p:cNvCxnSpPr/>
          <p:nvPr/>
        </p:nvCxnSpPr>
        <p:spPr>
          <a:xfrm>
            <a:off x="6869932" y="2742235"/>
            <a:ext cx="0" cy="1875300"/>
          </a:xfrm>
          <a:prstGeom prst="straightConnector1">
            <a:avLst/>
          </a:prstGeom>
          <a:noFill/>
          <a:ln w="12700" cap="flat" cmpd="sng">
            <a:solidFill>
              <a:schemeClr val="lt1"/>
            </a:solidFill>
            <a:prstDash val="solid"/>
            <a:miter lim="800000"/>
            <a:headEnd type="none" w="sm" len="sm"/>
            <a:tailEnd type="none" w="sm" len="sm"/>
          </a:ln>
        </p:spPr>
      </p:cxnSp>
      <p:sp>
        <p:nvSpPr>
          <p:cNvPr id="277" name="Google Shape;277;p33"/>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278" name="Google Shape;278;p33"/>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9" name="Google Shape;279;p33"/>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Eight Elements_grey">
  <p:cSld name="Eight Elements_grey">
    <p:spTree>
      <p:nvGrpSpPr>
        <p:cNvPr id="1" name="Shape 280"/>
        <p:cNvGrpSpPr/>
        <p:nvPr/>
      </p:nvGrpSpPr>
      <p:grpSpPr>
        <a:xfrm>
          <a:off x="0" y="0"/>
          <a:ext cx="0" cy="0"/>
          <a:chOff x="0" y="0"/>
          <a:chExt cx="0" cy="0"/>
        </a:xfrm>
      </p:grpSpPr>
      <p:sp>
        <p:nvSpPr>
          <p:cNvPr id="281" name="Google Shape;281;p34"/>
          <p:cNvSpPr>
            <a:spLocks noGrp="1"/>
          </p:cNvSpPr>
          <p:nvPr>
            <p:ph type="pic" idx="2"/>
          </p:nvPr>
        </p:nvSpPr>
        <p:spPr>
          <a:xfrm>
            <a:off x="0" y="879477"/>
            <a:ext cx="2276100" cy="1871700"/>
          </a:xfrm>
          <a:prstGeom prst="rect">
            <a:avLst/>
          </a:prstGeom>
          <a:noFill/>
          <a:ln>
            <a:noFill/>
          </a:ln>
        </p:spPr>
      </p:sp>
      <p:sp>
        <p:nvSpPr>
          <p:cNvPr id="282" name="Google Shape;282;p34"/>
          <p:cNvSpPr>
            <a:spLocks noGrp="1"/>
          </p:cNvSpPr>
          <p:nvPr>
            <p:ph type="pic" idx="3"/>
          </p:nvPr>
        </p:nvSpPr>
        <p:spPr>
          <a:xfrm>
            <a:off x="2289300" y="879477"/>
            <a:ext cx="2276100" cy="1871700"/>
          </a:xfrm>
          <a:prstGeom prst="rect">
            <a:avLst/>
          </a:prstGeom>
          <a:noFill/>
          <a:ln>
            <a:noFill/>
          </a:ln>
        </p:spPr>
      </p:sp>
      <p:sp>
        <p:nvSpPr>
          <p:cNvPr id="283" name="Google Shape;283;p34"/>
          <p:cNvSpPr>
            <a:spLocks noGrp="1"/>
          </p:cNvSpPr>
          <p:nvPr>
            <p:ph type="pic" idx="4"/>
          </p:nvPr>
        </p:nvSpPr>
        <p:spPr>
          <a:xfrm>
            <a:off x="4578599" y="879477"/>
            <a:ext cx="2279700" cy="1871700"/>
          </a:xfrm>
          <a:prstGeom prst="rect">
            <a:avLst/>
          </a:prstGeom>
          <a:noFill/>
          <a:ln>
            <a:noFill/>
          </a:ln>
        </p:spPr>
      </p:sp>
      <p:sp>
        <p:nvSpPr>
          <p:cNvPr id="284" name="Google Shape;284;p34"/>
          <p:cNvSpPr>
            <a:spLocks noGrp="1"/>
          </p:cNvSpPr>
          <p:nvPr>
            <p:ph type="pic" idx="5"/>
          </p:nvPr>
        </p:nvSpPr>
        <p:spPr>
          <a:xfrm>
            <a:off x="6867900" y="879477"/>
            <a:ext cx="2276100" cy="1871700"/>
          </a:xfrm>
          <a:prstGeom prst="rect">
            <a:avLst/>
          </a:prstGeom>
          <a:noFill/>
          <a:ln>
            <a:noFill/>
          </a:ln>
        </p:spPr>
      </p:sp>
      <p:sp>
        <p:nvSpPr>
          <p:cNvPr id="285" name="Google Shape;285;p34"/>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6" name="Google Shape;286;p34"/>
          <p:cNvSpPr txBox="1">
            <a:spLocks noGrp="1"/>
          </p:cNvSpPr>
          <p:nvPr>
            <p:ph type="body" idx="1"/>
          </p:nvPr>
        </p:nvSpPr>
        <p:spPr>
          <a:xfrm>
            <a:off x="1" y="2761060"/>
            <a:ext cx="2279700" cy="1850100"/>
          </a:xfrm>
          <a:prstGeom prst="rect">
            <a:avLst/>
          </a:prstGeom>
          <a:solidFill>
            <a:srgbClr val="A8ABAA"/>
          </a:solidFill>
          <a:ln>
            <a:noFill/>
          </a:ln>
        </p:spPr>
        <p:txBody>
          <a:bodyPr spcFirstLastPara="1" wrap="square" lIns="0" tIns="45700" rIns="91425" bIns="45700" anchor="ctr" anchorCtr="0">
            <a:noAutofit/>
          </a:bodyPr>
          <a:lstStyle>
            <a:lvl1pPr marL="457200" lvl="0" indent="-228600" algn="ctr">
              <a:lnSpc>
                <a:spcPct val="90000"/>
              </a:lnSpc>
              <a:spcBef>
                <a:spcPts val="750"/>
              </a:spcBef>
              <a:spcAft>
                <a:spcPts val="0"/>
              </a:spcAft>
              <a:buSzPts val="1600"/>
              <a:buNone/>
              <a:defRPr sz="1600">
                <a:solidFill>
                  <a:schemeClr val="lt1"/>
                </a:solidFill>
              </a:defRPr>
            </a:lvl1pPr>
            <a:lvl2pPr marL="914400" lvl="1" indent="-317500" algn="ctr">
              <a:lnSpc>
                <a:spcPct val="90000"/>
              </a:lnSpc>
              <a:spcBef>
                <a:spcPts val="375"/>
              </a:spcBef>
              <a:spcAft>
                <a:spcPts val="0"/>
              </a:spcAft>
              <a:buSzPts val="1400"/>
              <a:buChar char="•"/>
              <a:defRPr>
                <a:solidFill>
                  <a:schemeClr val="lt1"/>
                </a:solidFill>
              </a:defRPr>
            </a:lvl2pPr>
            <a:lvl3pPr marL="1371600" lvl="2" indent="-317500" algn="ctr">
              <a:lnSpc>
                <a:spcPct val="90000"/>
              </a:lnSpc>
              <a:spcBef>
                <a:spcPts val="375"/>
              </a:spcBef>
              <a:spcAft>
                <a:spcPts val="0"/>
              </a:spcAft>
              <a:buSzPts val="1400"/>
              <a:buChar char="•"/>
              <a:defRPr>
                <a:solidFill>
                  <a:schemeClr val="lt1"/>
                </a:solidFill>
              </a:defRPr>
            </a:lvl3pPr>
            <a:lvl4pPr marL="1828800" lvl="3" indent="-317500" algn="ctr">
              <a:lnSpc>
                <a:spcPct val="90000"/>
              </a:lnSpc>
              <a:spcBef>
                <a:spcPts val="375"/>
              </a:spcBef>
              <a:spcAft>
                <a:spcPts val="0"/>
              </a:spcAft>
              <a:buSzPts val="1400"/>
              <a:buChar char="•"/>
              <a:defRPr>
                <a:solidFill>
                  <a:schemeClr val="lt1"/>
                </a:solidFill>
              </a:defRPr>
            </a:lvl4pPr>
            <a:lvl5pPr marL="2286000" lvl="4" indent="-317500" algn="ctr">
              <a:lnSpc>
                <a:spcPct val="90000"/>
              </a:lnSpc>
              <a:spcBef>
                <a:spcPts val="375"/>
              </a:spcBef>
              <a:spcAft>
                <a:spcPts val="0"/>
              </a:spcAft>
              <a:buSzPts val="1400"/>
              <a:buChar char="•"/>
              <a:defRPr>
                <a:solidFill>
                  <a:schemeClr val="lt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87" name="Google Shape;287;p34"/>
          <p:cNvSpPr txBox="1">
            <a:spLocks noGrp="1"/>
          </p:cNvSpPr>
          <p:nvPr>
            <p:ph type="body" idx="6"/>
          </p:nvPr>
        </p:nvSpPr>
        <p:spPr>
          <a:xfrm>
            <a:off x="2288060" y="2761060"/>
            <a:ext cx="2279700" cy="1850100"/>
          </a:xfrm>
          <a:prstGeom prst="rect">
            <a:avLst/>
          </a:prstGeom>
          <a:solidFill>
            <a:schemeClr val="lt2"/>
          </a:solidFill>
          <a:ln>
            <a:noFill/>
          </a:ln>
        </p:spPr>
        <p:txBody>
          <a:bodyPr spcFirstLastPara="1" wrap="square" lIns="0" tIns="45700" rIns="91425" bIns="45700" anchor="ctr" anchorCtr="0">
            <a:noAutofit/>
          </a:bodyPr>
          <a:lstStyle>
            <a:lvl1pPr marL="457200" lvl="0" indent="-228600" algn="ctr">
              <a:lnSpc>
                <a:spcPct val="90000"/>
              </a:lnSpc>
              <a:spcBef>
                <a:spcPts val="750"/>
              </a:spcBef>
              <a:spcAft>
                <a:spcPts val="0"/>
              </a:spcAft>
              <a:buSzPts val="1600"/>
              <a:buNone/>
              <a:defRPr sz="1600">
                <a:solidFill>
                  <a:schemeClr val="lt1"/>
                </a:solidFill>
              </a:defRPr>
            </a:lvl1pPr>
            <a:lvl2pPr marL="914400" lvl="1" indent="-317500" algn="ctr">
              <a:lnSpc>
                <a:spcPct val="90000"/>
              </a:lnSpc>
              <a:spcBef>
                <a:spcPts val="375"/>
              </a:spcBef>
              <a:spcAft>
                <a:spcPts val="0"/>
              </a:spcAft>
              <a:buSzPts val="1400"/>
              <a:buChar char="•"/>
              <a:defRPr>
                <a:solidFill>
                  <a:schemeClr val="lt1"/>
                </a:solidFill>
              </a:defRPr>
            </a:lvl2pPr>
            <a:lvl3pPr marL="1371600" lvl="2" indent="-317500" algn="ctr">
              <a:lnSpc>
                <a:spcPct val="90000"/>
              </a:lnSpc>
              <a:spcBef>
                <a:spcPts val="375"/>
              </a:spcBef>
              <a:spcAft>
                <a:spcPts val="0"/>
              </a:spcAft>
              <a:buSzPts val="1400"/>
              <a:buChar char="•"/>
              <a:defRPr>
                <a:solidFill>
                  <a:schemeClr val="lt1"/>
                </a:solidFill>
              </a:defRPr>
            </a:lvl3pPr>
            <a:lvl4pPr marL="1828800" lvl="3" indent="-317500" algn="ctr">
              <a:lnSpc>
                <a:spcPct val="90000"/>
              </a:lnSpc>
              <a:spcBef>
                <a:spcPts val="375"/>
              </a:spcBef>
              <a:spcAft>
                <a:spcPts val="0"/>
              </a:spcAft>
              <a:buSzPts val="1400"/>
              <a:buChar char="•"/>
              <a:defRPr>
                <a:solidFill>
                  <a:schemeClr val="lt1"/>
                </a:solidFill>
              </a:defRPr>
            </a:lvl4pPr>
            <a:lvl5pPr marL="2286000" lvl="4" indent="-317500" algn="ctr">
              <a:lnSpc>
                <a:spcPct val="90000"/>
              </a:lnSpc>
              <a:spcBef>
                <a:spcPts val="375"/>
              </a:spcBef>
              <a:spcAft>
                <a:spcPts val="0"/>
              </a:spcAft>
              <a:buSzPts val="1400"/>
              <a:buChar char="•"/>
              <a:defRPr>
                <a:solidFill>
                  <a:schemeClr val="lt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88" name="Google Shape;288;p34"/>
          <p:cNvSpPr txBox="1">
            <a:spLocks noGrp="1"/>
          </p:cNvSpPr>
          <p:nvPr>
            <p:ph type="body" idx="7"/>
          </p:nvPr>
        </p:nvSpPr>
        <p:spPr>
          <a:xfrm>
            <a:off x="4576119" y="2761060"/>
            <a:ext cx="2279700" cy="1850100"/>
          </a:xfrm>
          <a:prstGeom prst="rect">
            <a:avLst/>
          </a:prstGeom>
          <a:solidFill>
            <a:srgbClr val="A8ABAA"/>
          </a:solidFill>
          <a:ln>
            <a:noFill/>
          </a:ln>
        </p:spPr>
        <p:txBody>
          <a:bodyPr spcFirstLastPara="1" wrap="square" lIns="0" tIns="45700" rIns="91425" bIns="45700" anchor="ctr" anchorCtr="0">
            <a:noAutofit/>
          </a:bodyPr>
          <a:lstStyle>
            <a:lvl1pPr marL="457200" lvl="0" indent="-228600" algn="ctr">
              <a:lnSpc>
                <a:spcPct val="90000"/>
              </a:lnSpc>
              <a:spcBef>
                <a:spcPts val="750"/>
              </a:spcBef>
              <a:spcAft>
                <a:spcPts val="0"/>
              </a:spcAft>
              <a:buSzPts val="1600"/>
              <a:buNone/>
              <a:defRPr sz="1600">
                <a:solidFill>
                  <a:schemeClr val="lt1"/>
                </a:solidFill>
              </a:defRPr>
            </a:lvl1pPr>
            <a:lvl2pPr marL="914400" lvl="1" indent="-317500" algn="ctr">
              <a:lnSpc>
                <a:spcPct val="90000"/>
              </a:lnSpc>
              <a:spcBef>
                <a:spcPts val="375"/>
              </a:spcBef>
              <a:spcAft>
                <a:spcPts val="0"/>
              </a:spcAft>
              <a:buSzPts val="1400"/>
              <a:buChar char="•"/>
              <a:defRPr>
                <a:solidFill>
                  <a:schemeClr val="lt1"/>
                </a:solidFill>
              </a:defRPr>
            </a:lvl2pPr>
            <a:lvl3pPr marL="1371600" lvl="2" indent="-317500" algn="ctr">
              <a:lnSpc>
                <a:spcPct val="90000"/>
              </a:lnSpc>
              <a:spcBef>
                <a:spcPts val="375"/>
              </a:spcBef>
              <a:spcAft>
                <a:spcPts val="0"/>
              </a:spcAft>
              <a:buSzPts val="1400"/>
              <a:buChar char="•"/>
              <a:defRPr>
                <a:solidFill>
                  <a:schemeClr val="lt1"/>
                </a:solidFill>
              </a:defRPr>
            </a:lvl3pPr>
            <a:lvl4pPr marL="1828800" lvl="3" indent="-317500" algn="ctr">
              <a:lnSpc>
                <a:spcPct val="90000"/>
              </a:lnSpc>
              <a:spcBef>
                <a:spcPts val="375"/>
              </a:spcBef>
              <a:spcAft>
                <a:spcPts val="0"/>
              </a:spcAft>
              <a:buSzPts val="1400"/>
              <a:buChar char="•"/>
              <a:defRPr>
                <a:solidFill>
                  <a:schemeClr val="lt1"/>
                </a:solidFill>
              </a:defRPr>
            </a:lvl4pPr>
            <a:lvl5pPr marL="2286000" lvl="4" indent="-317500" algn="ctr">
              <a:lnSpc>
                <a:spcPct val="90000"/>
              </a:lnSpc>
              <a:spcBef>
                <a:spcPts val="375"/>
              </a:spcBef>
              <a:spcAft>
                <a:spcPts val="0"/>
              </a:spcAft>
              <a:buSzPts val="1400"/>
              <a:buChar char="•"/>
              <a:defRPr>
                <a:solidFill>
                  <a:schemeClr val="lt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289" name="Google Shape;289;p34"/>
          <p:cNvSpPr txBox="1">
            <a:spLocks noGrp="1"/>
          </p:cNvSpPr>
          <p:nvPr>
            <p:ph type="body" idx="8"/>
          </p:nvPr>
        </p:nvSpPr>
        <p:spPr>
          <a:xfrm>
            <a:off x="6864178" y="2761060"/>
            <a:ext cx="2279700" cy="1850100"/>
          </a:xfrm>
          <a:prstGeom prst="rect">
            <a:avLst/>
          </a:prstGeom>
          <a:solidFill>
            <a:schemeClr val="lt2"/>
          </a:solidFill>
          <a:ln>
            <a:noFill/>
          </a:ln>
        </p:spPr>
        <p:txBody>
          <a:bodyPr spcFirstLastPara="1" wrap="square" lIns="0" tIns="45700" rIns="91425" bIns="45700" anchor="ctr" anchorCtr="0">
            <a:noAutofit/>
          </a:bodyPr>
          <a:lstStyle>
            <a:lvl1pPr marL="457200" lvl="0" indent="-228600" algn="ctr">
              <a:lnSpc>
                <a:spcPct val="90000"/>
              </a:lnSpc>
              <a:spcBef>
                <a:spcPts val="750"/>
              </a:spcBef>
              <a:spcAft>
                <a:spcPts val="0"/>
              </a:spcAft>
              <a:buSzPts val="1600"/>
              <a:buNone/>
              <a:defRPr sz="1600">
                <a:solidFill>
                  <a:schemeClr val="lt1"/>
                </a:solidFill>
              </a:defRPr>
            </a:lvl1pPr>
            <a:lvl2pPr marL="914400" lvl="1" indent="-317500" algn="ctr">
              <a:lnSpc>
                <a:spcPct val="90000"/>
              </a:lnSpc>
              <a:spcBef>
                <a:spcPts val="375"/>
              </a:spcBef>
              <a:spcAft>
                <a:spcPts val="0"/>
              </a:spcAft>
              <a:buSzPts val="1400"/>
              <a:buChar char="•"/>
              <a:defRPr>
                <a:solidFill>
                  <a:schemeClr val="lt1"/>
                </a:solidFill>
              </a:defRPr>
            </a:lvl2pPr>
            <a:lvl3pPr marL="1371600" lvl="2" indent="-317500" algn="ctr">
              <a:lnSpc>
                <a:spcPct val="90000"/>
              </a:lnSpc>
              <a:spcBef>
                <a:spcPts val="375"/>
              </a:spcBef>
              <a:spcAft>
                <a:spcPts val="0"/>
              </a:spcAft>
              <a:buSzPts val="1400"/>
              <a:buChar char="•"/>
              <a:defRPr>
                <a:solidFill>
                  <a:schemeClr val="lt1"/>
                </a:solidFill>
              </a:defRPr>
            </a:lvl3pPr>
            <a:lvl4pPr marL="1828800" lvl="3" indent="-317500" algn="ctr">
              <a:lnSpc>
                <a:spcPct val="90000"/>
              </a:lnSpc>
              <a:spcBef>
                <a:spcPts val="375"/>
              </a:spcBef>
              <a:spcAft>
                <a:spcPts val="0"/>
              </a:spcAft>
              <a:buSzPts val="1400"/>
              <a:buChar char="•"/>
              <a:defRPr>
                <a:solidFill>
                  <a:schemeClr val="lt1"/>
                </a:solidFill>
              </a:defRPr>
            </a:lvl4pPr>
            <a:lvl5pPr marL="2286000" lvl="4" indent="-317500" algn="ctr">
              <a:lnSpc>
                <a:spcPct val="90000"/>
              </a:lnSpc>
              <a:spcBef>
                <a:spcPts val="375"/>
              </a:spcBef>
              <a:spcAft>
                <a:spcPts val="0"/>
              </a:spcAft>
              <a:buSzPts val="1400"/>
              <a:buChar char="•"/>
              <a:defRPr>
                <a:solidFill>
                  <a:schemeClr val="lt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cxnSp>
        <p:nvCxnSpPr>
          <p:cNvPr id="290" name="Google Shape;290;p34"/>
          <p:cNvCxnSpPr/>
          <p:nvPr/>
        </p:nvCxnSpPr>
        <p:spPr>
          <a:xfrm>
            <a:off x="2285095" y="2742235"/>
            <a:ext cx="0" cy="1875300"/>
          </a:xfrm>
          <a:prstGeom prst="straightConnector1">
            <a:avLst/>
          </a:prstGeom>
          <a:noFill/>
          <a:ln w="12700" cap="flat" cmpd="sng">
            <a:solidFill>
              <a:schemeClr val="lt1"/>
            </a:solidFill>
            <a:prstDash val="solid"/>
            <a:miter lim="800000"/>
            <a:headEnd type="none" w="sm" len="sm"/>
            <a:tailEnd type="none" w="sm" len="sm"/>
          </a:ln>
        </p:spPr>
      </p:cxnSp>
      <p:cxnSp>
        <p:nvCxnSpPr>
          <p:cNvPr id="291" name="Google Shape;291;p34"/>
          <p:cNvCxnSpPr/>
          <p:nvPr/>
        </p:nvCxnSpPr>
        <p:spPr>
          <a:xfrm>
            <a:off x="4571578" y="2742235"/>
            <a:ext cx="0" cy="1875300"/>
          </a:xfrm>
          <a:prstGeom prst="straightConnector1">
            <a:avLst/>
          </a:prstGeom>
          <a:noFill/>
          <a:ln w="12700" cap="flat" cmpd="sng">
            <a:solidFill>
              <a:schemeClr val="lt1"/>
            </a:solidFill>
            <a:prstDash val="solid"/>
            <a:miter lim="800000"/>
            <a:headEnd type="none" w="sm" len="sm"/>
            <a:tailEnd type="none" w="sm" len="sm"/>
          </a:ln>
        </p:spPr>
      </p:cxnSp>
      <p:cxnSp>
        <p:nvCxnSpPr>
          <p:cNvPr id="292" name="Google Shape;292;p34"/>
          <p:cNvCxnSpPr/>
          <p:nvPr/>
        </p:nvCxnSpPr>
        <p:spPr>
          <a:xfrm>
            <a:off x="6869932" y="2742235"/>
            <a:ext cx="0" cy="1875300"/>
          </a:xfrm>
          <a:prstGeom prst="straightConnector1">
            <a:avLst/>
          </a:prstGeom>
          <a:noFill/>
          <a:ln w="12700" cap="flat" cmpd="sng">
            <a:solidFill>
              <a:schemeClr val="lt1"/>
            </a:solidFill>
            <a:prstDash val="solid"/>
            <a:miter lim="800000"/>
            <a:headEnd type="none" w="sm" len="sm"/>
            <a:tailEnd type="none" w="sm" len="sm"/>
          </a:ln>
        </p:spPr>
      </p:cxnSp>
      <p:sp>
        <p:nvSpPr>
          <p:cNvPr id="293" name="Google Shape;293;p34"/>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294" name="Google Shape;294;p34"/>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5" name="Google Shape;295;p34"/>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lank_with_Footer">
  <p:cSld name="Blank_with_Footer">
    <p:spTree>
      <p:nvGrpSpPr>
        <p:cNvPr id="1" name="Shape 296"/>
        <p:cNvGrpSpPr/>
        <p:nvPr/>
      </p:nvGrpSpPr>
      <p:grpSpPr>
        <a:xfrm>
          <a:off x="0" y="0"/>
          <a:ext cx="0" cy="0"/>
          <a:chOff x="0" y="0"/>
          <a:chExt cx="0" cy="0"/>
        </a:xfrm>
      </p:grpSpPr>
      <p:sp>
        <p:nvSpPr>
          <p:cNvPr id="297" name="Google Shape;297;p35"/>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298" name="Google Shape;298;p35"/>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9" name="Google Shape;299;p35"/>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2185">
          <p15:clr>
            <a:srgbClr val="FBAE40"/>
          </p15:clr>
        </p15:guide>
        <p15:guide id="2" pos="2160">
          <p15:clr>
            <a:srgbClr val="FBAE40"/>
          </p15:clr>
        </p15:guide>
        <p15:guide id="3" orient="horz" pos="1964">
          <p15:clr>
            <a:srgbClr val="FBAE40"/>
          </p15:clr>
        </p15:guide>
        <p15:guide id="4" orient="horz" pos="1742">
          <p15:clr>
            <a:srgbClr val="FBAE40"/>
          </p15:clr>
        </p15:guide>
        <p15:guide id="5" orient="horz" pos="1521">
          <p15:clr>
            <a:srgbClr val="FBAE40"/>
          </p15:clr>
        </p15:guide>
        <p15:guide id="6" orient="horz" pos="1300">
          <p15:clr>
            <a:srgbClr val="FBAE40"/>
          </p15:clr>
        </p15:guide>
        <p15:guide id="7" orient="horz" pos="1079">
          <p15:clr>
            <a:srgbClr val="FBAE40"/>
          </p15:clr>
        </p15:guide>
        <p15:guide id="8" orient="horz" pos="858">
          <p15:clr>
            <a:srgbClr val="FBAE40"/>
          </p15:clr>
        </p15:guide>
        <p15:guide id="9" orient="horz" pos="637">
          <p15:clr>
            <a:srgbClr val="FBAE40"/>
          </p15:clr>
        </p15:guide>
        <p15:guide id="10" orient="horz" pos="411">
          <p15:clr>
            <a:srgbClr val="FBAE40"/>
          </p15:clr>
        </p15:guide>
        <p15:guide id="11" orient="horz" pos="194">
          <p15:clr>
            <a:srgbClr val="FBAE40"/>
          </p15:clr>
        </p15:guide>
        <p15:guide id="12" pos="2381">
          <p15:clr>
            <a:srgbClr val="FBAE40"/>
          </p15:clr>
        </p15:guide>
        <p15:guide id="13" pos="2603">
          <p15:clr>
            <a:srgbClr val="FBAE40"/>
          </p15:clr>
        </p15:guide>
        <p15:guide id="14" pos="2824">
          <p15:clr>
            <a:srgbClr val="FBAE40"/>
          </p15:clr>
        </p15:guide>
        <p15:guide id="15" pos="3044">
          <p15:clr>
            <a:srgbClr val="FBAE40"/>
          </p15:clr>
        </p15:guide>
        <p15:guide id="16" pos="3266">
          <p15:clr>
            <a:srgbClr val="FBAE40"/>
          </p15:clr>
        </p15:guide>
        <p15:guide id="17" pos="3487">
          <p15:clr>
            <a:srgbClr val="FBAE40"/>
          </p15:clr>
        </p15:guide>
        <p15:guide id="18" pos="3708">
          <p15:clr>
            <a:srgbClr val="FBAE40"/>
          </p15:clr>
        </p15:guide>
        <p15:guide id="19" pos="3929">
          <p15:clr>
            <a:srgbClr val="FBAE40"/>
          </p15:clr>
        </p15:guide>
        <p15:guide id="20" pos="4151">
          <p15:clr>
            <a:srgbClr val="FBAE40"/>
          </p15:clr>
        </p15:guide>
        <p15:guide id="21" pos="1939">
          <p15:clr>
            <a:srgbClr val="FBAE40"/>
          </p15:clr>
        </p15:guide>
        <p15:guide id="22" pos="1718">
          <p15:clr>
            <a:srgbClr val="FBAE40"/>
          </p15:clr>
        </p15:guide>
        <p15:guide id="23" pos="1496">
          <p15:clr>
            <a:srgbClr val="FBAE40"/>
          </p15:clr>
        </p15:guide>
        <p15:guide id="24" pos="1276">
          <p15:clr>
            <a:srgbClr val="FBAE40"/>
          </p15:clr>
        </p15:guide>
        <p15:guide id="25" pos="1055">
          <p15:clr>
            <a:srgbClr val="FBAE40"/>
          </p15:clr>
        </p15:guide>
        <p15:guide id="26" pos="833">
          <p15:clr>
            <a:srgbClr val="FBAE40"/>
          </p15:clr>
        </p15:guide>
        <p15:guide id="27" pos="612">
          <p15:clr>
            <a:srgbClr val="FBAE40"/>
          </p15:clr>
        </p15:guide>
        <p15:guide id="28" pos="391">
          <p15:clr>
            <a:srgbClr val="FBAE40"/>
          </p15:clr>
        </p15:guide>
        <p15:guide id="29" pos="170">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Divider_individual_image">
  <p:cSld name="Divider_individual_image">
    <p:spTree>
      <p:nvGrpSpPr>
        <p:cNvPr id="1" name="Shape 300"/>
        <p:cNvGrpSpPr/>
        <p:nvPr/>
      </p:nvGrpSpPr>
      <p:grpSpPr>
        <a:xfrm>
          <a:off x="0" y="0"/>
          <a:ext cx="0" cy="0"/>
          <a:chOff x="0" y="0"/>
          <a:chExt cx="0" cy="0"/>
        </a:xfrm>
      </p:grpSpPr>
      <p:sp>
        <p:nvSpPr>
          <p:cNvPr id="301" name="Google Shape;301;p36"/>
          <p:cNvSpPr>
            <a:spLocks noGrp="1"/>
          </p:cNvSpPr>
          <p:nvPr>
            <p:ph type="pic" idx="2"/>
          </p:nvPr>
        </p:nvSpPr>
        <p:spPr>
          <a:xfrm>
            <a:off x="0" y="2"/>
            <a:ext cx="9144000" cy="4623300"/>
          </a:xfrm>
          <a:prstGeom prst="rect">
            <a:avLst/>
          </a:prstGeom>
          <a:noFill/>
          <a:ln>
            <a:noFill/>
          </a:ln>
        </p:spPr>
      </p:sp>
      <p:sp>
        <p:nvSpPr>
          <p:cNvPr id="302" name="Google Shape;302;p36"/>
          <p:cNvSpPr txBox="1">
            <a:spLocks noGrp="1"/>
          </p:cNvSpPr>
          <p:nvPr>
            <p:ph type="title"/>
          </p:nvPr>
        </p:nvSpPr>
        <p:spPr>
          <a:xfrm>
            <a:off x="0" y="1112941"/>
            <a:ext cx="75276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accent1"/>
              </a:buClr>
              <a:buSzPts val="2700"/>
              <a:buFont typeface="Arial"/>
              <a:buNone/>
              <a:defRPr>
                <a:solidFill>
                  <a:schemeClr val="accen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3" name="Google Shape;303;p36"/>
          <p:cNvSpPr txBox="1">
            <a:spLocks noGrp="1"/>
          </p:cNvSpPr>
          <p:nvPr>
            <p:ph type="body" idx="1"/>
          </p:nvPr>
        </p:nvSpPr>
        <p:spPr>
          <a:xfrm>
            <a:off x="0" y="1638301"/>
            <a:ext cx="7535400" cy="927600"/>
          </a:xfrm>
          <a:prstGeom prst="rect">
            <a:avLst/>
          </a:prstGeom>
          <a:noFill/>
          <a:ln>
            <a:noFill/>
          </a:ln>
        </p:spPr>
        <p:txBody>
          <a:bodyPr spcFirstLastPara="1" wrap="square" lIns="0" tIns="45700" rIns="91425" bIns="45700" anchor="t" anchorCtr="0">
            <a:noAutofit/>
          </a:bodyPr>
          <a:lstStyle>
            <a:lvl1pPr marL="457200" lvl="0" indent="-228600" algn="l">
              <a:lnSpc>
                <a:spcPct val="90000"/>
              </a:lnSpc>
              <a:spcBef>
                <a:spcPts val="750"/>
              </a:spcBef>
              <a:spcAft>
                <a:spcPts val="0"/>
              </a:spcAft>
              <a:buSzPts val="1800"/>
              <a:buNone/>
              <a:defRPr sz="18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304" name="Google Shape;304;p36"/>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305" name="Google Shape;305;p36"/>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6" name="Google Shape;306;p36"/>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Section Headline_2">
  <p:cSld name="Section Headline_2">
    <p:spTree>
      <p:nvGrpSpPr>
        <p:cNvPr id="1" name="Shape 307"/>
        <p:cNvGrpSpPr/>
        <p:nvPr/>
      </p:nvGrpSpPr>
      <p:grpSpPr>
        <a:xfrm>
          <a:off x="0" y="0"/>
          <a:ext cx="0" cy="0"/>
          <a:chOff x="0" y="0"/>
          <a:chExt cx="0" cy="0"/>
        </a:xfrm>
      </p:grpSpPr>
      <p:pic>
        <p:nvPicPr>
          <p:cNvPr id="308" name="Google Shape;308;p37"/>
          <p:cNvPicPr preferRelativeResize="0"/>
          <p:nvPr/>
        </p:nvPicPr>
        <p:blipFill rotWithShape="1">
          <a:blip r:embed="rId2">
            <a:alphaModFix/>
          </a:blip>
          <a:srcRect/>
          <a:stretch/>
        </p:blipFill>
        <p:spPr>
          <a:xfrm>
            <a:off x="-2" y="1"/>
            <a:ext cx="9144002" cy="5143500"/>
          </a:xfrm>
          <a:prstGeom prst="rect">
            <a:avLst/>
          </a:prstGeom>
          <a:noFill/>
          <a:ln>
            <a:noFill/>
          </a:ln>
        </p:spPr>
      </p:pic>
      <p:sp>
        <p:nvSpPr>
          <p:cNvPr id="309" name="Google Shape;309;p37"/>
          <p:cNvSpPr txBox="1">
            <a:spLocks noGrp="1"/>
          </p:cNvSpPr>
          <p:nvPr>
            <p:ph type="body" idx="1"/>
          </p:nvPr>
        </p:nvSpPr>
        <p:spPr>
          <a:xfrm>
            <a:off x="4939075" y="3225498"/>
            <a:ext cx="931500" cy="931500"/>
          </a:xfrm>
          <a:prstGeom prst="rect">
            <a:avLst/>
          </a:prstGeom>
          <a:solidFill>
            <a:srgbClr val="009E49"/>
          </a:solidFill>
          <a:ln>
            <a:noFill/>
          </a:ln>
        </p:spPr>
        <p:txBody>
          <a:bodyPr spcFirstLastPara="1" wrap="square" lIns="0" tIns="0" rIns="91425" bIns="45700" anchor="ctr" anchorCtr="0">
            <a:noAutofit/>
          </a:bodyPr>
          <a:lstStyle>
            <a:lvl1pPr marL="457200" lvl="0" indent="-228600" algn="ctr">
              <a:lnSpc>
                <a:spcPct val="90000"/>
              </a:lnSpc>
              <a:spcBef>
                <a:spcPts val="750"/>
              </a:spcBef>
              <a:spcAft>
                <a:spcPts val="0"/>
              </a:spcAft>
              <a:buSzPts val="1800"/>
              <a:buNone/>
              <a:defRPr sz="1800" b="0">
                <a:solidFill>
                  <a:schemeClr val="lt1"/>
                </a:solidFill>
                <a:latin typeface="Arial Black"/>
                <a:ea typeface="Arial Black"/>
                <a:cs typeface="Arial Black"/>
                <a:sym typeface="Arial Black"/>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228600" algn="l">
              <a:lnSpc>
                <a:spcPct val="90000"/>
              </a:lnSpc>
              <a:spcBef>
                <a:spcPts val="375"/>
              </a:spcBef>
              <a:spcAft>
                <a:spcPts val="0"/>
              </a:spcAft>
              <a:buSzPts val="1400"/>
              <a:buNone/>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310" name="Google Shape;310;p37"/>
          <p:cNvSpPr txBox="1">
            <a:spLocks noGrp="1"/>
          </p:cNvSpPr>
          <p:nvPr>
            <p:ph type="body" idx="2"/>
          </p:nvPr>
        </p:nvSpPr>
        <p:spPr>
          <a:xfrm>
            <a:off x="5870575" y="3225498"/>
            <a:ext cx="2808000" cy="931500"/>
          </a:xfrm>
          <a:prstGeom prst="rect">
            <a:avLst/>
          </a:prstGeom>
          <a:solidFill>
            <a:schemeClr val="lt1"/>
          </a:solidFill>
          <a:ln>
            <a:noFill/>
          </a:ln>
        </p:spPr>
        <p:txBody>
          <a:bodyPr spcFirstLastPara="1" wrap="square" lIns="288000" tIns="0" rIns="91425" bIns="45700" anchor="ctr" anchorCtr="0">
            <a:noAutofit/>
          </a:bodyPr>
          <a:lstStyle>
            <a:lvl1pPr marL="457200" marR="0" lvl="0" indent="-228600" algn="l">
              <a:lnSpc>
                <a:spcPct val="100000"/>
              </a:lnSpc>
              <a:spcBef>
                <a:spcPts val="300"/>
              </a:spcBef>
              <a:spcAft>
                <a:spcPts val="0"/>
              </a:spcAft>
              <a:buClr>
                <a:srgbClr val="529A43"/>
              </a:buClr>
              <a:buSzPts val="1500"/>
              <a:buFont typeface="Arial"/>
              <a:buNone/>
              <a:defRPr sz="15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Section Headline_3">
  <p:cSld name="Section Headline_3">
    <p:spTree>
      <p:nvGrpSpPr>
        <p:cNvPr id="1" name="Shape 311"/>
        <p:cNvGrpSpPr/>
        <p:nvPr/>
      </p:nvGrpSpPr>
      <p:grpSpPr>
        <a:xfrm>
          <a:off x="0" y="0"/>
          <a:ext cx="0" cy="0"/>
          <a:chOff x="0" y="0"/>
          <a:chExt cx="0" cy="0"/>
        </a:xfrm>
      </p:grpSpPr>
      <p:pic>
        <p:nvPicPr>
          <p:cNvPr id="312" name="Google Shape;312;p38"/>
          <p:cNvPicPr preferRelativeResize="0"/>
          <p:nvPr/>
        </p:nvPicPr>
        <p:blipFill rotWithShape="1">
          <a:blip r:embed="rId2">
            <a:alphaModFix/>
          </a:blip>
          <a:srcRect/>
          <a:stretch/>
        </p:blipFill>
        <p:spPr>
          <a:xfrm>
            <a:off x="0" y="2"/>
            <a:ext cx="9143998" cy="5143498"/>
          </a:xfrm>
          <a:prstGeom prst="rect">
            <a:avLst/>
          </a:prstGeom>
          <a:noFill/>
          <a:ln>
            <a:noFill/>
          </a:ln>
        </p:spPr>
      </p:pic>
      <p:sp>
        <p:nvSpPr>
          <p:cNvPr id="313" name="Google Shape;313;p38"/>
          <p:cNvSpPr/>
          <p:nvPr/>
        </p:nvSpPr>
        <p:spPr>
          <a:xfrm>
            <a:off x="0" y="0"/>
            <a:ext cx="9144000" cy="5143500"/>
          </a:xfrm>
          <a:prstGeom prst="rect">
            <a:avLst/>
          </a:prstGeom>
          <a:solidFill>
            <a:schemeClr val="accent4">
              <a:alpha val="29804"/>
            </a:schemeClr>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Arial"/>
              <a:ea typeface="Arial"/>
              <a:cs typeface="Arial"/>
              <a:sym typeface="Arial"/>
            </a:endParaRPr>
          </a:p>
        </p:txBody>
      </p:sp>
      <p:sp>
        <p:nvSpPr>
          <p:cNvPr id="314" name="Google Shape;314;p38"/>
          <p:cNvSpPr txBox="1">
            <a:spLocks noGrp="1"/>
          </p:cNvSpPr>
          <p:nvPr>
            <p:ph type="body" idx="1"/>
          </p:nvPr>
        </p:nvSpPr>
        <p:spPr>
          <a:xfrm>
            <a:off x="403622" y="665164"/>
            <a:ext cx="931500" cy="931500"/>
          </a:xfrm>
          <a:prstGeom prst="rect">
            <a:avLst/>
          </a:prstGeom>
          <a:solidFill>
            <a:srgbClr val="009E49"/>
          </a:solidFill>
          <a:ln>
            <a:noFill/>
          </a:ln>
        </p:spPr>
        <p:txBody>
          <a:bodyPr spcFirstLastPara="1" wrap="square" lIns="0" tIns="0" rIns="91425" bIns="45700" anchor="ctr" anchorCtr="0">
            <a:noAutofit/>
          </a:bodyPr>
          <a:lstStyle>
            <a:lvl1pPr marL="457200" lvl="0" indent="-228600" algn="ctr">
              <a:lnSpc>
                <a:spcPct val="90000"/>
              </a:lnSpc>
              <a:spcBef>
                <a:spcPts val="750"/>
              </a:spcBef>
              <a:spcAft>
                <a:spcPts val="0"/>
              </a:spcAft>
              <a:buSzPts val="1800"/>
              <a:buNone/>
              <a:defRPr sz="1800" b="0">
                <a:solidFill>
                  <a:schemeClr val="lt1"/>
                </a:solidFill>
                <a:latin typeface="Arial Black"/>
                <a:ea typeface="Arial Black"/>
                <a:cs typeface="Arial Black"/>
                <a:sym typeface="Arial Black"/>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228600" algn="l">
              <a:lnSpc>
                <a:spcPct val="90000"/>
              </a:lnSpc>
              <a:spcBef>
                <a:spcPts val="375"/>
              </a:spcBef>
              <a:spcAft>
                <a:spcPts val="0"/>
              </a:spcAft>
              <a:buSzPts val="1400"/>
              <a:buNone/>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315" name="Google Shape;315;p38"/>
          <p:cNvSpPr txBox="1">
            <a:spLocks noGrp="1"/>
          </p:cNvSpPr>
          <p:nvPr>
            <p:ph type="body" idx="2"/>
          </p:nvPr>
        </p:nvSpPr>
        <p:spPr>
          <a:xfrm>
            <a:off x="1335122" y="665164"/>
            <a:ext cx="2808000" cy="931500"/>
          </a:xfrm>
          <a:prstGeom prst="rect">
            <a:avLst/>
          </a:prstGeom>
          <a:solidFill>
            <a:schemeClr val="lt1"/>
          </a:solidFill>
          <a:ln>
            <a:noFill/>
          </a:ln>
        </p:spPr>
        <p:txBody>
          <a:bodyPr spcFirstLastPara="1" wrap="square" lIns="288000" tIns="0" rIns="91425" bIns="45700" anchor="ctr" anchorCtr="0">
            <a:noAutofit/>
          </a:bodyPr>
          <a:lstStyle>
            <a:lvl1pPr marL="457200" marR="0" lvl="0" indent="-228600" algn="l">
              <a:lnSpc>
                <a:spcPct val="100000"/>
              </a:lnSpc>
              <a:spcBef>
                <a:spcPts val="300"/>
              </a:spcBef>
              <a:spcAft>
                <a:spcPts val="0"/>
              </a:spcAft>
              <a:buClr>
                <a:srgbClr val="529A43"/>
              </a:buClr>
              <a:buSzPts val="1500"/>
              <a:buFont typeface="Arial"/>
              <a:buNone/>
              <a:defRPr sz="15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Section Headline_4">
  <p:cSld name="Section Headline_4">
    <p:spTree>
      <p:nvGrpSpPr>
        <p:cNvPr id="1" name="Shape 316"/>
        <p:cNvGrpSpPr/>
        <p:nvPr/>
      </p:nvGrpSpPr>
      <p:grpSpPr>
        <a:xfrm>
          <a:off x="0" y="0"/>
          <a:ext cx="0" cy="0"/>
          <a:chOff x="0" y="0"/>
          <a:chExt cx="0" cy="0"/>
        </a:xfrm>
      </p:grpSpPr>
      <p:sp>
        <p:nvSpPr>
          <p:cNvPr id="317" name="Google Shape;317;p39"/>
          <p:cNvSpPr/>
          <p:nvPr/>
        </p:nvSpPr>
        <p:spPr>
          <a:xfrm>
            <a:off x="0" y="0"/>
            <a:ext cx="9144000" cy="5143500"/>
          </a:xfrm>
          <a:prstGeom prst="rect">
            <a:avLst/>
          </a:prstGeom>
          <a:solidFill>
            <a:srgbClr val="F2F2F2"/>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400"/>
              <a:buFont typeface="Arial"/>
              <a:buNone/>
            </a:pPr>
            <a:endParaRPr sz="1400" b="0" i="0" u="none" strike="noStrike" cap="none">
              <a:solidFill>
                <a:schemeClr val="accent3"/>
              </a:solidFill>
              <a:latin typeface="Arial"/>
              <a:ea typeface="Arial"/>
              <a:cs typeface="Arial"/>
              <a:sym typeface="Arial"/>
            </a:endParaRPr>
          </a:p>
        </p:txBody>
      </p:sp>
      <p:sp>
        <p:nvSpPr>
          <p:cNvPr id="318" name="Google Shape;318;p39"/>
          <p:cNvSpPr>
            <a:spLocks noGrp="1"/>
          </p:cNvSpPr>
          <p:nvPr>
            <p:ph type="pic" idx="2"/>
          </p:nvPr>
        </p:nvSpPr>
        <p:spPr>
          <a:xfrm>
            <a:off x="0" y="0"/>
            <a:ext cx="9144000" cy="5143500"/>
          </a:xfrm>
          <a:prstGeom prst="rect">
            <a:avLst/>
          </a:prstGeom>
          <a:noFill/>
          <a:ln>
            <a:noFill/>
          </a:ln>
        </p:spPr>
      </p:sp>
      <p:sp>
        <p:nvSpPr>
          <p:cNvPr id="319" name="Google Shape;319;p39"/>
          <p:cNvSpPr txBox="1">
            <a:spLocks noGrp="1"/>
          </p:cNvSpPr>
          <p:nvPr>
            <p:ph type="body" idx="1"/>
          </p:nvPr>
        </p:nvSpPr>
        <p:spPr>
          <a:xfrm>
            <a:off x="1298972" y="884238"/>
            <a:ext cx="931500" cy="931500"/>
          </a:xfrm>
          <a:prstGeom prst="rect">
            <a:avLst/>
          </a:prstGeom>
          <a:solidFill>
            <a:srgbClr val="009E49"/>
          </a:solidFill>
          <a:ln>
            <a:noFill/>
          </a:ln>
        </p:spPr>
        <p:txBody>
          <a:bodyPr spcFirstLastPara="1" wrap="square" lIns="0" tIns="0" rIns="91425" bIns="45700" anchor="ctr" anchorCtr="0">
            <a:noAutofit/>
          </a:bodyPr>
          <a:lstStyle>
            <a:lvl1pPr marL="457200" lvl="0" indent="-228600" algn="ctr">
              <a:lnSpc>
                <a:spcPct val="90000"/>
              </a:lnSpc>
              <a:spcBef>
                <a:spcPts val="750"/>
              </a:spcBef>
              <a:spcAft>
                <a:spcPts val="0"/>
              </a:spcAft>
              <a:buSzPts val="1800"/>
              <a:buNone/>
              <a:defRPr sz="1800" b="0">
                <a:solidFill>
                  <a:schemeClr val="lt1"/>
                </a:solidFill>
                <a:latin typeface="Arial Black"/>
                <a:ea typeface="Arial Black"/>
                <a:cs typeface="Arial Black"/>
                <a:sym typeface="Arial Black"/>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228600" algn="l">
              <a:lnSpc>
                <a:spcPct val="90000"/>
              </a:lnSpc>
              <a:spcBef>
                <a:spcPts val="375"/>
              </a:spcBef>
              <a:spcAft>
                <a:spcPts val="0"/>
              </a:spcAft>
              <a:buSzPts val="1400"/>
              <a:buNone/>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320" name="Google Shape;320;p39"/>
          <p:cNvSpPr txBox="1">
            <a:spLocks noGrp="1"/>
          </p:cNvSpPr>
          <p:nvPr>
            <p:ph type="body" idx="3"/>
          </p:nvPr>
        </p:nvSpPr>
        <p:spPr>
          <a:xfrm>
            <a:off x="2230472" y="884238"/>
            <a:ext cx="2808000" cy="931500"/>
          </a:xfrm>
          <a:prstGeom prst="rect">
            <a:avLst/>
          </a:prstGeom>
          <a:solidFill>
            <a:schemeClr val="lt1"/>
          </a:solidFill>
          <a:ln>
            <a:noFill/>
          </a:ln>
        </p:spPr>
        <p:txBody>
          <a:bodyPr spcFirstLastPara="1" wrap="square" lIns="288000" tIns="0" rIns="91425" bIns="45700" anchor="ctr" anchorCtr="0">
            <a:noAutofit/>
          </a:bodyPr>
          <a:lstStyle>
            <a:lvl1pPr marL="457200" lvl="0" indent="-228600" algn="l">
              <a:lnSpc>
                <a:spcPct val="90000"/>
              </a:lnSpc>
              <a:spcBef>
                <a:spcPts val="750"/>
              </a:spcBef>
              <a:spcAft>
                <a:spcPts val="0"/>
              </a:spcAft>
              <a:buSzPts val="1500"/>
              <a:buNone/>
              <a:defRPr sz="15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1215">
          <p15:clr>
            <a:srgbClr val="FBAE40"/>
          </p15:clr>
        </p15:guide>
        <p15:guide id="2" pos="2160">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Section Headline_5">
  <p:cSld name="Section Headline_5">
    <p:spTree>
      <p:nvGrpSpPr>
        <p:cNvPr id="1" name="Shape 321"/>
        <p:cNvGrpSpPr/>
        <p:nvPr/>
      </p:nvGrpSpPr>
      <p:grpSpPr>
        <a:xfrm>
          <a:off x="0" y="0"/>
          <a:ext cx="0" cy="0"/>
          <a:chOff x="0" y="0"/>
          <a:chExt cx="0" cy="0"/>
        </a:xfrm>
      </p:grpSpPr>
      <p:sp>
        <p:nvSpPr>
          <p:cNvPr id="322" name="Google Shape;322;p40"/>
          <p:cNvSpPr/>
          <p:nvPr/>
        </p:nvSpPr>
        <p:spPr>
          <a:xfrm>
            <a:off x="0" y="0"/>
            <a:ext cx="9144000" cy="5143500"/>
          </a:xfrm>
          <a:prstGeom prst="rect">
            <a:avLst/>
          </a:prstGeom>
          <a:solidFill>
            <a:srgbClr val="F2F2F2"/>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400"/>
              <a:buFont typeface="Arial"/>
              <a:buNone/>
            </a:pPr>
            <a:endParaRPr sz="1400" b="0" i="0" u="none" strike="noStrike" cap="none">
              <a:solidFill>
                <a:schemeClr val="accent3"/>
              </a:solidFill>
              <a:latin typeface="Arial"/>
              <a:ea typeface="Arial"/>
              <a:cs typeface="Arial"/>
              <a:sym typeface="Arial"/>
            </a:endParaRPr>
          </a:p>
        </p:txBody>
      </p:sp>
      <p:sp>
        <p:nvSpPr>
          <p:cNvPr id="323" name="Google Shape;323;p40"/>
          <p:cNvSpPr>
            <a:spLocks noGrp="1"/>
          </p:cNvSpPr>
          <p:nvPr>
            <p:ph type="pic" idx="2"/>
          </p:nvPr>
        </p:nvSpPr>
        <p:spPr>
          <a:xfrm>
            <a:off x="0" y="0"/>
            <a:ext cx="9144000" cy="5143500"/>
          </a:xfrm>
          <a:prstGeom prst="rect">
            <a:avLst/>
          </a:prstGeom>
          <a:noFill/>
          <a:ln>
            <a:noFill/>
          </a:ln>
        </p:spPr>
      </p:sp>
      <p:sp>
        <p:nvSpPr>
          <p:cNvPr id="324" name="Google Shape;324;p40"/>
          <p:cNvSpPr txBox="1">
            <a:spLocks noGrp="1"/>
          </p:cNvSpPr>
          <p:nvPr>
            <p:ph type="body" idx="1"/>
          </p:nvPr>
        </p:nvSpPr>
        <p:spPr>
          <a:xfrm>
            <a:off x="4939075" y="3225498"/>
            <a:ext cx="931500" cy="931500"/>
          </a:xfrm>
          <a:prstGeom prst="rect">
            <a:avLst/>
          </a:prstGeom>
          <a:solidFill>
            <a:srgbClr val="009E49"/>
          </a:solidFill>
          <a:ln>
            <a:noFill/>
          </a:ln>
        </p:spPr>
        <p:txBody>
          <a:bodyPr spcFirstLastPara="1" wrap="square" lIns="0" tIns="0" rIns="91425" bIns="45700" anchor="ctr" anchorCtr="0">
            <a:noAutofit/>
          </a:bodyPr>
          <a:lstStyle>
            <a:lvl1pPr marL="457200" lvl="0" indent="-228600" algn="ctr">
              <a:lnSpc>
                <a:spcPct val="90000"/>
              </a:lnSpc>
              <a:spcBef>
                <a:spcPts val="750"/>
              </a:spcBef>
              <a:spcAft>
                <a:spcPts val="0"/>
              </a:spcAft>
              <a:buSzPts val="1800"/>
              <a:buNone/>
              <a:defRPr sz="1800" b="0">
                <a:solidFill>
                  <a:schemeClr val="lt1"/>
                </a:solidFill>
                <a:latin typeface="Arial Black"/>
                <a:ea typeface="Arial Black"/>
                <a:cs typeface="Arial Black"/>
                <a:sym typeface="Arial Black"/>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228600" algn="l">
              <a:lnSpc>
                <a:spcPct val="90000"/>
              </a:lnSpc>
              <a:spcBef>
                <a:spcPts val="375"/>
              </a:spcBef>
              <a:spcAft>
                <a:spcPts val="0"/>
              </a:spcAft>
              <a:buSzPts val="1400"/>
              <a:buNone/>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325" name="Google Shape;325;p40"/>
          <p:cNvSpPr txBox="1">
            <a:spLocks noGrp="1"/>
          </p:cNvSpPr>
          <p:nvPr>
            <p:ph type="body" idx="3"/>
          </p:nvPr>
        </p:nvSpPr>
        <p:spPr>
          <a:xfrm>
            <a:off x="5870575" y="3225498"/>
            <a:ext cx="2808000" cy="931500"/>
          </a:xfrm>
          <a:prstGeom prst="rect">
            <a:avLst/>
          </a:prstGeom>
          <a:solidFill>
            <a:schemeClr val="lt1"/>
          </a:solidFill>
          <a:ln>
            <a:noFill/>
          </a:ln>
        </p:spPr>
        <p:txBody>
          <a:bodyPr spcFirstLastPara="1" wrap="square" lIns="288000" tIns="0" rIns="91425" bIns="45700" anchor="ctr" anchorCtr="0">
            <a:noAutofit/>
          </a:bodyPr>
          <a:lstStyle>
            <a:lvl1pPr marL="457200" marR="0" lvl="0" indent="-228600" algn="l">
              <a:lnSpc>
                <a:spcPct val="100000"/>
              </a:lnSpc>
              <a:spcBef>
                <a:spcPts val="300"/>
              </a:spcBef>
              <a:spcAft>
                <a:spcPts val="0"/>
              </a:spcAft>
              <a:buClr>
                <a:srgbClr val="529A43"/>
              </a:buClr>
              <a:buSzPts val="1500"/>
              <a:buFont typeface="Arial"/>
              <a:buNone/>
              <a:defRPr sz="1500"/>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custom layout">
  <p:cSld name="Custom Layout">
    <p:spTree>
      <p:nvGrpSpPr>
        <p:cNvPr id="1" name="Shape 326"/>
        <p:cNvGrpSpPr/>
        <p:nvPr/>
      </p:nvGrpSpPr>
      <p:grpSpPr>
        <a:xfrm>
          <a:off x="0" y="0"/>
          <a:ext cx="0" cy="0"/>
          <a:chOff x="0" y="0"/>
          <a:chExt cx="0" cy="0"/>
        </a:xfrm>
      </p:grpSpPr>
      <p:cxnSp>
        <p:nvCxnSpPr>
          <p:cNvPr id="327" name="Google Shape;327;p41"/>
          <p:cNvCxnSpPr/>
          <p:nvPr/>
        </p:nvCxnSpPr>
        <p:spPr>
          <a:xfrm rot="10800000">
            <a:off x="-8" y="2749548"/>
            <a:ext cx="6096000" cy="0"/>
          </a:xfrm>
          <a:prstGeom prst="straightConnector1">
            <a:avLst/>
          </a:prstGeom>
          <a:solidFill>
            <a:schemeClr val="accent1"/>
          </a:solidFill>
          <a:ln w="9525" cap="flat" cmpd="sng">
            <a:solidFill>
              <a:schemeClr val="lt1"/>
            </a:solidFill>
            <a:prstDash val="solid"/>
            <a:round/>
            <a:headEnd type="none" w="sm" len="sm"/>
            <a:tailEnd type="none" w="sm" len="sm"/>
          </a:ln>
        </p:spPr>
      </p:cxnSp>
      <p:sp>
        <p:nvSpPr>
          <p:cNvPr id="328" name="Google Shape;328;p41"/>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9" name="Google Shape;329;p41"/>
          <p:cNvSpPr txBox="1">
            <a:spLocks noGrp="1"/>
          </p:cNvSpPr>
          <p:nvPr>
            <p:ph type="body" idx="1"/>
          </p:nvPr>
        </p:nvSpPr>
        <p:spPr>
          <a:xfrm>
            <a:off x="5962650" y="870348"/>
            <a:ext cx="3181200" cy="3773100"/>
          </a:xfrm>
          <a:prstGeom prst="rect">
            <a:avLst/>
          </a:prstGeom>
          <a:solidFill>
            <a:srgbClr val="C4C7C6"/>
          </a:solidFill>
          <a:ln>
            <a:noFill/>
          </a:ln>
        </p:spPr>
        <p:txBody>
          <a:bodyPr spcFirstLastPara="1" wrap="square" lIns="0" tIns="45700" rIns="0" bIns="45700" anchor="ctr" anchorCtr="0">
            <a:noAutofit/>
          </a:bodyPr>
          <a:lstStyle>
            <a:lvl1pPr marL="457200" lvl="0" indent="-228600" algn="ctr">
              <a:lnSpc>
                <a:spcPct val="90000"/>
              </a:lnSpc>
              <a:spcBef>
                <a:spcPts val="750"/>
              </a:spcBef>
              <a:spcAft>
                <a:spcPts val="0"/>
              </a:spcAft>
              <a:buSzPts val="1600"/>
              <a:buNone/>
              <a:defRPr/>
            </a:lvl1pPr>
            <a:lvl2pPr marL="914400" lvl="1" indent="-317500" algn="l">
              <a:lnSpc>
                <a:spcPct val="90000"/>
              </a:lnSpc>
              <a:spcBef>
                <a:spcPts val="375"/>
              </a:spcBef>
              <a:spcAft>
                <a:spcPts val="0"/>
              </a:spcAft>
              <a:buSzPts val="1400"/>
              <a:buChar char="•"/>
              <a:defRPr/>
            </a:lvl2pPr>
            <a:lvl3pPr marL="1371600" lvl="2" indent="-317500" algn="l">
              <a:lnSpc>
                <a:spcPct val="90000"/>
              </a:lnSpc>
              <a:spcBef>
                <a:spcPts val="375"/>
              </a:spcBef>
              <a:spcAft>
                <a:spcPts val="0"/>
              </a:spcAft>
              <a:buSzPts val="1400"/>
              <a:buChar char="•"/>
              <a:defRPr/>
            </a:lvl3pPr>
            <a:lvl4pPr marL="1828800" lvl="3" indent="-317500" algn="l">
              <a:lnSpc>
                <a:spcPct val="90000"/>
              </a:lnSpc>
              <a:spcBef>
                <a:spcPts val="375"/>
              </a:spcBef>
              <a:spcAft>
                <a:spcPts val="0"/>
              </a:spcAft>
              <a:buSzPts val="1400"/>
              <a:buChar char="•"/>
              <a:defRPr/>
            </a:lvl4pPr>
            <a:lvl5pPr marL="2286000" lvl="4" indent="-317500" algn="l">
              <a:lnSpc>
                <a:spcPct val="90000"/>
              </a:lnSpc>
              <a:spcBef>
                <a:spcPts val="375"/>
              </a:spcBef>
              <a:spcAft>
                <a:spcPts val="0"/>
              </a:spcAft>
              <a:buSzPts val="14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330" name="Google Shape;330;p41"/>
          <p:cNvSpPr txBox="1">
            <a:spLocks noGrp="1"/>
          </p:cNvSpPr>
          <p:nvPr>
            <p:ph type="body" idx="2"/>
          </p:nvPr>
        </p:nvSpPr>
        <p:spPr>
          <a:xfrm>
            <a:off x="-18510" y="2759927"/>
            <a:ext cx="5981100" cy="1883400"/>
          </a:xfrm>
          <a:prstGeom prst="rect">
            <a:avLst/>
          </a:prstGeom>
          <a:solidFill>
            <a:srgbClr val="E1E3E1"/>
          </a:solidFill>
          <a:ln>
            <a:noFill/>
          </a:ln>
        </p:spPr>
        <p:txBody>
          <a:bodyPr spcFirstLastPara="1" wrap="square" lIns="0" tIns="45700" rIns="0" bIns="45700" anchor="ctr" anchorCtr="0">
            <a:noAutofit/>
          </a:bodyPr>
          <a:lstStyle>
            <a:lvl1pPr marL="457200" lvl="0" indent="-228600" algn="ctr">
              <a:lnSpc>
                <a:spcPct val="90000"/>
              </a:lnSpc>
              <a:spcBef>
                <a:spcPts val="750"/>
              </a:spcBef>
              <a:spcAft>
                <a:spcPts val="0"/>
              </a:spcAft>
              <a:buSzPts val="1600"/>
              <a:buNone/>
              <a:defRPr/>
            </a:lvl1pPr>
            <a:lvl2pPr marL="914400" lvl="1" indent="-317500" algn="l">
              <a:lnSpc>
                <a:spcPct val="90000"/>
              </a:lnSpc>
              <a:spcBef>
                <a:spcPts val="375"/>
              </a:spcBef>
              <a:spcAft>
                <a:spcPts val="0"/>
              </a:spcAft>
              <a:buSzPts val="1400"/>
              <a:buChar char="•"/>
              <a:defRPr/>
            </a:lvl2pPr>
            <a:lvl3pPr marL="1371600" lvl="2" indent="-317500" algn="l">
              <a:lnSpc>
                <a:spcPct val="90000"/>
              </a:lnSpc>
              <a:spcBef>
                <a:spcPts val="375"/>
              </a:spcBef>
              <a:spcAft>
                <a:spcPts val="0"/>
              </a:spcAft>
              <a:buSzPts val="1400"/>
              <a:buChar char="•"/>
              <a:defRPr/>
            </a:lvl3pPr>
            <a:lvl4pPr marL="1828800" lvl="3" indent="-317500" algn="l">
              <a:lnSpc>
                <a:spcPct val="90000"/>
              </a:lnSpc>
              <a:spcBef>
                <a:spcPts val="375"/>
              </a:spcBef>
              <a:spcAft>
                <a:spcPts val="0"/>
              </a:spcAft>
              <a:buSzPts val="1400"/>
              <a:buChar char="•"/>
              <a:defRPr/>
            </a:lvl4pPr>
            <a:lvl5pPr marL="2286000" lvl="4" indent="-317500" algn="l">
              <a:lnSpc>
                <a:spcPct val="90000"/>
              </a:lnSpc>
              <a:spcBef>
                <a:spcPts val="375"/>
              </a:spcBef>
              <a:spcAft>
                <a:spcPts val="0"/>
              </a:spcAft>
              <a:buSzPts val="14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331" name="Google Shape;331;p41"/>
          <p:cNvSpPr txBox="1">
            <a:spLocks noGrp="1"/>
          </p:cNvSpPr>
          <p:nvPr>
            <p:ph type="body" idx="3"/>
          </p:nvPr>
        </p:nvSpPr>
        <p:spPr>
          <a:xfrm>
            <a:off x="-18510" y="870348"/>
            <a:ext cx="5981100" cy="1874100"/>
          </a:xfrm>
          <a:prstGeom prst="rect">
            <a:avLst/>
          </a:prstGeom>
          <a:solidFill>
            <a:schemeClr val="accent1"/>
          </a:solidFill>
          <a:ln>
            <a:noFill/>
          </a:ln>
        </p:spPr>
        <p:txBody>
          <a:bodyPr spcFirstLastPara="1" wrap="square" lIns="0" tIns="45700" rIns="0" bIns="45700" anchor="ctr" anchorCtr="0">
            <a:noAutofit/>
          </a:bodyPr>
          <a:lstStyle>
            <a:lvl1pPr marL="457200" lvl="0" indent="-228600" algn="ctr">
              <a:lnSpc>
                <a:spcPct val="90000"/>
              </a:lnSpc>
              <a:spcBef>
                <a:spcPts val="750"/>
              </a:spcBef>
              <a:spcAft>
                <a:spcPts val="0"/>
              </a:spcAft>
              <a:buSzPts val="1600"/>
              <a:buNone/>
              <a:defRPr>
                <a:solidFill>
                  <a:schemeClr val="lt1"/>
                </a:solidFill>
              </a:defRPr>
            </a:lvl1pPr>
            <a:lvl2pPr marL="914400" lvl="1" indent="-317500" algn="l">
              <a:lnSpc>
                <a:spcPct val="90000"/>
              </a:lnSpc>
              <a:spcBef>
                <a:spcPts val="375"/>
              </a:spcBef>
              <a:spcAft>
                <a:spcPts val="0"/>
              </a:spcAft>
              <a:buClr>
                <a:schemeClr val="lt1"/>
              </a:buClr>
              <a:buSzPts val="1400"/>
              <a:buChar char="•"/>
              <a:defRPr>
                <a:solidFill>
                  <a:schemeClr val="lt1"/>
                </a:solidFill>
              </a:defRPr>
            </a:lvl2pPr>
            <a:lvl3pPr marL="1371600" lvl="2" indent="-317500" algn="l">
              <a:lnSpc>
                <a:spcPct val="90000"/>
              </a:lnSpc>
              <a:spcBef>
                <a:spcPts val="375"/>
              </a:spcBef>
              <a:spcAft>
                <a:spcPts val="0"/>
              </a:spcAft>
              <a:buClr>
                <a:schemeClr val="lt1"/>
              </a:buClr>
              <a:buSzPts val="1400"/>
              <a:buChar char="•"/>
              <a:defRPr>
                <a:solidFill>
                  <a:schemeClr val="lt1"/>
                </a:solidFill>
              </a:defRPr>
            </a:lvl3pPr>
            <a:lvl4pPr marL="1828800" lvl="3" indent="-317500" algn="l">
              <a:lnSpc>
                <a:spcPct val="90000"/>
              </a:lnSpc>
              <a:spcBef>
                <a:spcPts val="375"/>
              </a:spcBef>
              <a:spcAft>
                <a:spcPts val="0"/>
              </a:spcAft>
              <a:buClr>
                <a:schemeClr val="lt1"/>
              </a:buClr>
              <a:buSzPts val="1400"/>
              <a:buChar char="•"/>
              <a:defRPr>
                <a:solidFill>
                  <a:schemeClr val="lt1"/>
                </a:solidFill>
              </a:defRPr>
            </a:lvl4pPr>
            <a:lvl5pPr marL="2286000" lvl="4" indent="-317500" algn="l">
              <a:lnSpc>
                <a:spcPct val="90000"/>
              </a:lnSpc>
              <a:spcBef>
                <a:spcPts val="375"/>
              </a:spcBef>
              <a:spcAft>
                <a:spcPts val="0"/>
              </a:spcAft>
              <a:buClr>
                <a:schemeClr val="lt1"/>
              </a:buClr>
              <a:buSzPts val="1400"/>
              <a:buChar char="•"/>
              <a:defRPr>
                <a:solidFill>
                  <a:schemeClr val="lt1"/>
                </a:solidFill>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332" name="Google Shape;332;p41"/>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333" name="Google Shape;333;p41"/>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4" name="Google Shape;334;p41"/>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custom layout 2">
  <p:cSld name="custom layout 2">
    <p:spTree>
      <p:nvGrpSpPr>
        <p:cNvPr id="1" name="Shape 335"/>
        <p:cNvGrpSpPr/>
        <p:nvPr/>
      </p:nvGrpSpPr>
      <p:grpSpPr>
        <a:xfrm>
          <a:off x="0" y="0"/>
          <a:ext cx="0" cy="0"/>
          <a:chOff x="0" y="0"/>
          <a:chExt cx="0" cy="0"/>
        </a:xfrm>
      </p:grpSpPr>
      <p:sp>
        <p:nvSpPr>
          <p:cNvPr id="336" name="Google Shape;336;p42"/>
          <p:cNvSpPr/>
          <p:nvPr/>
        </p:nvSpPr>
        <p:spPr>
          <a:xfrm>
            <a:off x="0" y="870348"/>
            <a:ext cx="9144000" cy="3758700"/>
          </a:xfrm>
          <a:prstGeom prst="rect">
            <a:avLst/>
          </a:prstGeom>
          <a:solidFill>
            <a:srgbClr val="F2F2F2"/>
          </a:solidFill>
          <a:ln>
            <a:noFill/>
          </a:ln>
        </p:spPr>
        <p:txBody>
          <a:bodyPr spcFirstLastPara="1" wrap="square" lIns="91425" tIns="45725" rIns="91425" bIns="45725" anchor="t"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Franklin Gothic"/>
              <a:ea typeface="Franklin Gothic"/>
              <a:cs typeface="Franklin Gothic"/>
              <a:sym typeface="Franklin Gothic"/>
            </a:endParaRPr>
          </a:p>
        </p:txBody>
      </p:sp>
      <p:sp>
        <p:nvSpPr>
          <p:cNvPr id="337" name="Google Shape;337;p42"/>
          <p:cNvSpPr txBox="1">
            <a:spLocks noGrp="1"/>
          </p:cNvSpPr>
          <p:nvPr>
            <p:ph type="body" idx="1"/>
          </p:nvPr>
        </p:nvSpPr>
        <p:spPr>
          <a:xfrm>
            <a:off x="5962650" y="870348"/>
            <a:ext cx="3181200" cy="939600"/>
          </a:xfrm>
          <a:prstGeom prst="rect">
            <a:avLst/>
          </a:prstGeom>
          <a:solidFill>
            <a:schemeClr val="accent1"/>
          </a:solidFill>
          <a:ln w="9525" cap="flat" cmpd="sng">
            <a:solidFill>
              <a:schemeClr val="lt1"/>
            </a:solidFill>
            <a:prstDash val="solid"/>
            <a:round/>
            <a:headEnd type="none" w="sm" len="sm"/>
            <a:tailEnd type="none" w="sm" len="sm"/>
          </a:ln>
        </p:spPr>
        <p:txBody>
          <a:bodyPr spcFirstLastPara="1" wrap="square" lIns="0" tIns="54000" rIns="0" bIns="0" anchor="ctr" anchorCtr="0">
            <a:noAutofit/>
          </a:bodyPr>
          <a:lstStyle>
            <a:lvl1pPr marL="457200" lvl="0" indent="-228600" algn="ctr">
              <a:lnSpc>
                <a:spcPct val="100000"/>
              </a:lnSpc>
              <a:spcBef>
                <a:spcPts val="300"/>
              </a:spcBef>
              <a:spcAft>
                <a:spcPts val="0"/>
              </a:spcAft>
              <a:buSzPts val="1700"/>
              <a:buFont typeface="Libre Franklin"/>
              <a:buNone/>
              <a:defRPr sz="1600">
                <a:solidFill>
                  <a:schemeClr val="lt1"/>
                </a:solidFil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38" name="Google Shape;338;p42"/>
          <p:cNvSpPr txBox="1">
            <a:spLocks noGrp="1"/>
          </p:cNvSpPr>
          <p:nvPr>
            <p:ph type="body" idx="2"/>
          </p:nvPr>
        </p:nvSpPr>
        <p:spPr>
          <a:xfrm>
            <a:off x="5962650" y="1810044"/>
            <a:ext cx="3181200" cy="939600"/>
          </a:xfrm>
          <a:prstGeom prst="rect">
            <a:avLst/>
          </a:prstGeom>
          <a:solidFill>
            <a:schemeClr val="accent1"/>
          </a:solidFill>
          <a:ln w="9525" cap="flat" cmpd="sng">
            <a:solidFill>
              <a:schemeClr val="lt1"/>
            </a:solidFill>
            <a:prstDash val="solid"/>
            <a:round/>
            <a:headEnd type="none" w="sm" len="sm"/>
            <a:tailEnd type="none" w="sm" len="sm"/>
          </a:ln>
        </p:spPr>
        <p:txBody>
          <a:bodyPr spcFirstLastPara="1" wrap="square" lIns="0" tIns="54000" rIns="0" bIns="0" anchor="ctr" anchorCtr="0">
            <a:noAutofit/>
          </a:bodyPr>
          <a:lstStyle>
            <a:lvl1pPr marL="457200" lvl="0" indent="-228600" algn="ctr">
              <a:lnSpc>
                <a:spcPct val="100000"/>
              </a:lnSpc>
              <a:spcBef>
                <a:spcPts val="300"/>
              </a:spcBef>
              <a:spcAft>
                <a:spcPts val="0"/>
              </a:spcAft>
              <a:buSzPts val="1700"/>
              <a:buFont typeface="Libre Franklin"/>
              <a:buNone/>
              <a:defRPr sz="1600">
                <a:solidFill>
                  <a:schemeClr val="lt1"/>
                </a:solidFil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39" name="Google Shape;339;p42"/>
          <p:cNvSpPr txBox="1">
            <a:spLocks noGrp="1"/>
          </p:cNvSpPr>
          <p:nvPr>
            <p:ph type="body" idx="3"/>
          </p:nvPr>
        </p:nvSpPr>
        <p:spPr>
          <a:xfrm>
            <a:off x="5962650" y="2749740"/>
            <a:ext cx="3181200" cy="939600"/>
          </a:xfrm>
          <a:prstGeom prst="rect">
            <a:avLst/>
          </a:prstGeom>
          <a:solidFill>
            <a:schemeClr val="accent1"/>
          </a:solidFill>
          <a:ln w="9525" cap="flat" cmpd="sng">
            <a:solidFill>
              <a:schemeClr val="lt1"/>
            </a:solidFill>
            <a:prstDash val="solid"/>
            <a:round/>
            <a:headEnd type="none" w="sm" len="sm"/>
            <a:tailEnd type="none" w="sm" len="sm"/>
          </a:ln>
        </p:spPr>
        <p:txBody>
          <a:bodyPr spcFirstLastPara="1" wrap="square" lIns="0" tIns="54000" rIns="0" bIns="0" anchor="ctr" anchorCtr="0">
            <a:noAutofit/>
          </a:bodyPr>
          <a:lstStyle>
            <a:lvl1pPr marL="457200" lvl="0" indent="-228600" algn="ctr">
              <a:lnSpc>
                <a:spcPct val="100000"/>
              </a:lnSpc>
              <a:spcBef>
                <a:spcPts val="300"/>
              </a:spcBef>
              <a:spcAft>
                <a:spcPts val="0"/>
              </a:spcAft>
              <a:buSzPts val="1700"/>
              <a:buFont typeface="Libre Franklin"/>
              <a:buNone/>
              <a:defRPr sz="1600">
                <a:solidFill>
                  <a:schemeClr val="lt1"/>
                </a:solidFil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40" name="Google Shape;340;p42"/>
          <p:cNvSpPr txBox="1">
            <a:spLocks noGrp="1"/>
          </p:cNvSpPr>
          <p:nvPr>
            <p:ph type="body" idx="4"/>
          </p:nvPr>
        </p:nvSpPr>
        <p:spPr>
          <a:xfrm>
            <a:off x="5962650" y="3689436"/>
            <a:ext cx="3181200" cy="939600"/>
          </a:xfrm>
          <a:prstGeom prst="rect">
            <a:avLst/>
          </a:prstGeom>
          <a:solidFill>
            <a:schemeClr val="accent1"/>
          </a:solidFill>
          <a:ln w="9525" cap="flat" cmpd="sng">
            <a:solidFill>
              <a:schemeClr val="lt1"/>
            </a:solidFill>
            <a:prstDash val="solid"/>
            <a:round/>
            <a:headEnd type="none" w="sm" len="sm"/>
            <a:tailEnd type="none" w="sm" len="sm"/>
          </a:ln>
        </p:spPr>
        <p:txBody>
          <a:bodyPr spcFirstLastPara="1" wrap="square" lIns="0" tIns="54000" rIns="0" bIns="0" anchor="ctr" anchorCtr="0">
            <a:noAutofit/>
          </a:bodyPr>
          <a:lstStyle>
            <a:lvl1pPr marL="457200" lvl="0" indent="-228600" algn="ctr">
              <a:lnSpc>
                <a:spcPct val="100000"/>
              </a:lnSpc>
              <a:spcBef>
                <a:spcPts val="300"/>
              </a:spcBef>
              <a:spcAft>
                <a:spcPts val="0"/>
              </a:spcAft>
              <a:buSzPts val="1700"/>
              <a:buFont typeface="Libre Franklin"/>
              <a:buNone/>
              <a:defRPr sz="1600">
                <a:solidFill>
                  <a:schemeClr val="lt1"/>
                </a:solidFil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41" name="Google Shape;341;p42"/>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2" name="Google Shape;342;p42"/>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343" name="Google Shape;343;p42"/>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4" name="Google Shape;344;p42"/>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custom layout 3">
  <p:cSld name="custom layout 3">
    <p:spTree>
      <p:nvGrpSpPr>
        <p:cNvPr id="1" name="Shape 345"/>
        <p:cNvGrpSpPr/>
        <p:nvPr/>
      </p:nvGrpSpPr>
      <p:grpSpPr>
        <a:xfrm>
          <a:off x="0" y="0"/>
          <a:ext cx="0" cy="0"/>
          <a:chOff x="0" y="0"/>
          <a:chExt cx="0" cy="0"/>
        </a:xfrm>
      </p:grpSpPr>
      <p:sp>
        <p:nvSpPr>
          <p:cNvPr id="346" name="Google Shape;346;p43"/>
          <p:cNvSpPr/>
          <p:nvPr/>
        </p:nvSpPr>
        <p:spPr>
          <a:xfrm>
            <a:off x="0" y="2764154"/>
            <a:ext cx="9144000" cy="18792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013" b="0" i="0" u="none" strike="noStrike" cap="none">
              <a:solidFill>
                <a:schemeClr val="lt1"/>
              </a:solidFill>
              <a:latin typeface="Arial"/>
              <a:ea typeface="Arial"/>
              <a:cs typeface="Arial"/>
              <a:sym typeface="Arial"/>
            </a:endParaRPr>
          </a:p>
        </p:txBody>
      </p:sp>
      <p:sp>
        <p:nvSpPr>
          <p:cNvPr id="347" name="Google Shape;347;p43"/>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8" name="Google Shape;348;p43"/>
          <p:cNvSpPr>
            <a:spLocks noGrp="1"/>
          </p:cNvSpPr>
          <p:nvPr>
            <p:ph type="pic" idx="2"/>
          </p:nvPr>
        </p:nvSpPr>
        <p:spPr>
          <a:xfrm>
            <a:off x="-1" y="879476"/>
            <a:ext cx="3048000" cy="1871700"/>
          </a:xfrm>
          <a:prstGeom prst="rect">
            <a:avLst/>
          </a:prstGeom>
          <a:noFill/>
          <a:ln>
            <a:noFill/>
          </a:ln>
        </p:spPr>
      </p:sp>
      <p:sp>
        <p:nvSpPr>
          <p:cNvPr id="349" name="Google Shape;349;p43"/>
          <p:cNvSpPr>
            <a:spLocks noGrp="1"/>
          </p:cNvSpPr>
          <p:nvPr>
            <p:ph type="pic" idx="3"/>
          </p:nvPr>
        </p:nvSpPr>
        <p:spPr>
          <a:xfrm>
            <a:off x="3048001" y="879475"/>
            <a:ext cx="3048000" cy="1871700"/>
          </a:xfrm>
          <a:prstGeom prst="rect">
            <a:avLst/>
          </a:prstGeom>
          <a:noFill/>
          <a:ln>
            <a:noFill/>
          </a:ln>
        </p:spPr>
      </p:sp>
      <p:sp>
        <p:nvSpPr>
          <p:cNvPr id="350" name="Google Shape;350;p43"/>
          <p:cNvSpPr>
            <a:spLocks noGrp="1"/>
          </p:cNvSpPr>
          <p:nvPr>
            <p:ph type="pic" idx="4"/>
          </p:nvPr>
        </p:nvSpPr>
        <p:spPr>
          <a:xfrm>
            <a:off x="6096004" y="879475"/>
            <a:ext cx="3048000" cy="1871700"/>
          </a:xfrm>
          <a:prstGeom prst="rect">
            <a:avLst/>
          </a:prstGeom>
          <a:noFill/>
          <a:ln>
            <a:noFill/>
          </a:ln>
        </p:spPr>
      </p:sp>
      <p:sp>
        <p:nvSpPr>
          <p:cNvPr id="351" name="Google Shape;351;p43"/>
          <p:cNvSpPr txBox="1">
            <a:spLocks noGrp="1"/>
          </p:cNvSpPr>
          <p:nvPr>
            <p:ph type="body" idx="1"/>
          </p:nvPr>
        </p:nvSpPr>
        <p:spPr>
          <a:xfrm>
            <a:off x="-1" y="2764154"/>
            <a:ext cx="3048000" cy="1863900"/>
          </a:xfrm>
          <a:prstGeom prst="rect">
            <a:avLst/>
          </a:prstGeom>
          <a:noFill/>
          <a:ln>
            <a:noFill/>
          </a:ln>
        </p:spPr>
        <p:txBody>
          <a:bodyPr spcFirstLastPara="1" wrap="square" lIns="0" tIns="108000" rIns="0" bIns="0" anchor="t" anchorCtr="0">
            <a:noAutofit/>
          </a:bodyPr>
          <a:lstStyle>
            <a:lvl1pPr marL="457200" lvl="0" indent="-228600" algn="ctr">
              <a:lnSpc>
                <a:spcPct val="100000"/>
              </a:lnSpc>
              <a:spcBef>
                <a:spcPts val="200"/>
              </a:spcBef>
              <a:spcAft>
                <a:spcPts val="0"/>
              </a:spcAft>
              <a:buSzPts val="1200"/>
              <a:buFont typeface="Libre Franklin"/>
              <a:buNone/>
              <a:defRPr sz="1200">
                <a:solidFill>
                  <a:schemeClr val="lt1"/>
                </a:solidFil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52" name="Google Shape;352;p43"/>
          <p:cNvSpPr txBox="1">
            <a:spLocks noGrp="1"/>
          </p:cNvSpPr>
          <p:nvPr>
            <p:ph type="body" idx="5"/>
          </p:nvPr>
        </p:nvSpPr>
        <p:spPr>
          <a:xfrm>
            <a:off x="6095976" y="2764154"/>
            <a:ext cx="3048000" cy="1863900"/>
          </a:xfrm>
          <a:prstGeom prst="rect">
            <a:avLst/>
          </a:prstGeom>
          <a:noFill/>
          <a:ln>
            <a:noFill/>
          </a:ln>
        </p:spPr>
        <p:txBody>
          <a:bodyPr spcFirstLastPara="1" wrap="square" lIns="0" tIns="108000" rIns="0" bIns="0" anchor="t" anchorCtr="0">
            <a:noAutofit/>
          </a:bodyPr>
          <a:lstStyle>
            <a:lvl1pPr marL="457200" lvl="0" indent="-228600" algn="ctr">
              <a:lnSpc>
                <a:spcPct val="100000"/>
              </a:lnSpc>
              <a:spcBef>
                <a:spcPts val="200"/>
              </a:spcBef>
              <a:spcAft>
                <a:spcPts val="0"/>
              </a:spcAft>
              <a:buSzPts val="1200"/>
              <a:buFont typeface="Libre Franklin"/>
              <a:buNone/>
              <a:defRPr sz="1200">
                <a:solidFill>
                  <a:schemeClr val="lt1"/>
                </a:solidFil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53" name="Google Shape;353;p43"/>
          <p:cNvSpPr txBox="1">
            <a:spLocks noGrp="1"/>
          </p:cNvSpPr>
          <p:nvPr>
            <p:ph type="body" idx="6"/>
          </p:nvPr>
        </p:nvSpPr>
        <p:spPr>
          <a:xfrm>
            <a:off x="-1" y="4049438"/>
            <a:ext cx="3048000" cy="594000"/>
          </a:xfrm>
          <a:prstGeom prst="rect">
            <a:avLst/>
          </a:prstGeom>
          <a:solidFill>
            <a:schemeClr val="dk2"/>
          </a:solidFill>
          <a:ln w="9525" cap="flat" cmpd="sng">
            <a:solidFill>
              <a:schemeClr val="lt1"/>
            </a:solidFill>
            <a:prstDash val="solid"/>
            <a:round/>
            <a:headEnd type="none" w="sm" len="sm"/>
            <a:tailEnd type="none" w="sm" len="sm"/>
          </a:ln>
        </p:spPr>
        <p:txBody>
          <a:bodyPr spcFirstLastPara="1" wrap="square" lIns="0" tIns="108000" rIns="0" bIns="0" anchor="t" anchorCtr="0">
            <a:noAutofit/>
          </a:bodyPr>
          <a:lstStyle>
            <a:lvl1pPr marL="457200" lvl="0" indent="-228600" algn="ctr">
              <a:lnSpc>
                <a:spcPct val="100000"/>
              </a:lnSpc>
              <a:spcBef>
                <a:spcPts val="200"/>
              </a:spcBef>
              <a:spcAft>
                <a:spcPts val="0"/>
              </a:spcAft>
              <a:buSzPts val="1200"/>
              <a:buFont typeface="Libre Franklin Thin"/>
              <a:buNone/>
              <a:defRPr sz="1200" b="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54" name="Google Shape;354;p43"/>
          <p:cNvSpPr txBox="1">
            <a:spLocks noGrp="1"/>
          </p:cNvSpPr>
          <p:nvPr>
            <p:ph type="body" idx="7"/>
          </p:nvPr>
        </p:nvSpPr>
        <p:spPr>
          <a:xfrm>
            <a:off x="3047987" y="4049438"/>
            <a:ext cx="3048000" cy="594000"/>
          </a:xfrm>
          <a:prstGeom prst="rect">
            <a:avLst/>
          </a:prstGeom>
          <a:solidFill>
            <a:schemeClr val="dk2"/>
          </a:solidFill>
          <a:ln w="9525" cap="flat" cmpd="sng">
            <a:solidFill>
              <a:schemeClr val="lt1"/>
            </a:solidFill>
            <a:prstDash val="solid"/>
            <a:round/>
            <a:headEnd type="none" w="sm" len="sm"/>
            <a:tailEnd type="none" w="sm" len="sm"/>
          </a:ln>
        </p:spPr>
        <p:txBody>
          <a:bodyPr spcFirstLastPara="1" wrap="square" lIns="0" tIns="108000" rIns="0" bIns="0" anchor="t" anchorCtr="0">
            <a:noAutofit/>
          </a:bodyPr>
          <a:lstStyle>
            <a:lvl1pPr marL="457200" lvl="0" indent="-228600" algn="ctr">
              <a:lnSpc>
                <a:spcPct val="100000"/>
              </a:lnSpc>
              <a:spcBef>
                <a:spcPts val="200"/>
              </a:spcBef>
              <a:spcAft>
                <a:spcPts val="0"/>
              </a:spcAft>
              <a:buSzPts val="1200"/>
              <a:buFont typeface="Libre Franklin Thin"/>
              <a:buNone/>
              <a:defRPr sz="1200" b="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55" name="Google Shape;355;p43"/>
          <p:cNvSpPr txBox="1">
            <a:spLocks noGrp="1"/>
          </p:cNvSpPr>
          <p:nvPr>
            <p:ph type="body" idx="8"/>
          </p:nvPr>
        </p:nvSpPr>
        <p:spPr>
          <a:xfrm>
            <a:off x="6095976" y="4049438"/>
            <a:ext cx="3048000" cy="594000"/>
          </a:xfrm>
          <a:prstGeom prst="rect">
            <a:avLst/>
          </a:prstGeom>
          <a:solidFill>
            <a:schemeClr val="dk2"/>
          </a:solidFill>
          <a:ln w="9525" cap="flat" cmpd="sng">
            <a:solidFill>
              <a:schemeClr val="lt1"/>
            </a:solidFill>
            <a:prstDash val="solid"/>
            <a:round/>
            <a:headEnd type="none" w="sm" len="sm"/>
            <a:tailEnd type="none" w="sm" len="sm"/>
          </a:ln>
        </p:spPr>
        <p:txBody>
          <a:bodyPr spcFirstLastPara="1" wrap="square" lIns="0" tIns="108000" rIns="0" bIns="0" anchor="t" anchorCtr="0">
            <a:noAutofit/>
          </a:bodyPr>
          <a:lstStyle>
            <a:lvl1pPr marL="457200" lvl="0" indent="-228600" algn="ctr">
              <a:lnSpc>
                <a:spcPct val="100000"/>
              </a:lnSpc>
              <a:spcBef>
                <a:spcPts val="200"/>
              </a:spcBef>
              <a:spcAft>
                <a:spcPts val="0"/>
              </a:spcAft>
              <a:buSzPts val="1200"/>
              <a:buFont typeface="Libre Franklin Thin"/>
              <a:buNone/>
              <a:defRPr sz="1200" b="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56" name="Google Shape;356;p43"/>
          <p:cNvSpPr txBox="1">
            <a:spLocks noGrp="1"/>
          </p:cNvSpPr>
          <p:nvPr>
            <p:ph type="body" idx="9"/>
          </p:nvPr>
        </p:nvSpPr>
        <p:spPr>
          <a:xfrm>
            <a:off x="3063239" y="2764154"/>
            <a:ext cx="3048000" cy="1980000"/>
          </a:xfrm>
          <a:prstGeom prst="rect">
            <a:avLst/>
          </a:prstGeom>
          <a:noFill/>
          <a:ln w="9525" cap="flat" cmpd="sng">
            <a:solidFill>
              <a:schemeClr val="lt1"/>
            </a:solidFill>
            <a:prstDash val="solid"/>
            <a:round/>
            <a:headEnd type="none" w="sm" len="sm"/>
            <a:tailEnd type="none" w="sm" len="sm"/>
          </a:ln>
        </p:spPr>
        <p:txBody>
          <a:bodyPr spcFirstLastPara="1" wrap="square" lIns="0" tIns="108000" rIns="0" bIns="0" anchor="t" anchorCtr="0">
            <a:noAutofit/>
          </a:bodyPr>
          <a:lstStyle>
            <a:lvl1pPr marL="457200" lvl="0" indent="-228600" algn="ctr">
              <a:lnSpc>
                <a:spcPct val="100000"/>
              </a:lnSpc>
              <a:spcBef>
                <a:spcPts val="200"/>
              </a:spcBef>
              <a:spcAft>
                <a:spcPts val="0"/>
              </a:spcAft>
              <a:buSzPts val="1200"/>
              <a:buFont typeface="Libre Franklin"/>
              <a:buNone/>
              <a:defRPr sz="1200">
                <a:solidFill>
                  <a:schemeClr val="lt1"/>
                </a:solidFil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57" name="Google Shape;357;p43"/>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358" name="Google Shape;358;p43"/>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9" name="Google Shape;359;p43"/>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custom layout 6">
  <p:cSld name="custom layout 6">
    <p:spTree>
      <p:nvGrpSpPr>
        <p:cNvPr id="1" name="Shape 360"/>
        <p:cNvGrpSpPr/>
        <p:nvPr/>
      </p:nvGrpSpPr>
      <p:grpSpPr>
        <a:xfrm>
          <a:off x="0" y="0"/>
          <a:ext cx="0" cy="0"/>
          <a:chOff x="0" y="0"/>
          <a:chExt cx="0" cy="0"/>
        </a:xfrm>
      </p:grpSpPr>
      <p:sp>
        <p:nvSpPr>
          <p:cNvPr id="361" name="Google Shape;361;p44"/>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2" name="Google Shape;362;p44"/>
          <p:cNvSpPr>
            <a:spLocks noGrp="1"/>
          </p:cNvSpPr>
          <p:nvPr>
            <p:ph type="pic" idx="2"/>
          </p:nvPr>
        </p:nvSpPr>
        <p:spPr>
          <a:xfrm>
            <a:off x="-1" y="879476"/>
            <a:ext cx="3048000" cy="1871700"/>
          </a:xfrm>
          <a:prstGeom prst="rect">
            <a:avLst/>
          </a:prstGeom>
          <a:noFill/>
          <a:ln>
            <a:noFill/>
          </a:ln>
        </p:spPr>
      </p:sp>
      <p:sp>
        <p:nvSpPr>
          <p:cNvPr id="363" name="Google Shape;363;p44"/>
          <p:cNvSpPr>
            <a:spLocks noGrp="1"/>
          </p:cNvSpPr>
          <p:nvPr>
            <p:ph type="pic" idx="3"/>
          </p:nvPr>
        </p:nvSpPr>
        <p:spPr>
          <a:xfrm>
            <a:off x="3048001" y="879475"/>
            <a:ext cx="3048000" cy="1871700"/>
          </a:xfrm>
          <a:prstGeom prst="rect">
            <a:avLst/>
          </a:prstGeom>
          <a:noFill/>
          <a:ln>
            <a:noFill/>
          </a:ln>
        </p:spPr>
      </p:sp>
      <p:sp>
        <p:nvSpPr>
          <p:cNvPr id="364" name="Google Shape;364;p44"/>
          <p:cNvSpPr>
            <a:spLocks noGrp="1"/>
          </p:cNvSpPr>
          <p:nvPr>
            <p:ph type="pic" idx="4"/>
          </p:nvPr>
        </p:nvSpPr>
        <p:spPr>
          <a:xfrm>
            <a:off x="6096004" y="879475"/>
            <a:ext cx="3048000" cy="1871700"/>
          </a:xfrm>
          <a:prstGeom prst="rect">
            <a:avLst/>
          </a:prstGeom>
          <a:noFill/>
          <a:ln>
            <a:noFill/>
          </a:ln>
        </p:spPr>
      </p:sp>
      <p:sp>
        <p:nvSpPr>
          <p:cNvPr id="365" name="Google Shape;365;p44"/>
          <p:cNvSpPr txBox="1">
            <a:spLocks noGrp="1"/>
          </p:cNvSpPr>
          <p:nvPr>
            <p:ph type="body" idx="1"/>
          </p:nvPr>
        </p:nvSpPr>
        <p:spPr>
          <a:xfrm>
            <a:off x="-1" y="2764153"/>
            <a:ext cx="3048000" cy="457200"/>
          </a:xfrm>
          <a:prstGeom prst="rect">
            <a:avLst/>
          </a:prstGeom>
          <a:solidFill>
            <a:schemeClr val="dk2"/>
          </a:solidFill>
          <a:ln>
            <a:noFill/>
          </a:ln>
        </p:spPr>
        <p:txBody>
          <a:bodyPr spcFirstLastPara="1" wrap="square" lIns="0" tIns="0" rIns="0" bIns="0" anchor="ctr" anchorCtr="0">
            <a:noAutofit/>
          </a:bodyPr>
          <a:lstStyle>
            <a:lvl1pPr marL="457200" lvl="0" indent="-228600" algn="ctr">
              <a:lnSpc>
                <a:spcPct val="100000"/>
              </a:lnSpc>
              <a:spcBef>
                <a:spcPts val="300"/>
              </a:spcBef>
              <a:spcAft>
                <a:spcPts val="0"/>
              </a:spcAft>
              <a:buSzPts val="1400"/>
              <a:buFont typeface="Libre Franklin Thin"/>
              <a:buNone/>
              <a:defRPr sz="140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66" name="Google Shape;366;p44"/>
          <p:cNvSpPr txBox="1">
            <a:spLocks noGrp="1"/>
          </p:cNvSpPr>
          <p:nvPr>
            <p:ph type="body" idx="5"/>
          </p:nvPr>
        </p:nvSpPr>
        <p:spPr>
          <a:xfrm>
            <a:off x="3048004" y="2764153"/>
            <a:ext cx="3048000" cy="455400"/>
          </a:xfrm>
          <a:prstGeom prst="rect">
            <a:avLst/>
          </a:prstGeom>
          <a:solidFill>
            <a:schemeClr val="accent1"/>
          </a:solidFill>
          <a:ln>
            <a:noFill/>
          </a:ln>
        </p:spPr>
        <p:txBody>
          <a:bodyPr spcFirstLastPara="1" wrap="square" lIns="0" tIns="0" rIns="0" bIns="0" anchor="ctr" anchorCtr="0">
            <a:noAutofit/>
          </a:bodyPr>
          <a:lstStyle>
            <a:lvl1pPr marL="457200" lvl="0" indent="-228600" algn="ctr">
              <a:lnSpc>
                <a:spcPct val="100000"/>
              </a:lnSpc>
              <a:spcBef>
                <a:spcPts val="300"/>
              </a:spcBef>
              <a:spcAft>
                <a:spcPts val="0"/>
              </a:spcAft>
              <a:buSzPts val="1400"/>
              <a:buFont typeface="Libre Franklin Thin"/>
              <a:buNone/>
              <a:defRPr sz="140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67" name="Google Shape;367;p44"/>
          <p:cNvSpPr txBox="1">
            <a:spLocks noGrp="1"/>
          </p:cNvSpPr>
          <p:nvPr>
            <p:ph type="body" idx="6"/>
          </p:nvPr>
        </p:nvSpPr>
        <p:spPr>
          <a:xfrm>
            <a:off x="-1" y="3219449"/>
            <a:ext cx="3048000" cy="1440000"/>
          </a:xfrm>
          <a:prstGeom prst="rect">
            <a:avLst/>
          </a:prstGeom>
          <a:solidFill>
            <a:srgbClr val="BFBFBF"/>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dk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68" name="Google Shape;368;p44"/>
          <p:cNvSpPr txBox="1">
            <a:spLocks noGrp="1"/>
          </p:cNvSpPr>
          <p:nvPr>
            <p:ph type="body" idx="7"/>
          </p:nvPr>
        </p:nvSpPr>
        <p:spPr>
          <a:xfrm>
            <a:off x="6095993" y="2764153"/>
            <a:ext cx="3048000" cy="455400"/>
          </a:xfrm>
          <a:prstGeom prst="rect">
            <a:avLst/>
          </a:prstGeom>
          <a:solidFill>
            <a:schemeClr val="dk2"/>
          </a:solidFill>
          <a:ln>
            <a:noFill/>
          </a:ln>
        </p:spPr>
        <p:txBody>
          <a:bodyPr spcFirstLastPara="1" wrap="square" lIns="0" tIns="0" rIns="0" bIns="0" anchor="ctr" anchorCtr="0">
            <a:noAutofit/>
          </a:bodyPr>
          <a:lstStyle>
            <a:lvl1pPr marL="457200" lvl="0" indent="-228600" algn="ctr">
              <a:lnSpc>
                <a:spcPct val="100000"/>
              </a:lnSpc>
              <a:spcBef>
                <a:spcPts val="300"/>
              </a:spcBef>
              <a:spcAft>
                <a:spcPts val="0"/>
              </a:spcAft>
              <a:buSzPts val="1400"/>
              <a:buFont typeface="Libre Franklin Thin"/>
              <a:buNone/>
              <a:defRPr sz="140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69" name="Google Shape;369;p44"/>
          <p:cNvSpPr txBox="1">
            <a:spLocks noGrp="1"/>
          </p:cNvSpPr>
          <p:nvPr>
            <p:ph type="body" idx="8"/>
          </p:nvPr>
        </p:nvSpPr>
        <p:spPr>
          <a:xfrm>
            <a:off x="6095993" y="3219449"/>
            <a:ext cx="3048000" cy="1440000"/>
          </a:xfrm>
          <a:prstGeom prst="rect">
            <a:avLst/>
          </a:prstGeom>
          <a:solidFill>
            <a:srgbClr val="BFBFBF"/>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dk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70" name="Google Shape;370;p44"/>
          <p:cNvSpPr txBox="1">
            <a:spLocks noGrp="1"/>
          </p:cNvSpPr>
          <p:nvPr>
            <p:ph type="body" idx="9"/>
          </p:nvPr>
        </p:nvSpPr>
        <p:spPr>
          <a:xfrm>
            <a:off x="3048004" y="3219449"/>
            <a:ext cx="3048000" cy="1440000"/>
          </a:xfrm>
          <a:prstGeom prst="rect">
            <a:avLst/>
          </a:prstGeom>
          <a:solidFill>
            <a:srgbClr val="D8D8D8"/>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dk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71" name="Google Shape;371;p44"/>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372" name="Google Shape;372;p44"/>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3" name="Google Shape;373;p44"/>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custom layout 7">
  <p:cSld name="custom layout 7">
    <p:spTree>
      <p:nvGrpSpPr>
        <p:cNvPr id="1" name="Shape 374"/>
        <p:cNvGrpSpPr/>
        <p:nvPr/>
      </p:nvGrpSpPr>
      <p:grpSpPr>
        <a:xfrm>
          <a:off x="0" y="0"/>
          <a:ext cx="0" cy="0"/>
          <a:chOff x="0" y="0"/>
          <a:chExt cx="0" cy="0"/>
        </a:xfrm>
      </p:grpSpPr>
      <p:sp>
        <p:nvSpPr>
          <p:cNvPr id="375" name="Google Shape;375;p45"/>
          <p:cNvSpPr txBox="1">
            <a:spLocks noGrp="1"/>
          </p:cNvSpPr>
          <p:nvPr>
            <p:ph type="body" idx="1"/>
          </p:nvPr>
        </p:nvSpPr>
        <p:spPr>
          <a:xfrm>
            <a:off x="5976156" y="1356109"/>
            <a:ext cx="3167700" cy="2322900"/>
          </a:xfrm>
          <a:prstGeom prst="rect">
            <a:avLst/>
          </a:prstGeom>
          <a:solidFill>
            <a:srgbClr val="E1E3E1"/>
          </a:solidFill>
          <a:ln>
            <a:noFill/>
          </a:ln>
        </p:spPr>
        <p:txBody>
          <a:bodyPr spcFirstLastPara="1" wrap="square" lIns="216000" tIns="45700" rIns="91425" bIns="45700" anchor="ctr" anchorCtr="0">
            <a:noAutofit/>
          </a:bodyPr>
          <a:lstStyle>
            <a:lvl1pPr marL="457200" lvl="0" indent="-342900" algn="l">
              <a:lnSpc>
                <a:spcPct val="90000"/>
              </a:lnSpc>
              <a:spcBef>
                <a:spcPts val="750"/>
              </a:spcBef>
              <a:spcAft>
                <a:spcPts val="0"/>
              </a:spcAft>
              <a:buSzPts val="1800"/>
              <a:buChar char="•"/>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376" name="Google Shape;376;p45"/>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7" name="Google Shape;377;p45"/>
          <p:cNvSpPr txBox="1">
            <a:spLocks noGrp="1"/>
          </p:cNvSpPr>
          <p:nvPr>
            <p:ph type="body" idx="2"/>
          </p:nvPr>
        </p:nvSpPr>
        <p:spPr>
          <a:xfrm>
            <a:off x="1" y="3687365"/>
            <a:ext cx="5976900" cy="940800"/>
          </a:xfrm>
          <a:prstGeom prst="rect">
            <a:avLst/>
          </a:prstGeom>
          <a:solidFill>
            <a:schemeClr val="accent1"/>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78" name="Google Shape;378;p45"/>
          <p:cNvSpPr txBox="1">
            <a:spLocks noGrp="1"/>
          </p:cNvSpPr>
          <p:nvPr>
            <p:ph type="body" idx="3"/>
          </p:nvPr>
        </p:nvSpPr>
        <p:spPr>
          <a:xfrm>
            <a:off x="5976902" y="3687366"/>
            <a:ext cx="3167100" cy="940800"/>
          </a:xfrm>
          <a:prstGeom prst="rect">
            <a:avLst/>
          </a:prstGeom>
          <a:solidFill>
            <a:schemeClr val="dk2"/>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79" name="Google Shape;379;p45"/>
          <p:cNvSpPr txBox="1">
            <a:spLocks noGrp="1"/>
          </p:cNvSpPr>
          <p:nvPr>
            <p:ph type="body" idx="4"/>
          </p:nvPr>
        </p:nvSpPr>
        <p:spPr>
          <a:xfrm>
            <a:off x="0" y="1338146"/>
            <a:ext cx="5962800" cy="2340900"/>
          </a:xfrm>
          <a:prstGeom prst="rect">
            <a:avLst/>
          </a:prstGeom>
          <a:noFill/>
          <a:ln>
            <a:noFill/>
          </a:ln>
        </p:spPr>
        <p:txBody>
          <a:bodyPr spcFirstLastPara="1" wrap="square" lIns="216000" tIns="45700" rIns="91425" bIns="45700" anchor="ctr" anchorCtr="0">
            <a:noAutofit/>
          </a:bodyPr>
          <a:lstStyle>
            <a:lvl1pPr marL="457200" lvl="0" indent="-342900" algn="l">
              <a:lnSpc>
                <a:spcPct val="90000"/>
              </a:lnSpc>
              <a:spcBef>
                <a:spcPts val="750"/>
              </a:spcBef>
              <a:spcAft>
                <a:spcPts val="0"/>
              </a:spcAft>
              <a:buSzPts val="1800"/>
              <a:buChar char="•"/>
              <a:defRPr/>
            </a:lvl1pPr>
            <a:lvl2pPr marL="914400" lvl="1" indent="-342900" algn="l">
              <a:lnSpc>
                <a:spcPct val="90000"/>
              </a:lnSpc>
              <a:spcBef>
                <a:spcPts val="375"/>
              </a:spcBef>
              <a:spcAft>
                <a:spcPts val="0"/>
              </a:spcAft>
              <a:buSzPts val="1800"/>
              <a:buChar char="•"/>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380" name="Google Shape;380;p45"/>
          <p:cNvSpPr txBox="1">
            <a:spLocks noGrp="1"/>
          </p:cNvSpPr>
          <p:nvPr>
            <p:ph type="body" idx="5"/>
          </p:nvPr>
        </p:nvSpPr>
        <p:spPr>
          <a:xfrm>
            <a:off x="-1" y="879475"/>
            <a:ext cx="9144000" cy="468300"/>
          </a:xfrm>
          <a:prstGeom prst="rect">
            <a:avLst/>
          </a:prstGeom>
          <a:solidFill>
            <a:schemeClr val="accent1"/>
          </a:solidFill>
          <a:ln>
            <a:noFill/>
          </a:ln>
        </p:spPr>
        <p:txBody>
          <a:bodyPr spcFirstLastPara="1" wrap="square" lIns="144000" tIns="0" rIns="54000" bIns="0" anchor="ctr" anchorCtr="0">
            <a:noAutofit/>
          </a:bodyPr>
          <a:lstStyle>
            <a:lvl1pPr marL="457200" lvl="0" indent="-228600" algn="l">
              <a:lnSpc>
                <a:spcPct val="100000"/>
              </a:lnSpc>
              <a:spcBef>
                <a:spcPts val="300"/>
              </a:spcBef>
              <a:spcAft>
                <a:spcPts val="0"/>
              </a:spcAft>
              <a:buSzPts val="1400"/>
              <a:buFont typeface="Libre Franklin Thin"/>
              <a:buNone/>
              <a:defRPr sz="140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81" name="Google Shape;381;p45"/>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382" name="Google Shape;382;p45"/>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3" name="Google Shape;383;p45"/>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custom layout 8">
  <p:cSld name="custom layout 8">
    <p:spTree>
      <p:nvGrpSpPr>
        <p:cNvPr id="1" name="Shape 384"/>
        <p:cNvGrpSpPr/>
        <p:nvPr/>
      </p:nvGrpSpPr>
      <p:grpSpPr>
        <a:xfrm>
          <a:off x="0" y="0"/>
          <a:ext cx="0" cy="0"/>
          <a:chOff x="0" y="0"/>
          <a:chExt cx="0" cy="0"/>
        </a:xfrm>
      </p:grpSpPr>
      <p:sp>
        <p:nvSpPr>
          <p:cNvPr id="385" name="Google Shape;385;p46"/>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386" name="Google Shape;386;p46"/>
          <p:cNvCxnSpPr/>
          <p:nvPr/>
        </p:nvCxnSpPr>
        <p:spPr>
          <a:xfrm>
            <a:off x="-1" y="868209"/>
            <a:ext cx="9144000" cy="0"/>
          </a:xfrm>
          <a:prstGeom prst="straightConnector1">
            <a:avLst/>
          </a:prstGeom>
          <a:noFill/>
          <a:ln w="9525" cap="flat" cmpd="sng">
            <a:solidFill>
              <a:srgbClr val="C4C7C6"/>
            </a:solidFill>
            <a:prstDash val="solid"/>
            <a:miter lim="800000"/>
            <a:headEnd type="none" w="sm" len="sm"/>
            <a:tailEnd type="none" w="sm" len="sm"/>
          </a:ln>
        </p:spPr>
      </p:cxnSp>
      <p:sp>
        <p:nvSpPr>
          <p:cNvPr id="387" name="Google Shape;387;p46"/>
          <p:cNvSpPr txBox="1">
            <a:spLocks noGrp="1"/>
          </p:cNvSpPr>
          <p:nvPr>
            <p:ph type="body" idx="1"/>
          </p:nvPr>
        </p:nvSpPr>
        <p:spPr>
          <a:xfrm>
            <a:off x="0" y="4156473"/>
            <a:ext cx="9144000" cy="471600"/>
          </a:xfrm>
          <a:prstGeom prst="rect">
            <a:avLst/>
          </a:prstGeom>
          <a:solidFill>
            <a:schemeClr val="accent1"/>
          </a:solidFill>
          <a:ln>
            <a:noFill/>
          </a:ln>
        </p:spPr>
        <p:txBody>
          <a:bodyPr spcFirstLastPara="1" wrap="square" lIns="0" tIns="0" rIns="0" bIns="0" anchor="ctr" anchorCtr="0">
            <a:noAutofit/>
          </a:bodyPr>
          <a:lstStyle>
            <a:lvl1pPr marL="457200" lvl="0" indent="-228600" algn="ctr">
              <a:lnSpc>
                <a:spcPct val="100000"/>
              </a:lnSpc>
              <a:spcBef>
                <a:spcPts val="300"/>
              </a:spcBef>
              <a:spcAft>
                <a:spcPts val="0"/>
              </a:spcAft>
              <a:buSzPts val="1400"/>
              <a:buFont typeface="Libre Franklin Thin"/>
              <a:buNone/>
              <a:defRPr sz="140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88" name="Google Shape;388;p46"/>
          <p:cNvSpPr>
            <a:spLocks noGrp="1"/>
          </p:cNvSpPr>
          <p:nvPr>
            <p:ph type="pic" idx="2"/>
          </p:nvPr>
        </p:nvSpPr>
        <p:spPr>
          <a:xfrm>
            <a:off x="-1" y="876301"/>
            <a:ext cx="3048000" cy="3281100"/>
          </a:xfrm>
          <a:prstGeom prst="rect">
            <a:avLst/>
          </a:prstGeom>
          <a:noFill/>
          <a:ln>
            <a:noFill/>
          </a:ln>
        </p:spPr>
      </p:sp>
      <p:sp>
        <p:nvSpPr>
          <p:cNvPr id="389" name="Google Shape;389;p46"/>
          <p:cNvSpPr>
            <a:spLocks noGrp="1"/>
          </p:cNvSpPr>
          <p:nvPr>
            <p:ph type="pic" idx="3"/>
          </p:nvPr>
        </p:nvSpPr>
        <p:spPr>
          <a:xfrm>
            <a:off x="6096004" y="876301"/>
            <a:ext cx="3048000" cy="3281100"/>
          </a:xfrm>
          <a:prstGeom prst="rect">
            <a:avLst/>
          </a:prstGeom>
          <a:noFill/>
          <a:ln>
            <a:noFill/>
          </a:ln>
        </p:spPr>
      </p:sp>
      <p:sp>
        <p:nvSpPr>
          <p:cNvPr id="390" name="Google Shape;390;p46"/>
          <p:cNvSpPr txBox="1">
            <a:spLocks noGrp="1"/>
          </p:cNvSpPr>
          <p:nvPr>
            <p:ph type="body" idx="4"/>
          </p:nvPr>
        </p:nvSpPr>
        <p:spPr>
          <a:xfrm>
            <a:off x="3048004" y="876301"/>
            <a:ext cx="3048000" cy="3286200"/>
          </a:xfrm>
          <a:prstGeom prst="rect">
            <a:avLst/>
          </a:prstGeom>
          <a:solidFill>
            <a:srgbClr val="D8D8D8"/>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600">
                <a:solidFill>
                  <a:schemeClr val="dk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391" name="Google Shape;391;p46"/>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392" name="Google Shape;392;p46"/>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3" name="Google Shape;393;p46"/>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custom layout 9">
  <p:cSld name="custom layout 9">
    <p:spTree>
      <p:nvGrpSpPr>
        <p:cNvPr id="1" name="Shape 394"/>
        <p:cNvGrpSpPr/>
        <p:nvPr/>
      </p:nvGrpSpPr>
      <p:grpSpPr>
        <a:xfrm>
          <a:off x="0" y="0"/>
          <a:ext cx="0" cy="0"/>
          <a:chOff x="0" y="0"/>
          <a:chExt cx="0" cy="0"/>
        </a:xfrm>
      </p:grpSpPr>
      <p:sp>
        <p:nvSpPr>
          <p:cNvPr id="395" name="Google Shape;395;p47"/>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6" name="Google Shape;396;p47"/>
          <p:cNvSpPr>
            <a:spLocks noGrp="1"/>
          </p:cNvSpPr>
          <p:nvPr>
            <p:ph type="pic" idx="2"/>
          </p:nvPr>
        </p:nvSpPr>
        <p:spPr>
          <a:xfrm>
            <a:off x="6096004" y="879475"/>
            <a:ext cx="3048000" cy="1872000"/>
          </a:xfrm>
          <a:prstGeom prst="rect">
            <a:avLst/>
          </a:prstGeom>
          <a:noFill/>
          <a:ln>
            <a:noFill/>
          </a:ln>
        </p:spPr>
      </p:sp>
      <p:sp>
        <p:nvSpPr>
          <p:cNvPr id="397" name="Google Shape;397;p47"/>
          <p:cNvSpPr>
            <a:spLocks noGrp="1"/>
          </p:cNvSpPr>
          <p:nvPr>
            <p:ph type="pic" idx="3"/>
          </p:nvPr>
        </p:nvSpPr>
        <p:spPr>
          <a:xfrm>
            <a:off x="6096004" y="2756056"/>
            <a:ext cx="3048000" cy="1872000"/>
          </a:xfrm>
          <a:prstGeom prst="rect">
            <a:avLst/>
          </a:prstGeom>
          <a:noFill/>
          <a:ln>
            <a:noFill/>
          </a:ln>
        </p:spPr>
      </p:sp>
      <p:sp>
        <p:nvSpPr>
          <p:cNvPr id="398" name="Google Shape;398;p47"/>
          <p:cNvSpPr>
            <a:spLocks noGrp="1"/>
          </p:cNvSpPr>
          <p:nvPr>
            <p:ph type="pic" idx="4"/>
          </p:nvPr>
        </p:nvSpPr>
        <p:spPr>
          <a:xfrm>
            <a:off x="3048008" y="879475"/>
            <a:ext cx="3048000" cy="1872000"/>
          </a:xfrm>
          <a:prstGeom prst="rect">
            <a:avLst/>
          </a:prstGeom>
          <a:noFill/>
          <a:ln>
            <a:noFill/>
          </a:ln>
        </p:spPr>
      </p:sp>
      <p:sp>
        <p:nvSpPr>
          <p:cNvPr id="399" name="Google Shape;399;p47"/>
          <p:cNvSpPr>
            <a:spLocks noGrp="1"/>
          </p:cNvSpPr>
          <p:nvPr>
            <p:ph type="pic" idx="5"/>
          </p:nvPr>
        </p:nvSpPr>
        <p:spPr>
          <a:xfrm>
            <a:off x="3048008" y="2756056"/>
            <a:ext cx="3048000" cy="1872000"/>
          </a:xfrm>
          <a:prstGeom prst="rect">
            <a:avLst/>
          </a:prstGeom>
          <a:noFill/>
          <a:ln>
            <a:noFill/>
          </a:ln>
        </p:spPr>
      </p:sp>
      <p:sp>
        <p:nvSpPr>
          <p:cNvPr id="400" name="Google Shape;400;p47"/>
          <p:cNvSpPr txBox="1">
            <a:spLocks noGrp="1"/>
          </p:cNvSpPr>
          <p:nvPr>
            <p:ph type="body" idx="1"/>
          </p:nvPr>
        </p:nvSpPr>
        <p:spPr>
          <a:xfrm>
            <a:off x="-12" y="2751534"/>
            <a:ext cx="1524000" cy="1872000"/>
          </a:xfrm>
          <a:prstGeom prst="rect">
            <a:avLst/>
          </a:prstGeom>
          <a:solidFill>
            <a:srgbClr val="D8D8D8"/>
          </a:solidFill>
          <a:ln>
            <a:noFill/>
          </a:ln>
        </p:spPr>
        <p:txBody>
          <a:bodyPr spcFirstLastPara="1" wrap="square" lIns="0" tIns="0" rIns="0" bIns="0" anchor="ctr" anchorCtr="0">
            <a:noAutofit/>
          </a:bodyPr>
          <a:lstStyle>
            <a:lvl1pPr marL="457200" lvl="0" indent="-228600" algn="ctr">
              <a:lnSpc>
                <a:spcPct val="100000"/>
              </a:lnSpc>
              <a:spcBef>
                <a:spcPts val="300"/>
              </a:spcBef>
              <a:spcAft>
                <a:spcPts val="0"/>
              </a:spcAft>
              <a:buSzPts val="1700"/>
              <a:buFont typeface="Libre Franklin Thin"/>
              <a:buNone/>
              <a:defRPr sz="1700">
                <a:solidFill>
                  <a:schemeClr val="dk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01" name="Google Shape;401;p47"/>
          <p:cNvSpPr txBox="1">
            <a:spLocks noGrp="1"/>
          </p:cNvSpPr>
          <p:nvPr>
            <p:ph type="body" idx="6"/>
          </p:nvPr>
        </p:nvSpPr>
        <p:spPr>
          <a:xfrm>
            <a:off x="-1" y="879475"/>
            <a:ext cx="3048000" cy="468300"/>
          </a:xfrm>
          <a:prstGeom prst="rect">
            <a:avLst/>
          </a:prstGeom>
          <a:solidFill>
            <a:schemeClr val="accent1"/>
          </a:solidFill>
          <a:ln w="9525" cap="flat" cmpd="sng">
            <a:solidFill>
              <a:schemeClr val="lt1"/>
            </a:solidFill>
            <a:prstDash val="solid"/>
            <a:round/>
            <a:headEnd type="none" w="sm" len="sm"/>
            <a:tailEnd type="none" w="sm" len="sm"/>
          </a:ln>
        </p:spPr>
        <p:txBody>
          <a:bodyPr spcFirstLastPara="1" wrap="square" lIns="0" tIns="0" rIns="0" bIns="0" anchor="ctr" anchorCtr="0">
            <a:noAutofit/>
          </a:bodyPr>
          <a:lstStyle>
            <a:lvl1pPr marL="457200" lvl="0" indent="-228600" algn="ctr">
              <a:lnSpc>
                <a:spcPct val="100000"/>
              </a:lnSpc>
              <a:spcBef>
                <a:spcPts val="300"/>
              </a:spcBef>
              <a:spcAft>
                <a:spcPts val="0"/>
              </a:spcAft>
              <a:buSzPts val="1400"/>
              <a:buFont typeface="Libre Franklin Thin"/>
              <a:buNone/>
              <a:defRPr sz="140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02" name="Google Shape;402;p47"/>
          <p:cNvSpPr txBox="1">
            <a:spLocks noGrp="1"/>
          </p:cNvSpPr>
          <p:nvPr>
            <p:ph type="body" idx="7"/>
          </p:nvPr>
        </p:nvSpPr>
        <p:spPr>
          <a:xfrm>
            <a:off x="-1" y="1348781"/>
            <a:ext cx="3048000" cy="700800"/>
          </a:xfrm>
          <a:prstGeom prst="rect">
            <a:avLst/>
          </a:prstGeom>
          <a:solidFill>
            <a:srgbClr val="D8D8D8"/>
          </a:solidFill>
          <a:ln w="9525" cap="flat" cmpd="sng">
            <a:solidFill>
              <a:schemeClr val="lt1"/>
            </a:solidFill>
            <a:prstDash val="solid"/>
            <a:round/>
            <a:headEnd type="none" w="sm" len="sm"/>
            <a:tailEnd type="none" w="sm" len="sm"/>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dk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03" name="Google Shape;403;p47"/>
          <p:cNvSpPr txBox="1">
            <a:spLocks noGrp="1"/>
          </p:cNvSpPr>
          <p:nvPr>
            <p:ph type="body" idx="8"/>
          </p:nvPr>
        </p:nvSpPr>
        <p:spPr>
          <a:xfrm>
            <a:off x="-1" y="2049656"/>
            <a:ext cx="3048000" cy="697500"/>
          </a:xfrm>
          <a:prstGeom prst="rect">
            <a:avLst/>
          </a:prstGeom>
          <a:solidFill>
            <a:srgbClr val="D8D8D8"/>
          </a:solidFill>
          <a:ln w="9525" cap="flat" cmpd="sng">
            <a:solidFill>
              <a:schemeClr val="lt1"/>
            </a:solidFill>
            <a:prstDash val="solid"/>
            <a:round/>
            <a:headEnd type="none" w="sm" len="sm"/>
            <a:tailEnd type="none" w="sm" len="sm"/>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dk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04" name="Google Shape;404;p47"/>
          <p:cNvSpPr txBox="1">
            <a:spLocks noGrp="1"/>
          </p:cNvSpPr>
          <p:nvPr>
            <p:ph type="body" idx="9"/>
          </p:nvPr>
        </p:nvSpPr>
        <p:spPr>
          <a:xfrm>
            <a:off x="1523999" y="2751534"/>
            <a:ext cx="1524000" cy="1872000"/>
          </a:xfrm>
          <a:prstGeom prst="rect">
            <a:avLst/>
          </a:prstGeom>
          <a:solidFill>
            <a:srgbClr val="D8D8D8"/>
          </a:solidFill>
          <a:ln w="9525" cap="flat" cmpd="sng">
            <a:solidFill>
              <a:schemeClr val="lt1"/>
            </a:solidFill>
            <a:prstDash val="solid"/>
            <a:round/>
            <a:headEnd type="none" w="sm" len="sm"/>
            <a:tailEnd type="none" w="sm" len="sm"/>
          </a:ln>
        </p:spPr>
        <p:txBody>
          <a:bodyPr spcFirstLastPara="1" wrap="square" lIns="0" tIns="0" rIns="0" bIns="0" anchor="ctr" anchorCtr="0">
            <a:noAutofit/>
          </a:bodyPr>
          <a:lstStyle>
            <a:lvl1pPr marL="457200" lvl="0" indent="-228600" algn="ctr">
              <a:lnSpc>
                <a:spcPct val="100000"/>
              </a:lnSpc>
              <a:spcBef>
                <a:spcPts val="300"/>
              </a:spcBef>
              <a:spcAft>
                <a:spcPts val="0"/>
              </a:spcAft>
              <a:buSzPts val="1700"/>
              <a:buFont typeface="Libre Franklin Thin"/>
              <a:buNone/>
              <a:defRPr sz="1700">
                <a:solidFill>
                  <a:schemeClr val="dk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05" name="Google Shape;405;p47"/>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406" name="Google Shape;406;p47"/>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7" name="Google Shape;407;p47"/>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custom layout 10">
  <p:cSld name="custom layout 10">
    <p:spTree>
      <p:nvGrpSpPr>
        <p:cNvPr id="1" name="Shape 408"/>
        <p:cNvGrpSpPr/>
        <p:nvPr/>
      </p:nvGrpSpPr>
      <p:grpSpPr>
        <a:xfrm>
          <a:off x="0" y="0"/>
          <a:ext cx="0" cy="0"/>
          <a:chOff x="0" y="0"/>
          <a:chExt cx="0" cy="0"/>
        </a:xfrm>
      </p:grpSpPr>
      <p:sp>
        <p:nvSpPr>
          <p:cNvPr id="409" name="Google Shape;409;p48"/>
          <p:cNvSpPr txBox="1">
            <a:spLocks noGrp="1"/>
          </p:cNvSpPr>
          <p:nvPr>
            <p:ph type="body" idx="1"/>
          </p:nvPr>
        </p:nvSpPr>
        <p:spPr>
          <a:xfrm>
            <a:off x="6857775" y="870347"/>
            <a:ext cx="2286300" cy="1260000"/>
          </a:xfrm>
          <a:prstGeom prst="rect">
            <a:avLst/>
          </a:prstGeom>
          <a:solidFill>
            <a:srgbClr val="D8D8D8"/>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dk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10" name="Google Shape;410;p48"/>
          <p:cNvSpPr txBox="1">
            <a:spLocks noGrp="1"/>
          </p:cNvSpPr>
          <p:nvPr>
            <p:ph type="body" idx="2"/>
          </p:nvPr>
        </p:nvSpPr>
        <p:spPr>
          <a:xfrm>
            <a:off x="6857775" y="2119209"/>
            <a:ext cx="2286300" cy="1260000"/>
          </a:xfrm>
          <a:prstGeom prst="rect">
            <a:avLst/>
          </a:prstGeom>
          <a:solidFill>
            <a:srgbClr val="D8D8D8"/>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dk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11" name="Google Shape;411;p48"/>
          <p:cNvSpPr txBox="1">
            <a:spLocks noGrp="1"/>
          </p:cNvSpPr>
          <p:nvPr>
            <p:ph type="body" idx="3"/>
          </p:nvPr>
        </p:nvSpPr>
        <p:spPr>
          <a:xfrm>
            <a:off x="6857775" y="3368072"/>
            <a:ext cx="2286300" cy="1260000"/>
          </a:xfrm>
          <a:prstGeom prst="rect">
            <a:avLst/>
          </a:prstGeom>
          <a:solidFill>
            <a:srgbClr val="D8D8D8"/>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dk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12" name="Google Shape;412;p48"/>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13" name="Google Shape;413;p48"/>
          <p:cNvSpPr>
            <a:spLocks noGrp="1"/>
          </p:cNvSpPr>
          <p:nvPr>
            <p:ph type="pic" idx="4"/>
          </p:nvPr>
        </p:nvSpPr>
        <p:spPr>
          <a:xfrm>
            <a:off x="0" y="879476"/>
            <a:ext cx="2286000" cy="3276900"/>
          </a:xfrm>
          <a:prstGeom prst="rect">
            <a:avLst/>
          </a:prstGeom>
          <a:noFill/>
          <a:ln>
            <a:noFill/>
          </a:ln>
        </p:spPr>
      </p:sp>
      <p:sp>
        <p:nvSpPr>
          <p:cNvPr id="414" name="Google Shape;414;p48"/>
          <p:cNvSpPr>
            <a:spLocks noGrp="1"/>
          </p:cNvSpPr>
          <p:nvPr>
            <p:ph type="pic" idx="5"/>
          </p:nvPr>
        </p:nvSpPr>
        <p:spPr>
          <a:xfrm>
            <a:off x="4571960" y="879475"/>
            <a:ext cx="2286000" cy="3276900"/>
          </a:xfrm>
          <a:prstGeom prst="rect">
            <a:avLst/>
          </a:prstGeom>
          <a:noFill/>
          <a:ln>
            <a:noFill/>
          </a:ln>
        </p:spPr>
      </p:sp>
      <p:sp>
        <p:nvSpPr>
          <p:cNvPr id="415" name="Google Shape;415;p48"/>
          <p:cNvSpPr txBox="1">
            <a:spLocks noGrp="1"/>
          </p:cNvSpPr>
          <p:nvPr>
            <p:ph type="body" idx="6"/>
          </p:nvPr>
        </p:nvSpPr>
        <p:spPr>
          <a:xfrm>
            <a:off x="-1" y="4156472"/>
            <a:ext cx="2286000" cy="471600"/>
          </a:xfrm>
          <a:prstGeom prst="rect">
            <a:avLst/>
          </a:prstGeom>
          <a:solidFill>
            <a:schemeClr val="accent1"/>
          </a:solidFill>
          <a:ln>
            <a:noFill/>
          </a:ln>
        </p:spPr>
        <p:txBody>
          <a:bodyPr spcFirstLastPara="1" wrap="square" lIns="0" tIns="108000" rIns="0" bIns="0" anchor="t" anchorCtr="0">
            <a:noAutofit/>
          </a:bodyPr>
          <a:lstStyle>
            <a:lvl1pPr marL="457200" lvl="0" indent="-228600" algn="ctr">
              <a:lnSpc>
                <a:spcPct val="100000"/>
              </a:lnSpc>
              <a:spcBef>
                <a:spcPts val="200"/>
              </a:spcBef>
              <a:spcAft>
                <a:spcPts val="0"/>
              </a:spcAft>
              <a:buSzPts val="1200"/>
              <a:buFont typeface="Libre Franklin Thin"/>
              <a:buNone/>
              <a:defRPr sz="120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16" name="Google Shape;416;p48"/>
          <p:cNvSpPr txBox="1">
            <a:spLocks noGrp="1"/>
          </p:cNvSpPr>
          <p:nvPr>
            <p:ph type="body" idx="7"/>
          </p:nvPr>
        </p:nvSpPr>
        <p:spPr>
          <a:xfrm>
            <a:off x="4571888" y="4156472"/>
            <a:ext cx="2286000" cy="471600"/>
          </a:xfrm>
          <a:prstGeom prst="rect">
            <a:avLst/>
          </a:prstGeom>
          <a:solidFill>
            <a:schemeClr val="accent1"/>
          </a:solidFill>
          <a:ln>
            <a:noFill/>
          </a:ln>
        </p:spPr>
        <p:txBody>
          <a:bodyPr spcFirstLastPara="1" wrap="square" lIns="0" tIns="108000" rIns="0" bIns="0" anchor="t" anchorCtr="0">
            <a:noAutofit/>
          </a:bodyPr>
          <a:lstStyle>
            <a:lvl1pPr marL="457200" lvl="0" indent="-304800" algn="ctr">
              <a:lnSpc>
                <a:spcPct val="100000"/>
              </a:lnSpc>
              <a:spcBef>
                <a:spcPts val="200"/>
              </a:spcBef>
              <a:spcAft>
                <a:spcPts val="0"/>
              </a:spcAft>
              <a:buSzPts val="1200"/>
              <a:buFont typeface="Libre Franklin Thin"/>
              <a:buChar char="•"/>
              <a:defRPr sz="1200">
                <a:solidFill>
                  <a:schemeClr val="lt1"/>
                </a:solidFill>
                <a:latin typeface="Arial"/>
                <a:ea typeface="Arial"/>
                <a:cs typeface="Arial"/>
                <a:sym typeface="Arial"/>
              </a:defRPr>
            </a:lvl1pPr>
            <a:lvl2pPr marL="914400" lvl="1" indent="-317500" algn="l">
              <a:lnSpc>
                <a:spcPct val="100000"/>
              </a:lnSpc>
              <a:spcBef>
                <a:spcPts val="300"/>
              </a:spcBef>
              <a:spcAft>
                <a:spcPts val="0"/>
              </a:spcAft>
              <a:buSzPts val="1400"/>
              <a:buChar char="•"/>
              <a:defRPr/>
            </a:lvl2pPr>
            <a:lvl3pPr marL="1371600" lvl="2" indent="-228600" algn="l">
              <a:lnSpc>
                <a:spcPct val="100000"/>
              </a:lnSpc>
              <a:spcBef>
                <a:spcPts val="300"/>
              </a:spcBef>
              <a:spcAft>
                <a:spcPts val="0"/>
              </a:spcAft>
              <a:buSzPts val="1400"/>
              <a:buNone/>
              <a:defRPr/>
            </a:lvl3pPr>
            <a:lvl4pPr marL="1828800" lvl="3" indent="-317500" algn="l">
              <a:lnSpc>
                <a:spcPct val="100000"/>
              </a:lnSpc>
              <a:spcBef>
                <a:spcPts val="300"/>
              </a:spcBef>
              <a:spcAft>
                <a:spcPts val="0"/>
              </a:spcAft>
              <a:buSzPts val="1400"/>
              <a:buChar char="•"/>
              <a:defRPr/>
            </a:lvl4pPr>
            <a:lvl5pPr marL="2286000" lvl="4" indent="-317500" algn="l">
              <a:lnSpc>
                <a:spcPct val="100000"/>
              </a:lnSpc>
              <a:spcBef>
                <a:spcPts val="300"/>
              </a:spcBef>
              <a:spcAft>
                <a:spcPts val="0"/>
              </a:spcAft>
              <a:buSzPts val="1400"/>
              <a:buChar char="•"/>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17" name="Google Shape;417;p48"/>
          <p:cNvSpPr>
            <a:spLocks noGrp="1"/>
          </p:cNvSpPr>
          <p:nvPr>
            <p:ph type="pic" idx="8"/>
          </p:nvPr>
        </p:nvSpPr>
        <p:spPr>
          <a:xfrm>
            <a:off x="2285811" y="879475"/>
            <a:ext cx="2286000" cy="3276900"/>
          </a:xfrm>
          <a:prstGeom prst="rect">
            <a:avLst/>
          </a:prstGeom>
          <a:noFill/>
          <a:ln>
            <a:noFill/>
          </a:ln>
        </p:spPr>
      </p:sp>
      <p:sp>
        <p:nvSpPr>
          <p:cNvPr id="418" name="Google Shape;418;p48"/>
          <p:cNvSpPr txBox="1">
            <a:spLocks noGrp="1"/>
          </p:cNvSpPr>
          <p:nvPr>
            <p:ph type="body" idx="9"/>
          </p:nvPr>
        </p:nvSpPr>
        <p:spPr>
          <a:xfrm>
            <a:off x="2285811" y="4156472"/>
            <a:ext cx="2286000" cy="471600"/>
          </a:xfrm>
          <a:prstGeom prst="rect">
            <a:avLst/>
          </a:prstGeom>
          <a:solidFill>
            <a:schemeClr val="dk2"/>
          </a:solidFill>
          <a:ln>
            <a:noFill/>
          </a:ln>
        </p:spPr>
        <p:txBody>
          <a:bodyPr spcFirstLastPara="1" wrap="square" lIns="0" tIns="108000" rIns="0" bIns="0" anchor="t" anchorCtr="0">
            <a:noAutofit/>
          </a:bodyPr>
          <a:lstStyle>
            <a:lvl1pPr marL="457200" lvl="0" indent="-304800" algn="ctr">
              <a:lnSpc>
                <a:spcPct val="100000"/>
              </a:lnSpc>
              <a:spcBef>
                <a:spcPts val="200"/>
              </a:spcBef>
              <a:spcAft>
                <a:spcPts val="0"/>
              </a:spcAft>
              <a:buSzPts val="1200"/>
              <a:buFont typeface="Libre Franklin Thin"/>
              <a:buChar char="•"/>
              <a:defRPr sz="1200">
                <a:solidFill>
                  <a:schemeClr val="lt1"/>
                </a:solidFill>
                <a:latin typeface="Arial"/>
                <a:ea typeface="Arial"/>
                <a:cs typeface="Arial"/>
                <a:sym typeface="Arial"/>
              </a:defRPr>
            </a:lvl1pPr>
            <a:lvl2pPr marL="914400" lvl="1" indent="-317500" algn="l">
              <a:lnSpc>
                <a:spcPct val="100000"/>
              </a:lnSpc>
              <a:spcBef>
                <a:spcPts val="300"/>
              </a:spcBef>
              <a:spcAft>
                <a:spcPts val="0"/>
              </a:spcAft>
              <a:buSzPts val="1400"/>
              <a:buChar char="•"/>
              <a:defRPr/>
            </a:lvl2pPr>
            <a:lvl3pPr marL="1371600" lvl="2" indent="-228600" algn="l">
              <a:lnSpc>
                <a:spcPct val="100000"/>
              </a:lnSpc>
              <a:spcBef>
                <a:spcPts val="300"/>
              </a:spcBef>
              <a:spcAft>
                <a:spcPts val="0"/>
              </a:spcAft>
              <a:buSzPts val="1400"/>
              <a:buNone/>
              <a:defRPr/>
            </a:lvl3pPr>
            <a:lvl4pPr marL="1828800" lvl="3" indent="-317500" algn="l">
              <a:lnSpc>
                <a:spcPct val="100000"/>
              </a:lnSpc>
              <a:spcBef>
                <a:spcPts val="300"/>
              </a:spcBef>
              <a:spcAft>
                <a:spcPts val="0"/>
              </a:spcAft>
              <a:buSzPts val="1400"/>
              <a:buChar char="•"/>
              <a:defRPr/>
            </a:lvl4pPr>
            <a:lvl5pPr marL="2286000" lvl="4" indent="-317500" algn="l">
              <a:lnSpc>
                <a:spcPct val="100000"/>
              </a:lnSpc>
              <a:spcBef>
                <a:spcPts val="300"/>
              </a:spcBef>
              <a:spcAft>
                <a:spcPts val="0"/>
              </a:spcAft>
              <a:buSzPts val="1400"/>
              <a:buChar char="•"/>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cxnSp>
        <p:nvCxnSpPr>
          <p:cNvPr id="419" name="Google Shape;419;p48"/>
          <p:cNvCxnSpPr/>
          <p:nvPr/>
        </p:nvCxnSpPr>
        <p:spPr>
          <a:xfrm>
            <a:off x="6857775" y="2119209"/>
            <a:ext cx="2286300" cy="0"/>
          </a:xfrm>
          <a:prstGeom prst="straightConnector1">
            <a:avLst/>
          </a:prstGeom>
          <a:noFill/>
          <a:ln w="12700" cap="flat" cmpd="sng">
            <a:solidFill>
              <a:schemeClr val="lt1"/>
            </a:solidFill>
            <a:prstDash val="solid"/>
            <a:miter lim="800000"/>
            <a:headEnd type="none" w="sm" len="sm"/>
            <a:tailEnd type="none" w="sm" len="sm"/>
          </a:ln>
        </p:spPr>
      </p:cxnSp>
      <p:cxnSp>
        <p:nvCxnSpPr>
          <p:cNvPr id="420" name="Google Shape;420;p48"/>
          <p:cNvCxnSpPr/>
          <p:nvPr/>
        </p:nvCxnSpPr>
        <p:spPr>
          <a:xfrm>
            <a:off x="6857775" y="3371937"/>
            <a:ext cx="2286300" cy="0"/>
          </a:xfrm>
          <a:prstGeom prst="straightConnector1">
            <a:avLst/>
          </a:prstGeom>
          <a:noFill/>
          <a:ln w="12700" cap="flat" cmpd="sng">
            <a:solidFill>
              <a:schemeClr val="lt1"/>
            </a:solidFill>
            <a:prstDash val="solid"/>
            <a:miter lim="800000"/>
            <a:headEnd type="none" w="sm" len="sm"/>
            <a:tailEnd type="none" w="sm" len="sm"/>
          </a:ln>
        </p:spPr>
      </p:cxnSp>
      <p:sp>
        <p:nvSpPr>
          <p:cNvPr id="421" name="Google Shape;421;p48"/>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422" name="Google Shape;422;p48"/>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3" name="Google Shape;423;p48"/>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custom layout 11">
  <p:cSld name="custom layout 11">
    <p:spTree>
      <p:nvGrpSpPr>
        <p:cNvPr id="1" name="Shape 424"/>
        <p:cNvGrpSpPr/>
        <p:nvPr/>
      </p:nvGrpSpPr>
      <p:grpSpPr>
        <a:xfrm>
          <a:off x="0" y="0"/>
          <a:ext cx="0" cy="0"/>
          <a:chOff x="0" y="0"/>
          <a:chExt cx="0" cy="0"/>
        </a:xfrm>
      </p:grpSpPr>
      <p:sp>
        <p:nvSpPr>
          <p:cNvPr id="425" name="Google Shape;425;p49"/>
          <p:cNvSpPr txBox="1">
            <a:spLocks noGrp="1"/>
          </p:cNvSpPr>
          <p:nvPr>
            <p:ph type="body" idx="1"/>
          </p:nvPr>
        </p:nvSpPr>
        <p:spPr>
          <a:xfrm>
            <a:off x="6443663" y="870347"/>
            <a:ext cx="2700600" cy="1258800"/>
          </a:xfrm>
          <a:prstGeom prst="rect">
            <a:avLst/>
          </a:prstGeom>
          <a:solidFill>
            <a:schemeClr val="accent1"/>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26" name="Google Shape;426;p49"/>
          <p:cNvSpPr txBox="1">
            <a:spLocks noGrp="1"/>
          </p:cNvSpPr>
          <p:nvPr>
            <p:ph type="body" idx="2"/>
          </p:nvPr>
        </p:nvSpPr>
        <p:spPr>
          <a:xfrm>
            <a:off x="6443663" y="2135557"/>
            <a:ext cx="2700600" cy="1236600"/>
          </a:xfrm>
          <a:prstGeom prst="rect">
            <a:avLst/>
          </a:prstGeom>
          <a:solidFill>
            <a:schemeClr val="dk2"/>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27" name="Google Shape;427;p49"/>
          <p:cNvSpPr txBox="1">
            <a:spLocks noGrp="1"/>
          </p:cNvSpPr>
          <p:nvPr>
            <p:ph type="body" idx="3"/>
          </p:nvPr>
        </p:nvSpPr>
        <p:spPr>
          <a:xfrm>
            <a:off x="6443663" y="3378568"/>
            <a:ext cx="2700600" cy="1245900"/>
          </a:xfrm>
          <a:prstGeom prst="rect">
            <a:avLst/>
          </a:prstGeom>
          <a:solidFill>
            <a:schemeClr val="accent1"/>
          </a:solidFill>
          <a:ln>
            <a:noFill/>
          </a:ln>
        </p:spPr>
        <p:txBody>
          <a:bodyPr spcFirstLastPara="1" wrap="square" lIns="0" tIns="0" rIns="0" bIns="0" anchor="ctr" anchorCtr="0">
            <a:noAutofit/>
          </a:bodyPr>
          <a:lstStyle>
            <a:lvl1pPr marL="457200" lvl="0" indent="-304800" algn="ctr">
              <a:lnSpc>
                <a:spcPct val="100000"/>
              </a:lnSpc>
              <a:spcBef>
                <a:spcPts val="200"/>
              </a:spcBef>
              <a:spcAft>
                <a:spcPts val="0"/>
              </a:spcAft>
              <a:buSzPts val="1200"/>
              <a:buFont typeface="Libre Franklin"/>
              <a:buChar char="•"/>
              <a:defRPr sz="1200">
                <a:solidFill>
                  <a:schemeClr val="lt1"/>
                </a:solidFill>
              </a:defRPr>
            </a:lvl1pPr>
            <a:lvl2pPr marL="914400" lvl="1" indent="-317500" algn="l">
              <a:lnSpc>
                <a:spcPct val="100000"/>
              </a:lnSpc>
              <a:spcBef>
                <a:spcPts val="300"/>
              </a:spcBef>
              <a:spcAft>
                <a:spcPts val="0"/>
              </a:spcAft>
              <a:buSzPts val="1400"/>
              <a:buChar char="•"/>
              <a:defRPr/>
            </a:lvl2pPr>
            <a:lvl3pPr marL="1371600" lvl="2" indent="-228600" algn="l">
              <a:lnSpc>
                <a:spcPct val="100000"/>
              </a:lnSpc>
              <a:spcBef>
                <a:spcPts val="300"/>
              </a:spcBef>
              <a:spcAft>
                <a:spcPts val="0"/>
              </a:spcAft>
              <a:buSzPts val="1400"/>
              <a:buNone/>
              <a:defRPr/>
            </a:lvl3pPr>
            <a:lvl4pPr marL="1828800" lvl="3" indent="-317500" algn="l">
              <a:lnSpc>
                <a:spcPct val="100000"/>
              </a:lnSpc>
              <a:spcBef>
                <a:spcPts val="300"/>
              </a:spcBef>
              <a:spcAft>
                <a:spcPts val="0"/>
              </a:spcAft>
              <a:buSzPts val="1400"/>
              <a:buChar char="•"/>
              <a:defRPr/>
            </a:lvl4pPr>
            <a:lvl5pPr marL="2286000" lvl="4" indent="-317500" algn="l">
              <a:lnSpc>
                <a:spcPct val="100000"/>
              </a:lnSpc>
              <a:spcBef>
                <a:spcPts val="300"/>
              </a:spcBef>
              <a:spcAft>
                <a:spcPts val="0"/>
              </a:spcAft>
              <a:buSzPts val="1400"/>
              <a:buChar char="•"/>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28" name="Google Shape;428;p49"/>
          <p:cNvSpPr txBox="1">
            <a:spLocks noGrp="1"/>
          </p:cNvSpPr>
          <p:nvPr>
            <p:ph type="body" idx="4"/>
          </p:nvPr>
        </p:nvSpPr>
        <p:spPr>
          <a:xfrm>
            <a:off x="0" y="870347"/>
            <a:ext cx="2700600" cy="1258800"/>
          </a:xfrm>
          <a:prstGeom prst="rect">
            <a:avLst/>
          </a:prstGeom>
          <a:solidFill>
            <a:schemeClr val="accent1"/>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29" name="Google Shape;429;p49"/>
          <p:cNvSpPr txBox="1">
            <a:spLocks noGrp="1"/>
          </p:cNvSpPr>
          <p:nvPr>
            <p:ph type="body" idx="5"/>
          </p:nvPr>
        </p:nvSpPr>
        <p:spPr>
          <a:xfrm>
            <a:off x="0" y="2135557"/>
            <a:ext cx="2700600" cy="1236600"/>
          </a:xfrm>
          <a:prstGeom prst="rect">
            <a:avLst/>
          </a:prstGeom>
          <a:solidFill>
            <a:schemeClr val="dk2"/>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30" name="Google Shape;430;p49"/>
          <p:cNvSpPr txBox="1">
            <a:spLocks noGrp="1"/>
          </p:cNvSpPr>
          <p:nvPr>
            <p:ph type="body" idx="6"/>
          </p:nvPr>
        </p:nvSpPr>
        <p:spPr>
          <a:xfrm>
            <a:off x="0" y="3378568"/>
            <a:ext cx="2700600" cy="1245900"/>
          </a:xfrm>
          <a:prstGeom prst="rect">
            <a:avLst/>
          </a:prstGeom>
          <a:solidFill>
            <a:schemeClr val="accent1"/>
          </a:solidFill>
          <a:ln>
            <a:noFill/>
          </a:ln>
        </p:spPr>
        <p:txBody>
          <a:bodyPr spcFirstLastPara="1" wrap="square" lIns="0" tIns="0" rIns="0" bIns="0" anchor="ctr" anchorCtr="0">
            <a:noAutofit/>
          </a:bodyPr>
          <a:lstStyle>
            <a:lvl1pPr marL="457200" lvl="0" indent="-304800" algn="ctr">
              <a:lnSpc>
                <a:spcPct val="100000"/>
              </a:lnSpc>
              <a:spcBef>
                <a:spcPts val="200"/>
              </a:spcBef>
              <a:spcAft>
                <a:spcPts val="0"/>
              </a:spcAft>
              <a:buSzPts val="1200"/>
              <a:buFont typeface="Libre Franklin"/>
              <a:buChar char="•"/>
              <a:defRPr sz="1200">
                <a:solidFill>
                  <a:schemeClr val="lt1"/>
                </a:solidFill>
              </a:defRPr>
            </a:lvl1pPr>
            <a:lvl2pPr marL="914400" lvl="1" indent="-317500" algn="l">
              <a:lnSpc>
                <a:spcPct val="100000"/>
              </a:lnSpc>
              <a:spcBef>
                <a:spcPts val="300"/>
              </a:spcBef>
              <a:spcAft>
                <a:spcPts val="0"/>
              </a:spcAft>
              <a:buSzPts val="1400"/>
              <a:buChar char="•"/>
              <a:defRPr/>
            </a:lvl2pPr>
            <a:lvl3pPr marL="1371600" lvl="2" indent="-228600" algn="l">
              <a:lnSpc>
                <a:spcPct val="100000"/>
              </a:lnSpc>
              <a:spcBef>
                <a:spcPts val="300"/>
              </a:spcBef>
              <a:spcAft>
                <a:spcPts val="0"/>
              </a:spcAft>
              <a:buSzPts val="1400"/>
              <a:buNone/>
              <a:defRPr/>
            </a:lvl3pPr>
            <a:lvl4pPr marL="1828800" lvl="3" indent="-317500" algn="l">
              <a:lnSpc>
                <a:spcPct val="100000"/>
              </a:lnSpc>
              <a:spcBef>
                <a:spcPts val="300"/>
              </a:spcBef>
              <a:spcAft>
                <a:spcPts val="0"/>
              </a:spcAft>
              <a:buSzPts val="1400"/>
              <a:buChar char="•"/>
              <a:defRPr/>
            </a:lvl4pPr>
            <a:lvl5pPr marL="2286000" lvl="4" indent="-317500" algn="l">
              <a:lnSpc>
                <a:spcPct val="100000"/>
              </a:lnSpc>
              <a:spcBef>
                <a:spcPts val="300"/>
              </a:spcBef>
              <a:spcAft>
                <a:spcPts val="0"/>
              </a:spcAft>
              <a:buSzPts val="1400"/>
              <a:buChar char="•"/>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31" name="Google Shape;431;p49"/>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32" name="Google Shape;432;p49"/>
          <p:cNvSpPr>
            <a:spLocks noGrp="1"/>
          </p:cNvSpPr>
          <p:nvPr>
            <p:ph type="pic" idx="7"/>
          </p:nvPr>
        </p:nvSpPr>
        <p:spPr>
          <a:xfrm>
            <a:off x="2700338" y="879475"/>
            <a:ext cx="3758100" cy="3744900"/>
          </a:xfrm>
          <a:prstGeom prst="rect">
            <a:avLst/>
          </a:prstGeom>
          <a:noFill/>
          <a:ln>
            <a:noFill/>
          </a:ln>
        </p:spPr>
      </p:sp>
      <p:cxnSp>
        <p:nvCxnSpPr>
          <p:cNvPr id="433" name="Google Shape;433;p49"/>
          <p:cNvCxnSpPr/>
          <p:nvPr/>
        </p:nvCxnSpPr>
        <p:spPr>
          <a:xfrm>
            <a:off x="6443663" y="2119209"/>
            <a:ext cx="2700300" cy="0"/>
          </a:xfrm>
          <a:prstGeom prst="straightConnector1">
            <a:avLst/>
          </a:prstGeom>
          <a:noFill/>
          <a:ln w="12700" cap="flat" cmpd="sng">
            <a:solidFill>
              <a:schemeClr val="lt1"/>
            </a:solidFill>
            <a:prstDash val="solid"/>
            <a:miter lim="800000"/>
            <a:headEnd type="none" w="sm" len="sm"/>
            <a:tailEnd type="none" w="sm" len="sm"/>
          </a:ln>
        </p:spPr>
      </p:cxnSp>
      <p:cxnSp>
        <p:nvCxnSpPr>
          <p:cNvPr id="434" name="Google Shape;434;p49"/>
          <p:cNvCxnSpPr/>
          <p:nvPr/>
        </p:nvCxnSpPr>
        <p:spPr>
          <a:xfrm>
            <a:off x="6443663" y="3371937"/>
            <a:ext cx="2700300" cy="0"/>
          </a:xfrm>
          <a:prstGeom prst="straightConnector1">
            <a:avLst/>
          </a:prstGeom>
          <a:noFill/>
          <a:ln w="12700" cap="flat" cmpd="sng">
            <a:solidFill>
              <a:schemeClr val="lt1"/>
            </a:solidFill>
            <a:prstDash val="solid"/>
            <a:miter lim="800000"/>
            <a:headEnd type="none" w="sm" len="sm"/>
            <a:tailEnd type="none" w="sm" len="sm"/>
          </a:ln>
        </p:spPr>
      </p:cxnSp>
      <p:cxnSp>
        <p:nvCxnSpPr>
          <p:cNvPr id="435" name="Google Shape;435;p49"/>
          <p:cNvCxnSpPr/>
          <p:nvPr/>
        </p:nvCxnSpPr>
        <p:spPr>
          <a:xfrm>
            <a:off x="-2857" y="2119209"/>
            <a:ext cx="2700300" cy="0"/>
          </a:xfrm>
          <a:prstGeom prst="straightConnector1">
            <a:avLst/>
          </a:prstGeom>
          <a:noFill/>
          <a:ln w="12700" cap="flat" cmpd="sng">
            <a:solidFill>
              <a:schemeClr val="lt1"/>
            </a:solidFill>
            <a:prstDash val="solid"/>
            <a:miter lim="800000"/>
            <a:headEnd type="none" w="sm" len="sm"/>
            <a:tailEnd type="none" w="sm" len="sm"/>
          </a:ln>
        </p:spPr>
      </p:cxnSp>
      <p:cxnSp>
        <p:nvCxnSpPr>
          <p:cNvPr id="436" name="Google Shape;436;p49"/>
          <p:cNvCxnSpPr/>
          <p:nvPr/>
        </p:nvCxnSpPr>
        <p:spPr>
          <a:xfrm>
            <a:off x="-2857" y="3371937"/>
            <a:ext cx="2700300" cy="0"/>
          </a:xfrm>
          <a:prstGeom prst="straightConnector1">
            <a:avLst/>
          </a:prstGeom>
          <a:noFill/>
          <a:ln w="12700" cap="flat" cmpd="sng">
            <a:solidFill>
              <a:schemeClr val="lt1"/>
            </a:solidFill>
            <a:prstDash val="solid"/>
            <a:miter lim="800000"/>
            <a:headEnd type="none" w="sm" len="sm"/>
            <a:tailEnd type="none" w="sm" len="sm"/>
          </a:ln>
        </p:spPr>
      </p:cxnSp>
      <p:sp>
        <p:nvSpPr>
          <p:cNvPr id="437" name="Google Shape;437;p49"/>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438" name="Google Shape;438;p49"/>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9" name="Google Shape;439;p49"/>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custom layout 12">
  <p:cSld name="custom layout 12">
    <p:spTree>
      <p:nvGrpSpPr>
        <p:cNvPr id="1" name="Shape 440"/>
        <p:cNvGrpSpPr/>
        <p:nvPr/>
      </p:nvGrpSpPr>
      <p:grpSpPr>
        <a:xfrm>
          <a:off x="0" y="0"/>
          <a:ext cx="0" cy="0"/>
          <a:chOff x="0" y="0"/>
          <a:chExt cx="0" cy="0"/>
        </a:xfrm>
      </p:grpSpPr>
      <p:sp>
        <p:nvSpPr>
          <p:cNvPr id="441" name="Google Shape;441;p50"/>
          <p:cNvSpPr txBox="1">
            <a:spLocks noGrp="1"/>
          </p:cNvSpPr>
          <p:nvPr>
            <p:ph type="body" idx="1"/>
          </p:nvPr>
        </p:nvSpPr>
        <p:spPr>
          <a:xfrm>
            <a:off x="3047996" y="1347787"/>
            <a:ext cx="3048000" cy="819000"/>
          </a:xfrm>
          <a:prstGeom prst="rect">
            <a:avLst/>
          </a:prstGeom>
          <a:solidFill>
            <a:srgbClr val="D8D8D8"/>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dk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42" name="Google Shape;442;p50"/>
          <p:cNvSpPr txBox="1">
            <a:spLocks noGrp="1"/>
          </p:cNvSpPr>
          <p:nvPr>
            <p:ph type="body" idx="2"/>
          </p:nvPr>
        </p:nvSpPr>
        <p:spPr>
          <a:xfrm>
            <a:off x="3047996" y="3805237"/>
            <a:ext cx="3048000" cy="819000"/>
          </a:xfrm>
          <a:prstGeom prst="rect">
            <a:avLst/>
          </a:prstGeom>
          <a:solidFill>
            <a:srgbClr val="D8D8D8"/>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dk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43" name="Google Shape;443;p50"/>
          <p:cNvSpPr txBox="1">
            <a:spLocks noGrp="1"/>
          </p:cNvSpPr>
          <p:nvPr>
            <p:ph type="body" idx="3"/>
          </p:nvPr>
        </p:nvSpPr>
        <p:spPr>
          <a:xfrm>
            <a:off x="3047996" y="2986087"/>
            <a:ext cx="3048000" cy="819000"/>
          </a:xfrm>
          <a:prstGeom prst="rect">
            <a:avLst/>
          </a:prstGeom>
          <a:solidFill>
            <a:srgbClr val="D8D8D8"/>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dk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44" name="Google Shape;444;p50"/>
          <p:cNvSpPr txBox="1">
            <a:spLocks noGrp="1"/>
          </p:cNvSpPr>
          <p:nvPr>
            <p:ph type="body" idx="4"/>
          </p:nvPr>
        </p:nvSpPr>
        <p:spPr>
          <a:xfrm>
            <a:off x="3047996" y="2166937"/>
            <a:ext cx="3048000" cy="819000"/>
          </a:xfrm>
          <a:prstGeom prst="rect">
            <a:avLst/>
          </a:prstGeom>
          <a:solidFill>
            <a:srgbClr val="D8D8D8"/>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dk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45" name="Google Shape;445;p50"/>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6" name="Google Shape;446;p50"/>
          <p:cNvSpPr txBox="1">
            <a:spLocks noGrp="1"/>
          </p:cNvSpPr>
          <p:nvPr>
            <p:ph type="body" idx="5"/>
          </p:nvPr>
        </p:nvSpPr>
        <p:spPr>
          <a:xfrm>
            <a:off x="-1" y="879475"/>
            <a:ext cx="9144000" cy="468300"/>
          </a:xfrm>
          <a:prstGeom prst="rect">
            <a:avLst/>
          </a:prstGeom>
          <a:solidFill>
            <a:schemeClr val="accent1"/>
          </a:solidFill>
          <a:ln>
            <a:noFill/>
          </a:ln>
        </p:spPr>
        <p:txBody>
          <a:bodyPr spcFirstLastPara="1" wrap="square" lIns="27000" tIns="0" rIns="54000" bIns="0" anchor="ctr" anchorCtr="0">
            <a:noAutofit/>
          </a:bodyPr>
          <a:lstStyle>
            <a:lvl1pPr marL="457200" lvl="0" indent="-228600" algn="l">
              <a:lnSpc>
                <a:spcPct val="100000"/>
              </a:lnSpc>
              <a:spcBef>
                <a:spcPts val="300"/>
              </a:spcBef>
              <a:spcAft>
                <a:spcPts val="0"/>
              </a:spcAft>
              <a:buSzPts val="1400"/>
              <a:buFont typeface="Libre Franklin Thin"/>
              <a:buNone/>
              <a:defRPr sz="140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47" name="Google Shape;447;p50"/>
          <p:cNvSpPr>
            <a:spLocks noGrp="1"/>
          </p:cNvSpPr>
          <p:nvPr>
            <p:ph type="pic" idx="6"/>
          </p:nvPr>
        </p:nvSpPr>
        <p:spPr>
          <a:xfrm>
            <a:off x="-1" y="1347788"/>
            <a:ext cx="3048000" cy="3276600"/>
          </a:xfrm>
          <a:prstGeom prst="rect">
            <a:avLst/>
          </a:prstGeom>
          <a:noFill/>
          <a:ln>
            <a:noFill/>
          </a:ln>
        </p:spPr>
      </p:sp>
      <p:sp>
        <p:nvSpPr>
          <p:cNvPr id="448" name="Google Shape;448;p50"/>
          <p:cNvSpPr>
            <a:spLocks noGrp="1"/>
          </p:cNvSpPr>
          <p:nvPr>
            <p:ph type="pic" idx="7"/>
          </p:nvPr>
        </p:nvSpPr>
        <p:spPr>
          <a:xfrm>
            <a:off x="6096004" y="1347787"/>
            <a:ext cx="3048000" cy="3276600"/>
          </a:xfrm>
          <a:prstGeom prst="rect">
            <a:avLst/>
          </a:prstGeom>
          <a:noFill/>
          <a:ln>
            <a:noFill/>
          </a:ln>
        </p:spPr>
      </p:sp>
      <p:cxnSp>
        <p:nvCxnSpPr>
          <p:cNvPr id="449" name="Google Shape;449;p50"/>
          <p:cNvCxnSpPr/>
          <p:nvPr/>
        </p:nvCxnSpPr>
        <p:spPr>
          <a:xfrm>
            <a:off x="3047996" y="2137497"/>
            <a:ext cx="3048000" cy="0"/>
          </a:xfrm>
          <a:prstGeom prst="straightConnector1">
            <a:avLst/>
          </a:prstGeom>
          <a:noFill/>
          <a:ln w="12700" cap="flat" cmpd="sng">
            <a:solidFill>
              <a:schemeClr val="lt1"/>
            </a:solidFill>
            <a:prstDash val="solid"/>
            <a:miter lim="800000"/>
            <a:headEnd type="none" w="sm" len="sm"/>
            <a:tailEnd type="none" w="sm" len="sm"/>
          </a:ln>
        </p:spPr>
      </p:cxnSp>
      <p:cxnSp>
        <p:nvCxnSpPr>
          <p:cNvPr id="450" name="Google Shape;450;p50"/>
          <p:cNvCxnSpPr/>
          <p:nvPr/>
        </p:nvCxnSpPr>
        <p:spPr>
          <a:xfrm>
            <a:off x="3047996" y="2987889"/>
            <a:ext cx="3048000" cy="0"/>
          </a:xfrm>
          <a:prstGeom prst="straightConnector1">
            <a:avLst/>
          </a:prstGeom>
          <a:noFill/>
          <a:ln w="12700" cap="flat" cmpd="sng">
            <a:solidFill>
              <a:schemeClr val="lt1"/>
            </a:solidFill>
            <a:prstDash val="solid"/>
            <a:miter lim="800000"/>
            <a:headEnd type="none" w="sm" len="sm"/>
            <a:tailEnd type="none" w="sm" len="sm"/>
          </a:ln>
        </p:spPr>
      </p:cxnSp>
      <p:cxnSp>
        <p:nvCxnSpPr>
          <p:cNvPr id="451" name="Google Shape;451;p50"/>
          <p:cNvCxnSpPr/>
          <p:nvPr/>
        </p:nvCxnSpPr>
        <p:spPr>
          <a:xfrm>
            <a:off x="3047996" y="3810849"/>
            <a:ext cx="3048000" cy="0"/>
          </a:xfrm>
          <a:prstGeom prst="straightConnector1">
            <a:avLst/>
          </a:prstGeom>
          <a:noFill/>
          <a:ln w="12700" cap="flat" cmpd="sng">
            <a:solidFill>
              <a:schemeClr val="lt1"/>
            </a:solidFill>
            <a:prstDash val="solid"/>
            <a:miter lim="800000"/>
            <a:headEnd type="none" w="sm" len="sm"/>
            <a:tailEnd type="none" w="sm" len="sm"/>
          </a:ln>
        </p:spPr>
      </p:cxnSp>
      <p:sp>
        <p:nvSpPr>
          <p:cNvPr id="452" name="Google Shape;452;p50"/>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453" name="Google Shape;453;p50"/>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54" name="Google Shape;454;p50"/>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custom layout 13">
  <p:cSld name="custom layout 13">
    <p:spTree>
      <p:nvGrpSpPr>
        <p:cNvPr id="1" name="Shape 455"/>
        <p:cNvGrpSpPr/>
        <p:nvPr/>
      </p:nvGrpSpPr>
      <p:grpSpPr>
        <a:xfrm>
          <a:off x="0" y="0"/>
          <a:ext cx="0" cy="0"/>
          <a:chOff x="0" y="0"/>
          <a:chExt cx="0" cy="0"/>
        </a:xfrm>
      </p:grpSpPr>
      <p:sp>
        <p:nvSpPr>
          <p:cNvPr id="456" name="Google Shape;456;p51"/>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7" name="Google Shape;457;p51"/>
          <p:cNvSpPr>
            <a:spLocks noGrp="1"/>
          </p:cNvSpPr>
          <p:nvPr>
            <p:ph type="pic" idx="2"/>
          </p:nvPr>
        </p:nvSpPr>
        <p:spPr>
          <a:xfrm>
            <a:off x="5039917" y="879475"/>
            <a:ext cx="4104000" cy="3744900"/>
          </a:xfrm>
          <a:prstGeom prst="rect">
            <a:avLst/>
          </a:prstGeom>
          <a:noFill/>
          <a:ln>
            <a:noFill/>
          </a:ln>
        </p:spPr>
      </p:sp>
      <p:sp>
        <p:nvSpPr>
          <p:cNvPr id="458" name="Google Shape;458;p51"/>
          <p:cNvSpPr txBox="1">
            <a:spLocks noGrp="1"/>
          </p:cNvSpPr>
          <p:nvPr>
            <p:ph type="body" idx="1"/>
          </p:nvPr>
        </p:nvSpPr>
        <p:spPr>
          <a:xfrm>
            <a:off x="1" y="879475"/>
            <a:ext cx="2700300" cy="1872000"/>
          </a:xfrm>
          <a:prstGeom prst="rect">
            <a:avLst/>
          </a:prstGeom>
          <a:solidFill>
            <a:srgbClr val="D8D8D8"/>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dk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59" name="Google Shape;459;p51"/>
          <p:cNvSpPr txBox="1">
            <a:spLocks noGrp="1"/>
          </p:cNvSpPr>
          <p:nvPr>
            <p:ph type="body" idx="3"/>
          </p:nvPr>
        </p:nvSpPr>
        <p:spPr>
          <a:xfrm>
            <a:off x="0" y="2752344"/>
            <a:ext cx="2700300" cy="1872000"/>
          </a:xfrm>
          <a:prstGeom prst="rect">
            <a:avLst/>
          </a:prstGeom>
          <a:solidFill>
            <a:schemeClr val="lt2"/>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60" name="Google Shape;460;p51"/>
          <p:cNvSpPr>
            <a:spLocks noGrp="1"/>
          </p:cNvSpPr>
          <p:nvPr>
            <p:ph type="pic" idx="4"/>
          </p:nvPr>
        </p:nvSpPr>
        <p:spPr>
          <a:xfrm>
            <a:off x="2700338" y="895692"/>
            <a:ext cx="2339700" cy="1855800"/>
          </a:xfrm>
          <a:prstGeom prst="rect">
            <a:avLst/>
          </a:prstGeom>
          <a:noFill/>
          <a:ln>
            <a:noFill/>
          </a:ln>
        </p:spPr>
      </p:sp>
      <p:sp>
        <p:nvSpPr>
          <p:cNvPr id="461" name="Google Shape;461;p51"/>
          <p:cNvSpPr>
            <a:spLocks noGrp="1"/>
          </p:cNvSpPr>
          <p:nvPr>
            <p:ph type="pic" idx="5"/>
          </p:nvPr>
        </p:nvSpPr>
        <p:spPr>
          <a:xfrm>
            <a:off x="2700338" y="2768544"/>
            <a:ext cx="2339700" cy="1855800"/>
          </a:xfrm>
          <a:prstGeom prst="rect">
            <a:avLst/>
          </a:prstGeom>
          <a:noFill/>
          <a:ln>
            <a:noFill/>
          </a:ln>
        </p:spPr>
      </p:sp>
      <p:sp>
        <p:nvSpPr>
          <p:cNvPr id="462" name="Google Shape;462;p51"/>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463" name="Google Shape;463;p51"/>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4" name="Google Shape;464;p51"/>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custom layout 15">
  <p:cSld name="custom layout 15">
    <p:spTree>
      <p:nvGrpSpPr>
        <p:cNvPr id="1" name="Shape 465"/>
        <p:cNvGrpSpPr/>
        <p:nvPr/>
      </p:nvGrpSpPr>
      <p:grpSpPr>
        <a:xfrm>
          <a:off x="0" y="0"/>
          <a:ext cx="0" cy="0"/>
          <a:chOff x="0" y="0"/>
          <a:chExt cx="0" cy="0"/>
        </a:xfrm>
      </p:grpSpPr>
      <p:sp>
        <p:nvSpPr>
          <p:cNvPr id="466" name="Google Shape;466;p52"/>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7" name="Google Shape;467;p52"/>
          <p:cNvSpPr txBox="1">
            <a:spLocks noGrp="1"/>
          </p:cNvSpPr>
          <p:nvPr>
            <p:ph type="body" idx="1"/>
          </p:nvPr>
        </p:nvSpPr>
        <p:spPr>
          <a:xfrm>
            <a:off x="1350169" y="879480"/>
            <a:ext cx="1350300" cy="1248300"/>
          </a:xfrm>
          <a:prstGeom prst="rect">
            <a:avLst/>
          </a:prstGeom>
          <a:solidFill>
            <a:schemeClr val="accent1"/>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68" name="Google Shape;468;p52"/>
          <p:cNvSpPr>
            <a:spLocks noGrp="1"/>
          </p:cNvSpPr>
          <p:nvPr>
            <p:ph type="pic" idx="2"/>
          </p:nvPr>
        </p:nvSpPr>
        <p:spPr>
          <a:xfrm>
            <a:off x="2700337" y="895696"/>
            <a:ext cx="3743400" cy="3728700"/>
          </a:xfrm>
          <a:prstGeom prst="rect">
            <a:avLst/>
          </a:prstGeom>
          <a:noFill/>
          <a:ln>
            <a:noFill/>
          </a:ln>
        </p:spPr>
      </p:sp>
      <p:sp>
        <p:nvSpPr>
          <p:cNvPr id="469" name="Google Shape;469;p52"/>
          <p:cNvSpPr txBox="1">
            <a:spLocks noGrp="1"/>
          </p:cNvSpPr>
          <p:nvPr>
            <p:ph type="body" idx="3"/>
          </p:nvPr>
        </p:nvSpPr>
        <p:spPr>
          <a:xfrm>
            <a:off x="1" y="879480"/>
            <a:ext cx="1350300" cy="1248300"/>
          </a:xfrm>
          <a:prstGeom prst="rect">
            <a:avLst/>
          </a:prstGeom>
          <a:solidFill>
            <a:schemeClr val="accent1"/>
          </a:solidFill>
          <a:ln>
            <a:noFill/>
          </a:ln>
        </p:spPr>
        <p:txBody>
          <a:bodyPr spcFirstLastPara="1" wrap="square" lIns="0" tIns="0" rIns="0" bIns="0" anchor="ctr" anchorCtr="0">
            <a:noAutofit/>
          </a:bodyPr>
          <a:lstStyle>
            <a:lvl1pPr marL="457200" lvl="0" indent="-285750" algn="ctr">
              <a:lnSpc>
                <a:spcPct val="100000"/>
              </a:lnSpc>
              <a:spcBef>
                <a:spcPts val="200"/>
              </a:spcBef>
              <a:spcAft>
                <a:spcPts val="0"/>
              </a:spcAft>
              <a:buSzPts val="900"/>
              <a:buFont typeface="Libre Franklin"/>
              <a:buChar char="•"/>
              <a:defRPr sz="1200">
                <a:solidFill>
                  <a:schemeClr val="lt1"/>
                </a:solidFill>
              </a:defRPr>
            </a:lvl1pPr>
            <a:lvl2pPr marL="914400" lvl="1" indent="-317500" algn="l">
              <a:lnSpc>
                <a:spcPct val="100000"/>
              </a:lnSpc>
              <a:spcBef>
                <a:spcPts val="300"/>
              </a:spcBef>
              <a:spcAft>
                <a:spcPts val="0"/>
              </a:spcAft>
              <a:buSzPts val="1400"/>
              <a:buChar char="•"/>
              <a:defRPr/>
            </a:lvl2pPr>
            <a:lvl3pPr marL="1371600" lvl="2" indent="-228600" algn="l">
              <a:lnSpc>
                <a:spcPct val="100000"/>
              </a:lnSpc>
              <a:spcBef>
                <a:spcPts val="300"/>
              </a:spcBef>
              <a:spcAft>
                <a:spcPts val="0"/>
              </a:spcAft>
              <a:buSzPts val="1400"/>
              <a:buNone/>
              <a:defRPr/>
            </a:lvl3pPr>
            <a:lvl4pPr marL="1828800" lvl="3" indent="-317500" algn="l">
              <a:lnSpc>
                <a:spcPct val="100000"/>
              </a:lnSpc>
              <a:spcBef>
                <a:spcPts val="300"/>
              </a:spcBef>
              <a:spcAft>
                <a:spcPts val="0"/>
              </a:spcAft>
              <a:buSzPts val="1400"/>
              <a:buChar char="•"/>
              <a:defRPr/>
            </a:lvl4pPr>
            <a:lvl5pPr marL="2286000" lvl="4" indent="-317500" algn="l">
              <a:lnSpc>
                <a:spcPct val="100000"/>
              </a:lnSpc>
              <a:spcBef>
                <a:spcPts val="300"/>
              </a:spcBef>
              <a:spcAft>
                <a:spcPts val="0"/>
              </a:spcAft>
              <a:buSzPts val="1400"/>
              <a:buChar char="•"/>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70" name="Google Shape;470;p52"/>
          <p:cNvSpPr txBox="1">
            <a:spLocks noGrp="1"/>
          </p:cNvSpPr>
          <p:nvPr>
            <p:ph type="body" idx="4"/>
          </p:nvPr>
        </p:nvSpPr>
        <p:spPr>
          <a:xfrm>
            <a:off x="1350169" y="2127784"/>
            <a:ext cx="1350300" cy="1248300"/>
          </a:xfrm>
          <a:prstGeom prst="rect">
            <a:avLst/>
          </a:prstGeom>
          <a:solidFill>
            <a:schemeClr val="dk2"/>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71" name="Google Shape;471;p52"/>
          <p:cNvSpPr txBox="1">
            <a:spLocks noGrp="1"/>
          </p:cNvSpPr>
          <p:nvPr>
            <p:ph type="body" idx="5"/>
          </p:nvPr>
        </p:nvSpPr>
        <p:spPr>
          <a:xfrm>
            <a:off x="1" y="2127785"/>
            <a:ext cx="1350300" cy="1248300"/>
          </a:xfrm>
          <a:prstGeom prst="rect">
            <a:avLst/>
          </a:prstGeom>
          <a:solidFill>
            <a:schemeClr val="dk2"/>
          </a:solidFill>
          <a:ln>
            <a:noFill/>
          </a:ln>
        </p:spPr>
        <p:txBody>
          <a:bodyPr spcFirstLastPara="1" wrap="square" lIns="0" tIns="0" rIns="0" bIns="0" anchor="ctr" anchorCtr="0">
            <a:noAutofit/>
          </a:bodyPr>
          <a:lstStyle>
            <a:lvl1pPr marL="457200" lvl="0" indent="-285750" algn="ctr">
              <a:lnSpc>
                <a:spcPct val="100000"/>
              </a:lnSpc>
              <a:spcBef>
                <a:spcPts val="200"/>
              </a:spcBef>
              <a:spcAft>
                <a:spcPts val="0"/>
              </a:spcAft>
              <a:buSzPts val="900"/>
              <a:buFont typeface="Libre Franklin"/>
              <a:buChar char="•"/>
              <a:defRPr sz="1200">
                <a:solidFill>
                  <a:schemeClr val="lt1"/>
                </a:solidFill>
              </a:defRPr>
            </a:lvl1pPr>
            <a:lvl2pPr marL="914400" lvl="1" indent="-317500" algn="l">
              <a:lnSpc>
                <a:spcPct val="100000"/>
              </a:lnSpc>
              <a:spcBef>
                <a:spcPts val="300"/>
              </a:spcBef>
              <a:spcAft>
                <a:spcPts val="0"/>
              </a:spcAft>
              <a:buSzPts val="1400"/>
              <a:buChar char="•"/>
              <a:defRPr/>
            </a:lvl2pPr>
            <a:lvl3pPr marL="1371600" lvl="2" indent="-228600" algn="l">
              <a:lnSpc>
                <a:spcPct val="100000"/>
              </a:lnSpc>
              <a:spcBef>
                <a:spcPts val="300"/>
              </a:spcBef>
              <a:spcAft>
                <a:spcPts val="0"/>
              </a:spcAft>
              <a:buSzPts val="1400"/>
              <a:buNone/>
              <a:defRPr/>
            </a:lvl3pPr>
            <a:lvl4pPr marL="1828800" lvl="3" indent="-317500" algn="l">
              <a:lnSpc>
                <a:spcPct val="100000"/>
              </a:lnSpc>
              <a:spcBef>
                <a:spcPts val="300"/>
              </a:spcBef>
              <a:spcAft>
                <a:spcPts val="0"/>
              </a:spcAft>
              <a:buSzPts val="1400"/>
              <a:buChar char="•"/>
              <a:defRPr/>
            </a:lvl4pPr>
            <a:lvl5pPr marL="2286000" lvl="4" indent="-317500" algn="l">
              <a:lnSpc>
                <a:spcPct val="100000"/>
              </a:lnSpc>
              <a:spcBef>
                <a:spcPts val="300"/>
              </a:spcBef>
              <a:spcAft>
                <a:spcPts val="0"/>
              </a:spcAft>
              <a:buSzPts val="1400"/>
              <a:buChar char="•"/>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72" name="Google Shape;472;p52"/>
          <p:cNvSpPr txBox="1">
            <a:spLocks noGrp="1"/>
          </p:cNvSpPr>
          <p:nvPr>
            <p:ph type="body" idx="6"/>
          </p:nvPr>
        </p:nvSpPr>
        <p:spPr>
          <a:xfrm>
            <a:off x="1350169" y="3376088"/>
            <a:ext cx="1350300" cy="1248300"/>
          </a:xfrm>
          <a:prstGeom prst="rect">
            <a:avLst/>
          </a:prstGeom>
          <a:solidFill>
            <a:schemeClr val="accent1"/>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73" name="Google Shape;473;p52"/>
          <p:cNvSpPr txBox="1">
            <a:spLocks noGrp="1"/>
          </p:cNvSpPr>
          <p:nvPr>
            <p:ph type="body" idx="7"/>
          </p:nvPr>
        </p:nvSpPr>
        <p:spPr>
          <a:xfrm>
            <a:off x="1" y="3376089"/>
            <a:ext cx="1350300" cy="1248300"/>
          </a:xfrm>
          <a:prstGeom prst="rect">
            <a:avLst/>
          </a:prstGeom>
          <a:solidFill>
            <a:schemeClr val="accent1"/>
          </a:solidFill>
          <a:ln>
            <a:noFill/>
          </a:ln>
        </p:spPr>
        <p:txBody>
          <a:bodyPr spcFirstLastPara="1" wrap="square" lIns="0" tIns="0" rIns="0" bIns="0" anchor="ctr" anchorCtr="0">
            <a:noAutofit/>
          </a:bodyPr>
          <a:lstStyle>
            <a:lvl1pPr marL="457200" lvl="0" indent="-285750" algn="ctr">
              <a:lnSpc>
                <a:spcPct val="100000"/>
              </a:lnSpc>
              <a:spcBef>
                <a:spcPts val="200"/>
              </a:spcBef>
              <a:spcAft>
                <a:spcPts val="0"/>
              </a:spcAft>
              <a:buSzPts val="900"/>
              <a:buFont typeface="Libre Franklin"/>
              <a:buChar char="•"/>
              <a:defRPr sz="1200">
                <a:solidFill>
                  <a:schemeClr val="lt1"/>
                </a:solidFill>
              </a:defRPr>
            </a:lvl1pPr>
            <a:lvl2pPr marL="914400" lvl="1" indent="-317500" algn="l">
              <a:lnSpc>
                <a:spcPct val="100000"/>
              </a:lnSpc>
              <a:spcBef>
                <a:spcPts val="300"/>
              </a:spcBef>
              <a:spcAft>
                <a:spcPts val="0"/>
              </a:spcAft>
              <a:buSzPts val="1400"/>
              <a:buChar char="•"/>
              <a:defRPr/>
            </a:lvl2pPr>
            <a:lvl3pPr marL="1371600" lvl="2" indent="-228600" algn="l">
              <a:lnSpc>
                <a:spcPct val="100000"/>
              </a:lnSpc>
              <a:spcBef>
                <a:spcPts val="300"/>
              </a:spcBef>
              <a:spcAft>
                <a:spcPts val="0"/>
              </a:spcAft>
              <a:buSzPts val="1400"/>
              <a:buNone/>
              <a:defRPr/>
            </a:lvl3pPr>
            <a:lvl4pPr marL="1828800" lvl="3" indent="-317500" algn="l">
              <a:lnSpc>
                <a:spcPct val="100000"/>
              </a:lnSpc>
              <a:spcBef>
                <a:spcPts val="300"/>
              </a:spcBef>
              <a:spcAft>
                <a:spcPts val="0"/>
              </a:spcAft>
              <a:buSzPts val="1400"/>
              <a:buChar char="•"/>
              <a:defRPr/>
            </a:lvl4pPr>
            <a:lvl5pPr marL="2286000" lvl="4" indent="-317500" algn="l">
              <a:lnSpc>
                <a:spcPct val="100000"/>
              </a:lnSpc>
              <a:spcBef>
                <a:spcPts val="300"/>
              </a:spcBef>
              <a:spcAft>
                <a:spcPts val="0"/>
              </a:spcAft>
              <a:buSzPts val="1400"/>
              <a:buChar char="•"/>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74" name="Google Shape;474;p52"/>
          <p:cNvSpPr txBox="1">
            <a:spLocks noGrp="1"/>
          </p:cNvSpPr>
          <p:nvPr>
            <p:ph type="body" idx="8"/>
          </p:nvPr>
        </p:nvSpPr>
        <p:spPr>
          <a:xfrm>
            <a:off x="7793832" y="879476"/>
            <a:ext cx="1350300" cy="1872000"/>
          </a:xfrm>
          <a:prstGeom prst="rect">
            <a:avLst/>
          </a:prstGeom>
          <a:solidFill>
            <a:schemeClr val="accent1"/>
          </a:solidFill>
          <a:ln>
            <a:noFill/>
          </a:ln>
        </p:spPr>
        <p:txBody>
          <a:bodyPr spcFirstLastPara="1" wrap="square" lIns="0" tIns="0" rIns="0" bIns="0" anchor="ctr" anchorCtr="0">
            <a:noAutofit/>
          </a:bodyPr>
          <a:lstStyle>
            <a:lvl1pPr marL="457200" lvl="0" indent="-285750" algn="ctr">
              <a:lnSpc>
                <a:spcPct val="100000"/>
              </a:lnSpc>
              <a:spcBef>
                <a:spcPts val="200"/>
              </a:spcBef>
              <a:spcAft>
                <a:spcPts val="0"/>
              </a:spcAft>
              <a:buClr>
                <a:srgbClr val="529A43"/>
              </a:buClr>
              <a:buSzPts val="900"/>
              <a:buFont typeface="Libre Franklin"/>
              <a:buChar char="•"/>
              <a:defRPr sz="1200">
                <a:solidFill>
                  <a:schemeClr val="lt1"/>
                </a:solidFill>
              </a:defRPr>
            </a:lvl1pPr>
            <a:lvl2pPr marL="914400" lvl="1" indent="-304800" algn="l">
              <a:lnSpc>
                <a:spcPct val="100000"/>
              </a:lnSpc>
              <a:spcBef>
                <a:spcPts val="200"/>
              </a:spcBef>
              <a:spcAft>
                <a:spcPts val="0"/>
              </a:spcAft>
              <a:buClr>
                <a:srgbClr val="529A43"/>
              </a:buClr>
              <a:buSzPts val="1200"/>
              <a:buChar char="•"/>
              <a:defRPr sz="1200">
                <a:solidFill>
                  <a:srgbClr val="000000"/>
                </a:solidFill>
              </a:defRPr>
            </a:lvl2pPr>
            <a:lvl3pPr marL="1371600" lvl="2" indent="-228600" algn="l">
              <a:lnSpc>
                <a:spcPct val="100000"/>
              </a:lnSpc>
              <a:spcBef>
                <a:spcPts val="400"/>
              </a:spcBef>
              <a:spcAft>
                <a:spcPts val="0"/>
              </a:spcAft>
              <a:buClr>
                <a:srgbClr val="529A43"/>
              </a:buClr>
              <a:buSzPts val="2000"/>
              <a:buNone/>
              <a:defRPr sz="2000">
                <a:solidFill>
                  <a:srgbClr val="000000"/>
                </a:solidFill>
              </a:defRPr>
            </a:lvl3pPr>
            <a:lvl4pPr marL="1828800" lvl="3" indent="-342900" algn="l">
              <a:lnSpc>
                <a:spcPct val="100000"/>
              </a:lnSpc>
              <a:spcBef>
                <a:spcPts val="400"/>
              </a:spcBef>
              <a:spcAft>
                <a:spcPts val="0"/>
              </a:spcAft>
              <a:buClr>
                <a:srgbClr val="529A43"/>
              </a:buClr>
              <a:buSzPts val="1800"/>
              <a:buChar char="•"/>
              <a:defRPr sz="1800">
                <a:solidFill>
                  <a:srgbClr val="000000"/>
                </a:solidFill>
              </a:defRPr>
            </a:lvl4pPr>
            <a:lvl5pPr marL="2286000" lvl="4" indent="-342900" algn="l">
              <a:lnSpc>
                <a:spcPct val="100000"/>
              </a:lnSpc>
              <a:spcBef>
                <a:spcPts val="400"/>
              </a:spcBef>
              <a:spcAft>
                <a:spcPts val="0"/>
              </a:spcAft>
              <a:buClr>
                <a:srgbClr val="529A43"/>
              </a:buClr>
              <a:buSzPts val="1800"/>
              <a:buChar char="•"/>
              <a:defRPr sz="1800">
                <a:solidFill>
                  <a:srgbClr val="000000"/>
                </a:solidFill>
              </a:defRPr>
            </a:lvl5pPr>
            <a:lvl6pPr marL="2743200" lvl="5" indent="-342900" algn="l">
              <a:lnSpc>
                <a:spcPct val="100000"/>
              </a:lnSpc>
              <a:spcBef>
                <a:spcPts val="400"/>
              </a:spcBef>
              <a:spcAft>
                <a:spcPts val="0"/>
              </a:spcAft>
              <a:buSzPts val="1800"/>
              <a:buChar char="•"/>
              <a:defRPr sz="1800"/>
            </a:lvl6pPr>
            <a:lvl7pPr marL="3200400" lvl="6" indent="-342900" algn="l">
              <a:lnSpc>
                <a:spcPct val="100000"/>
              </a:lnSpc>
              <a:spcBef>
                <a:spcPts val="400"/>
              </a:spcBef>
              <a:spcAft>
                <a:spcPts val="0"/>
              </a:spcAft>
              <a:buSzPts val="1800"/>
              <a:buChar char="•"/>
              <a:defRPr sz="1800"/>
            </a:lvl7pPr>
            <a:lvl8pPr marL="3657600" lvl="7" indent="-342900" algn="l">
              <a:lnSpc>
                <a:spcPct val="100000"/>
              </a:lnSpc>
              <a:spcBef>
                <a:spcPts val="400"/>
              </a:spcBef>
              <a:spcAft>
                <a:spcPts val="0"/>
              </a:spcAft>
              <a:buSzPts val="1800"/>
              <a:buChar char="•"/>
              <a:defRPr sz="1800"/>
            </a:lvl8pPr>
            <a:lvl9pPr marL="4114800" lvl="8" indent="-342900" algn="l">
              <a:lnSpc>
                <a:spcPct val="100000"/>
              </a:lnSpc>
              <a:spcBef>
                <a:spcPts val="400"/>
              </a:spcBef>
              <a:spcAft>
                <a:spcPts val="0"/>
              </a:spcAft>
              <a:buSzPts val="1800"/>
              <a:buChar char="•"/>
              <a:defRPr sz="1800"/>
            </a:lvl9pPr>
          </a:lstStyle>
          <a:p>
            <a:endParaRPr/>
          </a:p>
        </p:txBody>
      </p:sp>
      <p:sp>
        <p:nvSpPr>
          <p:cNvPr id="475" name="Google Shape;475;p52"/>
          <p:cNvSpPr txBox="1">
            <a:spLocks noGrp="1"/>
          </p:cNvSpPr>
          <p:nvPr>
            <p:ph type="body" idx="9"/>
          </p:nvPr>
        </p:nvSpPr>
        <p:spPr>
          <a:xfrm>
            <a:off x="7793832" y="2763758"/>
            <a:ext cx="1350300" cy="1860600"/>
          </a:xfrm>
          <a:prstGeom prst="rect">
            <a:avLst/>
          </a:prstGeom>
          <a:solidFill>
            <a:schemeClr val="dk2"/>
          </a:solidFill>
          <a:ln>
            <a:noFill/>
          </a:ln>
        </p:spPr>
        <p:txBody>
          <a:bodyPr spcFirstLastPara="1" wrap="square" lIns="0" tIns="0" rIns="0" bIns="0" anchor="ctr" anchorCtr="0">
            <a:noAutofit/>
          </a:bodyPr>
          <a:lstStyle>
            <a:lvl1pPr marL="457200" lvl="0" indent="-285750" algn="ctr">
              <a:lnSpc>
                <a:spcPct val="100000"/>
              </a:lnSpc>
              <a:spcBef>
                <a:spcPts val="200"/>
              </a:spcBef>
              <a:spcAft>
                <a:spcPts val="0"/>
              </a:spcAft>
              <a:buSzPts val="900"/>
              <a:buFont typeface="Libre Franklin"/>
              <a:buChar char="•"/>
              <a:defRPr sz="1200">
                <a:solidFill>
                  <a:schemeClr val="lt1"/>
                </a:solidFill>
              </a:defRPr>
            </a:lvl1pPr>
            <a:lvl2pPr marL="914400" lvl="1" indent="-317500" algn="l">
              <a:lnSpc>
                <a:spcPct val="100000"/>
              </a:lnSpc>
              <a:spcBef>
                <a:spcPts val="300"/>
              </a:spcBef>
              <a:spcAft>
                <a:spcPts val="0"/>
              </a:spcAft>
              <a:buSzPts val="1400"/>
              <a:buChar char="•"/>
              <a:defRPr/>
            </a:lvl2pPr>
            <a:lvl3pPr marL="1371600" lvl="2" indent="-228600" algn="l">
              <a:lnSpc>
                <a:spcPct val="100000"/>
              </a:lnSpc>
              <a:spcBef>
                <a:spcPts val="300"/>
              </a:spcBef>
              <a:spcAft>
                <a:spcPts val="0"/>
              </a:spcAft>
              <a:buSzPts val="1400"/>
              <a:buNone/>
              <a:defRPr/>
            </a:lvl3pPr>
            <a:lvl4pPr marL="1828800" lvl="3" indent="-317500" algn="l">
              <a:lnSpc>
                <a:spcPct val="100000"/>
              </a:lnSpc>
              <a:spcBef>
                <a:spcPts val="300"/>
              </a:spcBef>
              <a:spcAft>
                <a:spcPts val="0"/>
              </a:spcAft>
              <a:buSzPts val="1400"/>
              <a:buChar char="•"/>
              <a:defRPr/>
            </a:lvl4pPr>
            <a:lvl5pPr marL="2286000" lvl="4" indent="-317500" algn="l">
              <a:lnSpc>
                <a:spcPct val="100000"/>
              </a:lnSpc>
              <a:spcBef>
                <a:spcPts val="300"/>
              </a:spcBef>
              <a:spcAft>
                <a:spcPts val="0"/>
              </a:spcAft>
              <a:buSzPts val="1400"/>
              <a:buChar char="•"/>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76" name="Google Shape;476;p52"/>
          <p:cNvSpPr txBox="1">
            <a:spLocks noGrp="1"/>
          </p:cNvSpPr>
          <p:nvPr>
            <p:ph type="body" idx="13"/>
          </p:nvPr>
        </p:nvSpPr>
        <p:spPr>
          <a:xfrm>
            <a:off x="6443662" y="879476"/>
            <a:ext cx="1350300" cy="1872000"/>
          </a:xfrm>
          <a:prstGeom prst="rect">
            <a:avLst/>
          </a:prstGeom>
          <a:solidFill>
            <a:schemeClr val="accent1"/>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77" name="Google Shape;477;p52"/>
          <p:cNvSpPr txBox="1">
            <a:spLocks noGrp="1"/>
          </p:cNvSpPr>
          <p:nvPr>
            <p:ph type="body" idx="14"/>
          </p:nvPr>
        </p:nvSpPr>
        <p:spPr>
          <a:xfrm>
            <a:off x="6443662" y="2763758"/>
            <a:ext cx="1350300" cy="1860600"/>
          </a:xfrm>
          <a:prstGeom prst="rect">
            <a:avLst/>
          </a:prstGeom>
          <a:solidFill>
            <a:schemeClr val="dk2"/>
          </a:solidFill>
          <a:ln>
            <a:noFill/>
          </a:ln>
        </p:spPr>
        <p:txBody>
          <a:bodyPr spcFirstLastPara="1" wrap="square" lIns="0" tIns="0" rIns="0" bIns="0" anchor="ctr" anchorCtr="0">
            <a:noAutofit/>
          </a:bodyPr>
          <a:lstStyle>
            <a:lvl1pPr marL="457200" lvl="0" indent="-228600" algn="ctr">
              <a:lnSpc>
                <a:spcPct val="100000"/>
              </a:lnSpc>
              <a:spcBef>
                <a:spcPts val="200"/>
              </a:spcBef>
              <a:spcAft>
                <a:spcPts val="0"/>
              </a:spcAft>
              <a:buSzPts val="1200"/>
              <a:buFont typeface="Libre Franklin"/>
              <a:buNone/>
              <a:defRPr sz="1200">
                <a:solidFill>
                  <a:schemeClr val="lt1"/>
                </a:solidFill>
                <a:latin typeface="Arial"/>
                <a:ea typeface="Arial"/>
                <a:cs typeface="Arial"/>
                <a:sym typeface="Arial"/>
              </a:defRPr>
            </a:lvl1pPr>
            <a:lvl2pPr marL="914400" lvl="1" indent="-336550" algn="l">
              <a:lnSpc>
                <a:spcPct val="100000"/>
              </a:lnSpc>
              <a:spcBef>
                <a:spcPts val="300"/>
              </a:spcBef>
              <a:spcAft>
                <a:spcPts val="0"/>
              </a:spcAft>
              <a:buSzPts val="1700"/>
              <a:buChar char="•"/>
              <a:defRPr sz="1700">
                <a:solidFill>
                  <a:schemeClr val="lt1"/>
                </a:solidFill>
              </a:defRPr>
            </a:lvl2pPr>
            <a:lvl3pPr marL="1371600" lvl="2" indent="-228600" algn="l">
              <a:lnSpc>
                <a:spcPct val="100000"/>
              </a:lnSpc>
              <a:spcBef>
                <a:spcPts val="300"/>
              </a:spcBef>
              <a:spcAft>
                <a:spcPts val="0"/>
              </a:spcAft>
              <a:buSzPts val="1700"/>
              <a:buNone/>
              <a:defRPr sz="1700">
                <a:solidFill>
                  <a:schemeClr val="lt1"/>
                </a:solidFill>
              </a:defRPr>
            </a:lvl3pPr>
            <a:lvl4pPr marL="1828800" lvl="3" indent="-336550" algn="l">
              <a:lnSpc>
                <a:spcPct val="100000"/>
              </a:lnSpc>
              <a:spcBef>
                <a:spcPts val="300"/>
              </a:spcBef>
              <a:spcAft>
                <a:spcPts val="0"/>
              </a:spcAft>
              <a:buSzPts val="1700"/>
              <a:buChar char="•"/>
              <a:defRPr sz="1700">
                <a:solidFill>
                  <a:schemeClr val="lt1"/>
                </a:solidFill>
              </a:defRPr>
            </a:lvl4pPr>
            <a:lvl5pPr marL="2286000" lvl="4" indent="-336550" algn="l">
              <a:lnSpc>
                <a:spcPct val="100000"/>
              </a:lnSpc>
              <a:spcBef>
                <a:spcPts val="300"/>
              </a:spcBef>
              <a:spcAft>
                <a:spcPts val="0"/>
              </a:spcAft>
              <a:buSzPts val="1700"/>
              <a:buChar char="•"/>
              <a:defRPr sz="1700">
                <a:solidFill>
                  <a:schemeClr val="lt1"/>
                </a:solidFill>
              </a:defRPr>
            </a:lvl5pPr>
            <a:lvl6pPr marL="2743200" lvl="5" indent="-317500" algn="l">
              <a:lnSpc>
                <a:spcPct val="100000"/>
              </a:lnSpc>
              <a:spcBef>
                <a:spcPts val="300"/>
              </a:spcBef>
              <a:spcAft>
                <a:spcPts val="0"/>
              </a:spcAft>
              <a:buSzPts val="1400"/>
              <a:buChar char="•"/>
              <a:defRPr/>
            </a:lvl6pPr>
            <a:lvl7pPr marL="3200400" lvl="6" indent="-317500" algn="l">
              <a:lnSpc>
                <a:spcPct val="100000"/>
              </a:lnSpc>
              <a:spcBef>
                <a:spcPts val="300"/>
              </a:spcBef>
              <a:spcAft>
                <a:spcPts val="0"/>
              </a:spcAft>
              <a:buSzPts val="1400"/>
              <a:buChar char="•"/>
              <a:defRPr/>
            </a:lvl7pPr>
            <a:lvl8pPr marL="3657600" lvl="7" indent="-317500" algn="l">
              <a:lnSpc>
                <a:spcPct val="100000"/>
              </a:lnSpc>
              <a:spcBef>
                <a:spcPts val="300"/>
              </a:spcBef>
              <a:spcAft>
                <a:spcPts val="0"/>
              </a:spcAft>
              <a:buSzPts val="1400"/>
              <a:buChar char="•"/>
              <a:defRPr/>
            </a:lvl8pPr>
            <a:lvl9pPr marL="4114800" lvl="8" indent="-317500" algn="l">
              <a:lnSpc>
                <a:spcPct val="100000"/>
              </a:lnSpc>
              <a:spcBef>
                <a:spcPts val="300"/>
              </a:spcBef>
              <a:spcAft>
                <a:spcPts val="0"/>
              </a:spcAft>
              <a:buSzPts val="1400"/>
              <a:buChar char="•"/>
              <a:defRPr/>
            </a:lvl9pPr>
          </a:lstStyle>
          <a:p>
            <a:endParaRPr/>
          </a:p>
        </p:txBody>
      </p:sp>
      <p:sp>
        <p:nvSpPr>
          <p:cNvPr id="478" name="Google Shape;478;p52"/>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479" name="Google Shape;479;p52"/>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0" name="Google Shape;480;p52"/>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custom layout 16">
  <p:cSld name="custom layout 16">
    <p:spTree>
      <p:nvGrpSpPr>
        <p:cNvPr id="1" name="Shape 481"/>
        <p:cNvGrpSpPr/>
        <p:nvPr/>
      </p:nvGrpSpPr>
      <p:grpSpPr>
        <a:xfrm>
          <a:off x="0" y="0"/>
          <a:ext cx="0" cy="0"/>
          <a:chOff x="0" y="0"/>
          <a:chExt cx="0" cy="0"/>
        </a:xfrm>
      </p:grpSpPr>
      <p:sp>
        <p:nvSpPr>
          <p:cNvPr id="482" name="Google Shape;482;p53"/>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83" name="Google Shape;483;p53"/>
          <p:cNvSpPr>
            <a:spLocks noGrp="1"/>
          </p:cNvSpPr>
          <p:nvPr>
            <p:ph type="pic" idx="2"/>
          </p:nvPr>
        </p:nvSpPr>
        <p:spPr>
          <a:xfrm>
            <a:off x="5962650" y="898538"/>
            <a:ext cx="3181500" cy="3744900"/>
          </a:xfrm>
          <a:prstGeom prst="rect">
            <a:avLst/>
          </a:prstGeom>
          <a:noFill/>
          <a:ln>
            <a:noFill/>
          </a:ln>
        </p:spPr>
      </p:sp>
      <p:sp>
        <p:nvSpPr>
          <p:cNvPr id="484" name="Google Shape;484;p53"/>
          <p:cNvSpPr txBox="1">
            <a:spLocks noGrp="1"/>
          </p:cNvSpPr>
          <p:nvPr>
            <p:ph type="body" idx="1"/>
          </p:nvPr>
        </p:nvSpPr>
        <p:spPr>
          <a:xfrm>
            <a:off x="0" y="898538"/>
            <a:ext cx="4085100" cy="468300"/>
          </a:xfrm>
          <a:prstGeom prst="rect">
            <a:avLst/>
          </a:prstGeom>
          <a:solidFill>
            <a:schemeClr val="accent1"/>
          </a:solidFill>
          <a:ln>
            <a:noFill/>
          </a:ln>
        </p:spPr>
        <p:txBody>
          <a:bodyPr spcFirstLastPara="1" wrap="square" lIns="27000" tIns="0" rIns="54000" bIns="0" anchor="ctr" anchorCtr="0">
            <a:noAutofit/>
          </a:bodyPr>
          <a:lstStyle>
            <a:lvl1pPr marL="457200" lvl="0" indent="-228600" algn="l">
              <a:lnSpc>
                <a:spcPct val="90000"/>
              </a:lnSpc>
              <a:spcBef>
                <a:spcPts val="300"/>
              </a:spcBef>
              <a:spcAft>
                <a:spcPts val="0"/>
              </a:spcAft>
              <a:buSzPts val="1400"/>
              <a:buFont typeface="Libre Franklin Medium"/>
              <a:buNone/>
              <a:defRPr sz="1400">
                <a:solidFill>
                  <a:schemeClr val="lt1"/>
                </a:solidFill>
                <a:latin typeface="Arial"/>
                <a:ea typeface="Arial"/>
                <a:cs typeface="Arial"/>
                <a:sym typeface="Arial"/>
              </a:defRPr>
            </a:lvl1pPr>
            <a:lvl2pPr marL="914400" lvl="1" indent="-336550" algn="l">
              <a:lnSpc>
                <a:spcPct val="90000"/>
              </a:lnSpc>
              <a:spcBef>
                <a:spcPts val="300"/>
              </a:spcBef>
              <a:spcAft>
                <a:spcPts val="0"/>
              </a:spcAft>
              <a:buSzPts val="1700"/>
              <a:buChar char="•"/>
              <a:defRPr sz="1700">
                <a:solidFill>
                  <a:schemeClr val="lt1"/>
                </a:solidFill>
              </a:defRPr>
            </a:lvl2pPr>
            <a:lvl3pPr marL="1371600" lvl="2" indent="-228600" algn="l">
              <a:lnSpc>
                <a:spcPct val="90000"/>
              </a:lnSpc>
              <a:spcBef>
                <a:spcPts val="300"/>
              </a:spcBef>
              <a:spcAft>
                <a:spcPts val="0"/>
              </a:spcAft>
              <a:buSzPts val="1700"/>
              <a:buNone/>
              <a:defRPr sz="1700">
                <a:solidFill>
                  <a:schemeClr val="lt1"/>
                </a:solidFill>
              </a:defRPr>
            </a:lvl3pPr>
            <a:lvl4pPr marL="1828800" lvl="3" indent="-336550" algn="l">
              <a:lnSpc>
                <a:spcPct val="90000"/>
              </a:lnSpc>
              <a:spcBef>
                <a:spcPts val="300"/>
              </a:spcBef>
              <a:spcAft>
                <a:spcPts val="0"/>
              </a:spcAft>
              <a:buSzPts val="1700"/>
              <a:buChar char="•"/>
              <a:defRPr sz="1700">
                <a:solidFill>
                  <a:schemeClr val="lt1"/>
                </a:solidFill>
              </a:defRPr>
            </a:lvl4pPr>
            <a:lvl5pPr marL="2286000" lvl="4" indent="-336550" algn="l">
              <a:lnSpc>
                <a:spcPct val="90000"/>
              </a:lnSpc>
              <a:spcBef>
                <a:spcPts val="300"/>
              </a:spcBef>
              <a:spcAft>
                <a:spcPts val="0"/>
              </a:spcAft>
              <a:buSzPts val="1700"/>
              <a:buChar char="•"/>
              <a:defRPr sz="1700">
                <a:solidFill>
                  <a:schemeClr val="lt1"/>
                </a:solidFill>
              </a:defRPr>
            </a:lvl5pPr>
            <a:lvl6pPr marL="2743200" lvl="5" indent="-317500" algn="l">
              <a:lnSpc>
                <a:spcPct val="90000"/>
              </a:lnSpc>
              <a:spcBef>
                <a:spcPts val="300"/>
              </a:spcBef>
              <a:spcAft>
                <a:spcPts val="0"/>
              </a:spcAft>
              <a:buSzPts val="1400"/>
              <a:buChar char="•"/>
              <a:defRPr/>
            </a:lvl6pPr>
            <a:lvl7pPr marL="3200400" lvl="6" indent="-317500" algn="l">
              <a:lnSpc>
                <a:spcPct val="90000"/>
              </a:lnSpc>
              <a:spcBef>
                <a:spcPts val="300"/>
              </a:spcBef>
              <a:spcAft>
                <a:spcPts val="0"/>
              </a:spcAft>
              <a:buSzPts val="1400"/>
              <a:buChar char="•"/>
              <a:defRPr/>
            </a:lvl7pPr>
            <a:lvl8pPr marL="3657600" lvl="7" indent="-317500" algn="l">
              <a:lnSpc>
                <a:spcPct val="90000"/>
              </a:lnSpc>
              <a:spcBef>
                <a:spcPts val="300"/>
              </a:spcBef>
              <a:spcAft>
                <a:spcPts val="0"/>
              </a:spcAft>
              <a:buSzPts val="1400"/>
              <a:buChar char="•"/>
              <a:defRPr/>
            </a:lvl8pPr>
            <a:lvl9pPr marL="4114800" lvl="8" indent="-317500" algn="l">
              <a:lnSpc>
                <a:spcPct val="90000"/>
              </a:lnSpc>
              <a:spcBef>
                <a:spcPts val="300"/>
              </a:spcBef>
              <a:spcAft>
                <a:spcPts val="0"/>
              </a:spcAft>
              <a:buSzPts val="1400"/>
              <a:buChar char="•"/>
              <a:defRPr/>
            </a:lvl9pPr>
          </a:lstStyle>
          <a:p>
            <a:endParaRPr/>
          </a:p>
        </p:txBody>
      </p:sp>
      <p:sp>
        <p:nvSpPr>
          <p:cNvPr id="485" name="Google Shape;485;p53"/>
          <p:cNvSpPr txBox="1">
            <a:spLocks noGrp="1"/>
          </p:cNvSpPr>
          <p:nvPr>
            <p:ph type="body" idx="3"/>
          </p:nvPr>
        </p:nvSpPr>
        <p:spPr>
          <a:xfrm>
            <a:off x="0" y="1364457"/>
            <a:ext cx="4081800" cy="3279000"/>
          </a:xfrm>
          <a:prstGeom prst="rect">
            <a:avLst/>
          </a:prstGeom>
          <a:solidFill>
            <a:srgbClr val="E1E3E1"/>
          </a:solidFill>
          <a:ln>
            <a:noFill/>
          </a:ln>
        </p:spPr>
        <p:txBody>
          <a:bodyPr spcFirstLastPara="1" wrap="square" lIns="0" tIns="45700" rIns="91425" bIns="45700" anchor="ctr" anchorCtr="0">
            <a:noAutofit/>
          </a:bodyPr>
          <a:lstStyle>
            <a:lvl1pPr marL="457200" lvl="0" indent="-228600" algn="ctr">
              <a:lnSpc>
                <a:spcPct val="90000"/>
              </a:lnSpc>
              <a:spcBef>
                <a:spcPts val="750"/>
              </a:spcBef>
              <a:spcAft>
                <a:spcPts val="0"/>
              </a:spcAft>
              <a:buSzPts val="1600"/>
              <a:buNone/>
              <a:defRPr/>
            </a:lvl1pPr>
            <a:lvl2pPr marL="914400" lvl="1" indent="-317500" algn="l">
              <a:lnSpc>
                <a:spcPct val="90000"/>
              </a:lnSpc>
              <a:spcBef>
                <a:spcPts val="375"/>
              </a:spcBef>
              <a:spcAft>
                <a:spcPts val="0"/>
              </a:spcAft>
              <a:buSzPts val="1400"/>
              <a:buChar char="•"/>
              <a:defRPr/>
            </a:lvl2pPr>
            <a:lvl3pPr marL="1371600" lvl="2" indent="-317500" algn="l">
              <a:lnSpc>
                <a:spcPct val="90000"/>
              </a:lnSpc>
              <a:spcBef>
                <a:spcPts val="375"/>
              </a:spcBef>
              <a:spcAft>
                <a:spcPts val="0"/>
              </a:spcAft>
              <a:buSzPts val="1400"/>
              <a:buChar char="•"/>
              <a:defRPr/>
            </a:lvl3pPr>
            <a:lvl4pPr marL="1828800" lvl="3" indent="-317500" algn="l">
              <a:lnSpc>
                <a:spcPct val="90000"/>
              </a:lnSpc>
              <a:spcBef>
                <a:spcPts val="375"/>
              </a:spcBef>
              <a:spcAft>
                <a:spcPts val="0"/>
              </a:spcAft>
              <a:buSzPts val="1400"/>
              <a:buChar char="•"/>
              <a:defRPr/>
            </a:lvl4pPr>
            <a:lvl5pPr marL="2286000" lvl="4" indent="-317500" algn="l">
              <a:lnSpc>
                <a:spcPct val="90000"/>
              </a:lnSpc>
              <a:spcBef>
                <a:spcPts val="375"/>
              </a:spcBef>
              <a:spcAft>
                <a:spcPts val="0"/>
              </a:spcAft>
              <a:buSzPts val="1400"/>
              <a:buChar char="•"/>
              <a:defRPr/>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486" name="Google Shape;486;p53"/>
          <p:cNvSpPr txBox="1">
            <a:spLocks noGrp="1"/>
          </p:cNvSpPr>
          <p:nvPr>
            <p:ph type="body" idx="4"/>
          </p:nvPr>
        </p:nvSpPr>
        <p:spPr>
          <a:xfrm>
            <a:off x="4104252" y="898538"/>
            <a:ext cx="1856100" cy="1867500"/>
          </a:xfrm>
          <a:prstGeom prst="rect">
            <a:avLst/>
          </a:prstGeom>
          <a:solidFill>
            <a:srgbClr val="E1E3E1"/>
          </a:solidFill>
          <a:ln>
            <a:noFill/>
          </a:ln>
        </p:spPr>
        <p:txBody>
          <a:bodyPr spcFirstLastPara="1" wrap="square" lIns="0" tIns="45700" rIns="91425" bIns="45700" anchor="ctr" anchorCtr="0">
            <a:noAutofit/>
          </a:bodyPr>
          <a:lstStyle>
            <a:lvl1pPr marL="457200" lvl="0" indent="-228600" algn="ctr">
              <a:lnSpc>
                <a:spcPct val="90000"/>
              </a:lnSpc>
              <a:spcBef>
                <a:spcPts val="750"/>
              </a:spcBef>
              <a:spcAft>
                <a:spcPts val="0"/>
              </a:spcAft>
              <a:buSzPts val="1000"/>
              <a:buNone/>
              <a:defRPr sz="1000"/>
            </a:lvl1pPr>
            <a:lvl2pPr marL="914400" lvl="1" indent="-292100" algn="l">
              <a:lnSpc>
                <a:spcPct val="90000"/>
              </a:lnSpc>
              <a:spcBef>
                <a:spcPts val="375"/>
              </a:spcBef>
              <a:spcAft>
                <a:spcPts val="0"/>
              </a:spcAft>
              <a:buSzPts val="1000"/>
              <a:buChar char="•"/>
              <a:defRPr sz="1000"/>
            </a:lvl2pPr>
            <a:lvl3pPr marL="1371600" lvl="2" indent="-292100" algn="l">
              <a:lnSpc>
                <a:spcPct val="90000"/>
              </a:lnSpc>
              <a:spcBef>
                <a:spcPts val="375"/>
              </a:spcBef>
              <a:spcAft>
                <a:spcPts val="0"/>
              </a:spcAft>
              <a:buSzPts val="1000"/>
              <a:buChar char="•"/>
              <a:defRPr sz="1000"/>
            </a:lvl3pPr>
            <a:lvl4pPr marL="1828800" lvl="3" indent="-292100" algn="l">
              <a:lnSpc>
                <a:spcPct val="90000"/>
              </a:lnSpc>
              <a:spcBef>
                <a:spcPts val="375"/>
              </a:spcBef>
              <a:spcAft>
                <a:spcPts val="0"/>
              </a:spcAft>
              <a:buSzPts val="1000"/>
              <a:buChar char="•"/>
              <a:defRPr sz="1000"/>
            </a:lvl4pPr>
            <a:lvl5pPr marL="2286000" lvl="4" indent="-292100" algn="l">
              <a:lnSpc>
                <a:spcPct val="90000"/>
              </a:lnSpc>
              <a:spcBef>
                <a:spcPts val="375"/>
              </a:spcBef>
              <a:spcAft>
                <a:spcPts val="0"/>
              </a:spcAft>
              <a:buSzPts val="1000"/>
              <a:buChar char="•"/>
              <a:defRPr sz="1000"/>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487" name="Google Shape;487;p53"/>
          <p:cNvSpPr txBox="1">
            <a:spLocks noGrp="1"/>
          </p:cNvSpPr>
          <p:nvPr>
            <p:ph type="body" idx="5"/>
          </p:nvPr>
        </p:nvSpPr>
        <p:spPr>
          <a:xfrm>
            <a:off x="4104252" y="2788920"/>
            <a:ext cx="1856100" cy="1854600"/>
          </a:xfrm>
          <a:prstGeom prst="rect">
            <a:avLst/>
          </a:prstGeom>
          <a:solidFill>
            <a:srgbClr val="E1E3E1"/>
          </a:solidFill>
          <a:ln>
            <a:noFill/>
          </a:ln>
        </p:spPr>
        <p:txBody>
          <a:bodyPr spcFirstLastPara="1" wrap="square" lIns="0" tIns="45700" rIns="91425" bIns="45700" anchor="ctr" anchorCtr="0">
            <a:noAutofit/>
          </a:bodyPr>
          <a:lstStyle>
            <a:lvl1pPr marL="457200" lvl="0" indent="-228600" algn="ctr">
              <a:lnSpc>
                <a:spcPct val="90000"/>
              </a:lnSpc>
              <a:spcBef>
                <a:spcPts val="750"/>
              </a:spcBef>
              <a:spcAft>
                <a:spcPts val="0"/>
              </a:spcAft>
              <a:buSzPts val="1000"/>
              <a:buNone/>
              <a:defRPr sz="1000"/>
            </a:lvl1pPr>
            <a:lvl2pPr marL="914400" lvl="1" indent="-292100" algn="l">
              <a:lnSpc>
                <a:spcPct val="90000"/>
              </a:lnSpc>
              <a:spcBef>
                <a:spcPts val="375"/>
              </a:spcBef>
              <a:spcAft>
                <a:spcPts val="0"/>
              </a:spcAft>
              <a:buSzPts val="1000"/>
              <a:buChar char="•"/>
              <a:defRPr sz="1000"/>
            </a:lvl2pPr>
            <a:lvl3pPr marL="1371600" lvl="2" indent="-292100" algn="l">
              <a:lnSpc>
                <a:spcPct val="90000"/>
              </a:lnSpc>
              <a:spcBef>
                <a:spcPts val="375"/>
              </a:spcBef>
              <a:spcAft>
                <a:spcPts val="0"/>
              </a:spcAft>
              <a:buSzPts val="1000"/>
              <a:buChar char="•"/>
              <a:defRPr sz="1000"/>
            </a:lvl3pPr>
            <a:lvl4pPr marL="1828800" lvl="3" indent="-292100" algn="l">
              <a:lnSpc>
                <a:spcPct val="90000"/>
              </a:lnSpc>
              <a:spcBef>
                <a:spcPts val="375"/>
              </a:spcBef>
              <a:spcAft>
                <a:spcPts val="0"/>
              </a:spcAft>
              <a:buSzPts val="1000"/>
              <a:buChar char="•"/>
              <a:defRPr sz="1000"/>
            </a:lvl4pPr>
            <a:lvl5pPr marL="2286000" lvl="4" indent="-292100" algn="l">
              <a:lnSpc>
                <a:spcPct val="90000"/>
              </a:lnSpc>
              <a:spcBef>
                <a:spcPts val="375"/>
              </a:spcBef>
              <a:spcAft>
                <a:spcPts val="0"/>
              </a:spcAft>
              <a:buSzPts val="1000"/>
              <a:buChar char="•"/>
              <a:defRPr sz="1000"/>
            </a:lvl5pPr>
            <a:lvl6pPr marL="2743200" lvl="5" indent="-342900" algn="l">
              <a:lnSpc>
                <a:spcPct val="90000"/>
              </a:lnSpc>
              <a:spcBef>
                <a:spcPts val="375"/>
              </a:spcBef>
              <a:spcAft>
                <a:spcPts val="0"/>
              </a:spcAft>
              <a:buSzPts val="1800"/>
              <a:buChar char="•"/>
              <a:defRPr/>
            </a:lvl6pPr>
            <a:lvl7pPr marL="3200400" lvl="6" indent="-342900" algn="l">
              <a:lnSpc>
                <a:spcPct val="90000"/>
              </a:lnSpc>
              <a:spcBef>
                <a:spcPts val="375"/>
              </a:spcBef>
              <a:spcAft>
                <a:spcPts val="0"/>
              </a:spcAft>
              <a:buSzPts val="1800"/>
              <a:buChar char="•"/>
              <a:defRPr/>
            </a:lvl7pPr>
            <a:lvl8pPr marL="3657600" lvl="7" indent="-342900" algn="l">
              <a:lnSpc>
                <a:spcPct val="90000"/>
              </a:lnSpc>
              <a:spcBef>
                <a:spcPts val="375"/>
              </a:spcBef>
              <a:spcAft>
                <a:spcPts val="0"/>
              </a:spcAft>
              <a:buSzPts val="1800"/>
              <a:buChar char="•"/>
              <a:defRPr/>
            </a:lvl8pPr>
            <a:lvl9pPr marL="4114800" lvl="8" indent="-342900" algn="l">
              <a:lnSpc>
                <a:spcPct val="90000"/>
              </a:lnSpc>
              <a:spcBef>
                <a:spcPts val="375"/>
              </a:spcBef>
              <a:spcAft>
                <a:spcPts val="0"/>
              </a:spcAft>
              <a:buSzPts val="1800"/>
              <a:buChar char="•"/>
              <a:defRPr/>
            </a:lvl9pPr>
          </a:lstStyle>
          <a:p>
            <a:endParaRPr/>
          </a:p>
        </p:txBody>
      </p:sp>
      <p:sp>
        <p:nvSpPr>
          <p:cNvPr id="488" name="Google Shape;488;p53"/>
          <p:cNvSpPr txBox="1">
            <a:spLocks noGrp="1"/>
          </p:cNvSpPr>
          <p:nvPr>
            <p:ph type="sldNum" idx="12"/>
          </p:nvPr>
        </p:nvSpPr>
        <p:spPr>
          <a:xfrm>
            <a:off x="338137" y="4744094"/>
            <a:ext cx="440400" cy="27390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sz="800" b="0" i="0" u="none" strike="noStrike" cap="none">
                <a:solidFill>
                  <a:schemeClr val="dk1"/>
                </a:solidFill>
                <a:latin typeface="Arial"/>
                <a:ea typeface="Arial"/>
                <a:cs typeface="Arial"/>
                <a:sym typeface="Arial"/>
              </a:defRPr>
            </a:lvl1pPr>
            <a:lvl2pPr marL="0" lvl="1" indent="0" algn="l">
              <a:spcBef>
                <a:spcPts val="0"/>
              </a:spcBef>
              <a:buNone/>
              <a:defRPr sz="800" b="0" i="0" u="none" strike="noStrike" cap="none">
                <a:solidFill>
                  <a:schemeClr val="dk1"/>
                </a:solidFill>
                <a:latin typeface="Arial"/>
                <a:ea typeface="Arial"/>
                <a:cs typeface="Arial"/>
                <a:sym typeface="Arial"/>
              </a:defRPr>
            </a:lvl2pPr>
            <a:lvl3pPr marL="0" lvl="2" indent="0" algn="l">
              <a:spcBef>
                <a:spcPts val="0"/>
              </a:spcBef>
              <a:buNone/>
              <a:defRPr sz="800" b="0" i="0" u="none" strike="noStrike" cap="none">
                <a:solidFill>
                  <a:schemeClr val="dk1"/>
                </a:solidFill>
                <a:latin typeface="Arial"/>
                <a:ea typeface="Arial"/>
                <a:cs typeface="Arial"/>
                <a:sym typeface="Arial"/>
              </a:defRPr>
            </a:lvl3pPr>
            <a:lvl4pPr marL="0" lvl="3" indent="0" algn="l">
              <a:spcBef>
                <a:spcPts val="0"/>
              </a:spcBef>
              <a:buNone/>
              <a:defRPr sz="800" b="0" i="0" u="none" strike="noStrike" cap="none">
                <a:solidFill>
                  <a:schemeClr val="dk1"/>
                </a:solidFill>
                <a:latin typeface="Arial"/>
                <a:ea typeface="Arial"/>
                <a:cs typeface="Arial"/>
                <a:sym typeface="Arial"/>
              </a:defRPr>
            </a:lvl4pPr>
            <a:lvl5pPr marL="0" lvl="4" indent="0" algn="l">
              <a:spcBef>
                <a:spcPts val="0"/>
              </a:spcBef>
              <a:buNone/>
              <a:defRPr sz="800" b="0" i="0" u="none" strike="noStrike" cap="none">
                <a:solidFill>
                  <a:schemeClr val="dk1"/>
                </a:solidFill>
                <a:latin typeface="Arial"/>
                <a:ea typeface="Arial"/>
                <a:cs typeface="Arial"/>
                <a:sym typeface="Arial"/>
              </a:defRPr>
            </a:lvl5pPr>
            <a:lvl6pPr marL="0" lvl="5" indent="0" algn="l">
              <a:spcBef>
                <a:spcPts val="0"/>
              </a:spcBef>
              <a:buNone/>
              <a:defRPr sz="800" b="0" i="0" u="none" strike="noStrike" cap="none">
                <a:solidFill>
                  <a:schemeClr val="dk1"/>
                </a:solidFill>
                <a:latin typeface="Arial"/>
                <a:ea typeface="Arial"/>
                <a:cs typeface="Arial"/>
                <a:sym typeface="Arial"/>
              </a:defRPr>
            </a:lvl6pPr>
            <a:lvl7pPr marL="0" lvl="6" indent="0" algn="l">
              <a:spcBef>
                <a:spcPts val="0"/>
              </a:spcBef>
              <a:buNone/>
              <a:defRPr sz="800" b="0" i="0" u="none" strike="noStrike" cap="none">
                <a:solidFill>
                  <a:schemeClr val="dk1"/>
                </a:solidFill>
                <a:latin typeface="Arial"/>
                <a:ea typeface="Arial"/>
                <a:cs typeface="Arial"/>
                <a:sym typeface="Arial"/>
              </a:defRPr>
            </a:lvl7pPr>
            <a:lvl8pPr marL="0" lvl="7" indent="0" algn="l">
              <a:spcBef>
                <a:spcPts val="0"/>
              </a:spcBef>
              <a:buNone/>
              <a:defRPr sz="800" b="0" i="0" u="none" strike="noStrike" cap="none">
                <a:solidFill>
                  <a:schemeClr val="dk1"/>
                </a:solidFill>
                <a:latin typeface="Arial"/>
                <a:ea typeface="Arial"/>
                <a:cs typeface="Arial"/>
                <a:sym typeface="Arial"/>
              </a:defRPr>
            </a:lvl8pPr>
            <a:lvl9pPr marL="0" lvl="8" indent="0" algn="l">
              <a:spcBef>
                <a:spcPts val="0"/>
              </a:spcBef>
              <a:buNone/>
              <a:defRPr sz="8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a:t>
            </a:fld>
            <a:endParaRPr/>
          </a:p>
        </p:txBody>
      </p:sp>
      <p:sp>
        <p:nvSpPr>
          <p:cNvPr id="489" name="Google Shape;489;p53"/>
          <p:cNvSpPr txBox="1">
            <a:spLocks noGrp="1"/>
          </p:cNvSpPr>
          <p:nvPr>
            <p:ph type="dt" idx="10"/>
          </p:nvPr>
        </p:nvSpPr>
        <p:spPr>
          <a:xfrm>
            <a:off x="892775" y="4744094"/>
            <a:ext cx="9051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0" name="Google Shape;490;p53"/>
          <p:cNvSpPr txBox="1">
            <a:spLocks noGrp="1"/>
          </p:cNvSpPr>
          <p:nvPr>
            <p:ph type="ftr" idx="11"/>
          </p:nvPr>
        </p:nvSpPr>
        <p:spPr>
          <a:xfrm>
            <a:off x="4998308" y="4744094"/>
            <a:ext cx="2916300" cy="2739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91"/>
        <p:cNvGrpSpPr/>
        <p:nvPr/>
      </p:nvGrpSpPr>
      <p:grpSpPr>
        <a:xfrm>
          <a:off x="0" y="0"/>
          <a:ext cx="0" cy="0"/>
          <a:chOff x="0" y="0"/>
          <a:chExt cx="0" cy="0"/>
        </a:xfrm>
      </p:grpSpPr>
      <p:sp>
        <p:nvSpPr>
          <p:cNvPr id="492" name="Google Shape;492;p54"/>
          <p:cNvSpPr txBox="1">
            <a:spLocks noGrp="1"/>
          </p:cNvSpPr>
          <p:nvPr>
            <p:ph type="ctrTitle"/>
          </p:nvPr>
        </p:nvSpPr>
        <p:spPr>
          <a:xfrm>
            <a:off x="311708" y="744575"/>
            <a:ext cx="8520600" cy="2052600"/>
          </a:xfrm>
          <a:prstGeom prst="rect">
            <a:avLst/>
          </a:prstGeom>
        </p:spPr>
        <p:txBody>
          <a:bodyPr spcFirstLastPara="1" wrap="square" lIns="0" tIns="45700" rIns="91425" bIns="45700"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493" name="Google Shape;493;p54"/>
          <p:cNvSpPr txBox="1">
            <a:spLocks noGrp="1"/>
          </p:cNvSpPr>
          <p:nvPr>
            <p:ph type="subTitle" idx="1"/>
          </p:nvPr>
        </p:nvSpPr>
        <p:spPr>
          <a:xfrm>
            <a:off x="311700" y="2834125"/>
            <a:ext cx="8520600" cy="792600"/>
          </a:xfrm>
          <a:prstGeom prst="rect">
            <a:avLst/>
          </a:prstGeom>
        </p:spPr>
        <p:txBody>
          <a:bodyPr spcFirstLastPara="1" wrap="square" lIns="0" tIns="45700" rIns="91425" bIns="45700" anchor="t" anchorCtr="0">
            <a:noAutofit/>
          </a:bodyPr>
          <a:lstStyle>
            <a:lvl1pPr lvl="0" algn="ctr">
              <a:lnSpc>
                <a:spcPct val="100000"/>
              </a:lnSpc>
              <a:spcBef>
                <a:spcPts val="750"/>
              </a:spcBef>
              <a:spcAft>
                <a:spcPts val="0"/>
              </a:spcAft>
              <a:buSzPts val="2800"/>
              <a:buNone/>
              <a:defRPr sz="2800"/>
            </a:lvl1pPr>
            <a:lvl2pPr lvl="1" algn="ctr">
              <a:lnSpc>
                <a:spcPct val="100000"/>
              </a:lnSpc>
              <a:spcBef>
                <a:spcPts val="375"/>
              </a:spcBef>
              <a:spcAft>
                <a:spcPts val="0"/>
              </a:spcAft>
              <a:buSzPts val="2800"/>
              <a:buNone/>
              <a:defRPr sz="2800"/>
            </a:lvl2pPr>
            <a:lvl3pPr lvl="2" algn="ctr">
              <a:lnSpc>
                <a:spcPct val="100000"/>
              </a:lnSpc>
              <a:spcBef>
                <a:spcPts val="375"/>
              </a:spcBef>
              <a:spcAft>
                <a:spcPts val="0"/>
              </a:spcAft>
              <a:buSzPts val="2800"/>
              <a:buNone/>
              <a:defRPr sz="2800"/>
            </a:lvl3pPr>
            <a:lvl4pPr lvl="3" algn="ctr">
              <a:lnSpc>
                <a:spcPct val="100000"/>
              </a:lnSpc>
              <a:spcBef>
                <a:spcPts val="375"/>
              </a:spcBef>
              <a:spcAft>
                <a:spcPts val="0"/>
              </a:spcAft>
              <a:buSzPts val="2800"/>
              <a:buNone/>
              <a:defRPr sz="2800"/>
            </a:lvl4pPr>
            <a:lvl5pPr lvl="4" algn="ctr">
              <a:lnSpc>
                <a:spcPct val="100000"/>
              </a:lnSpc>
              <a:spcBef>
                <a:spcPts val="375"/>
              </a:spcBef>
              <a:spcAft>
                <a:spcPts val="0"/>
              </a:spcAft>
              <a:buSzPts val="2800"/>
              <a:buNone/>
              <a:defRPr sz="2800"/>
            </a:lvl5pPr>
            <a:lvl6pPr lvl="5" algn="ctr">
              <a:lnSpc>
                <a:spcPct val="100000"/>
              </a:lnSpc>
              <a:spcBef>
                <a:spcPts val="375"/>
              </a:spcBef>
              <a:spcAft>
                <a:spcPts val="0"/>
              </a:spcAft>
              <a:buSzPts val="2800"/>
              <a:buNone/>
              <a:defRPr sz="2800"/>
            </a:lvl6pPr>
            <a:lvl7pPr lvl="6" algn="ctr">
              <a:lnSpc>
                <a:spcPct val="100000"/>
              </a:lnSpc>
              <a:spcBef>
                <a:spcPts val="375"/>
              </a:spcBef>
              <a:spcAft>
                <a:spcPts val="0"/>
              </a:spcAft>
              <a:buSzPts val="2800"/>
              <a:buNone/>
              <a:defRPr sz="2800"/>
            </a:lvl7pPr>
            <a:lvl8pPr lvl="7" algn="ctr">
              <a:lnSpc>
                <a:spcPct val="100000"/>
              </a:lnSpc>
              <a:spcBef>
                <a:spcPts val="375"/>
              </a:spcBef>
              <a:spcAft>
                <a:spcPts val="0"/>
              </a:spcAft>
              <a:buSzPts val="2800"/>
              <a:buNone/>
              <a:defRPr sz="2800"/>
            </a:lvl8pPr>
            <a:lvl9pPr lvl="8" algn="ctr">
              <a:lnSpc>
                <a:spcPct val="100000"/>
              </a:lnSpc>
              <a:spcBef>
                <a:spcPts val="375"/>
              </a:spcBef>
              <a:spcAft>
                <a:spcPts val="0"/>
              </a:spcAft>
              <a:buSzPts val="2800"/>
              <a:buNone/>
              <a:defRPr sz="2800"/>
            </a:lvl9pPr>
          </a:lstStyle>
          <a:p>
            <a:endParaRPr/>
          </a:p>
        </p:txBody>
      </p:sp>
      <p:sp>
        <p:nvSpPr>
          <p:cNvPr id="494" name="Google Shape;494;p5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38138" y="273844"/>
            <a:ext cx="8452200" cy="518400"/>
          </a:xfrm>
          <a:prstGeom prst="rect">
            <a:avLst/>
          </a:prstGeom>
          <a:noFill/>
          <a:ln>
            <a:noFill/>
          </a:ln>
        </p:spPr>
        <p:txBody>
          <a:bodyPr spcFirstLastPara="1" wrap="square" lIns="0" tIns="45700" rIns="91425" bIns="45700" anchor="b" anchorCtr="0">
            <a:noAutofit/>
          </a:bodyPr>
          <a:lstStyle>
            <a:lvl1pPr marR="0" lvl="0" algn="l" rtl="0">
              <a:lnSpc>
                <a:spcPct val="90000"/>
              </a:lnSpc>
              <a:spcBef>
                <a:spcPts val="0"/>
              </a:spcBef>
              <a:spcAft>
                <a:spcPts val="0"/>
              </a:spcAft>
              <a:buClr>
                <a:schemeClr val="dk1"/>
              </a:buClr>
              <a:buSzPts val="2700"/>
              <a:buFont typeface="Arial"/>
              <a:buNone/>
              <a:defRPr sz="2700" b="1"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338138" y="889824"/>
            <a:ext cx="8452200" cy="3753300"/>
          </a:xfrm>
          <a:prstGeom prst="rect">
            <a:avLst/>
          </a:prstGeom>
          <a:noFill/>
          <a:ln>
            <a:noFill/>
          </a:ln>
        </p:spPr>
        <p:txBody>
          <a:bodyPr spcFirstLastPara="1" wrap="square" lIns="0" tIns="45700" rIns="91425" bIns="45700" anchor="t" anchorCtr="0">
            <a:noAutofit/>
          </a:bodyPr>
          <a:lstStyle>
            <a:lvl1pPr marL="457200" marR="0" lvl="0" indent="-330200" algn="l" rtl="0">
              <a:lnSpc>
                <a:spcPct val="90000"/>
              </a:lnSpc>
              <a:spcBef>
                <a:spcPts val="750"/>
              </a:spcBef>
              <a:spcAft>
                <a:spcPts val="0"/>
              </a:spcAft>
              <a:buClr>
                <a:schemeClr val="accent1"/>
              </a:buClr>
              <a:buSzPts val="1600"/>
              <a:buFont typeface="Arial"/>
              <a:buChar char="•"/>
              <a:defRPr sz="1600" b="0" i="0" u="none" strike="noStrike" cap="none">
                <a:solidFill>
                  <a:schemeClr val="dk1"/>
                </a:solidFill>
                <a:latin typeface="Arial"/>
                <a:ea typeface="Arial"/>
                <a:cs typeface="Arial"/>
                <a:sym typeface="Arial"/>
              </a:defRPr>
            </a:lvl1pPr>
            <a:lvl2pPr marL="914400" marR="0" lvl="1" indent="-317500" algn="l" rtl="0">
              <a:lnSpc>
                <a:spcPct val="90000"/>
              </a:lnSpc>
              <a:spcBef>
                <a:spcPts val="375"/>
              </a:spcBef>
              <a:spcAft>
                <a:spcPts val="0"/>
              </a:spcAft>
              <a:buClr>
                <a:schemeClr val="accent1"/>
              </a:buClr>
              <a:buSzPts val="1400"/>
              <a:buFont typeface="Arial"/>
              <a:buChar char="•"/>
              <a:defRPr sz="1400" b="0" i="0" u="none" strike="noStrike" cap="none">
                <a:solidFill>
                  <a:schemeClr val="dk1"/>
                </a:solidFill>
                <a:latin typeface="Arial"/>
                <a:ea typeface="Arial"/>
                <a:cs typeface="Arial"/>
                <a:sym typeface="Arial"/>
              </a:defRPr>
            </a:lvl2pPr>
            <a:lvl3pPr marL="1371600" marR="0" lvl="2" indent="-317500" algn="l" rtl="0">
              <a:lnSpc>
                <a:spcPct val="90000"/>
              </a:lnSpc>
              <a:spcBef>
                <a:spcPts val="375"/>
              </a:spcBef>
              <a:spcAft>
                <a:spcPts val="0"/>
              </a:spcAft>
              <a:buClr>
                <a:schemeClr val="accent1"/>
              </a:buClr>
              <a:buSzPts val="1400"/>
              <a:buFont typeface="Arial"/>
              <a:buChar char="•"/>
              <a:defRPr sz="1400" b="0" i="0" u="none" strike="noStrike" cap="none">
                <a:solidFill>
                  <a:schemeClr val="dk1"/>
                </a:solidFill>
                <a:latin typeface="Arial"/>
                <a:ea typeface="Arial"/>
                <a:cs typeface="Arial"/>
                <a:sym typeface="Arial"/>
              </a:defRPr>
            </a:lvl3pPr>
            <a:lvl4pPr marL="1828800" marR="0" lvl="3" indent="-317500" algn="l" rtl="0">
              <a:lnSpc>
                <a:spcPct val="90000"/>
              </a:lnSpc>
              <a:spcBef>
                <a:spcPts val="375"/>
              </a:spcBef>
              <a:spcAft>
                <a:spcPts val="0"/>
              </a:spcAft>
              <a:buClr>
                <a:schemeClr val="accent1"/>
              </a:buClr>
              <a:buSzPts val="1400"/>
              <a:buFont typeface="Arial"/>
              <a:buChar char="•"/>
              <a:defRPr sz="1400" b="0" i="0" u="none" strike="noStrike" cap="none">
                <a:solidFill>
                  <a:schemeClr val="dk1"/>
                </a:solidFill>
                <a:latin typeface="Arial"/>
                <a:ea typeface="Arial"/>
                <a:cs typeface="Arial"/>
                <a:sym typeface="Arial"/>
              </a:defRPr>
            </a:lvl4pPr>
            <a:lvl5pPr marL="2286000" marR="0" lvl="4" indent="-317500" algn="l" rtl="0">
              <a:lnSpc>
                <a:spcPct val="90000"/>
              </a:lnSpc>
              <a:spcBef>
                <a:spcPts val="375"/>
              </a:spcBef>
              <a:spcAft>
                <a:spcPts val="0"/>
              </a:spcAft>
              <a:buClr>
                <a:schemeClr val="accent1"/>
              </a:buClr>
              <a:buSzPts val="1400"/>
              <a:buFont typeface="Arial"/>
              <a:buChar char="•"/>
              <a:defRPr sz="1400" b="0" i="0" u="none" strike="noStrike" cap="none">
                <a:solidFill>
                  <a:schemeClr val="dk1"/>
                </a:solidFill>
                <a:latin typeface="Arial"/>
                <a:ea typeface="Arial"/>
                <a:cs typeface="Arial"/>
                <a:sym typeface="Arial"/>
              </a:defRPr>
            </a:lvl5pPr>
            <a:lvl6pPr marL="2743200" marR="0" lvl="5" indent="-309563" algn="l" rtl="0">
              <a:lnSpc>
                <a:spcPct val="90000"/>
              </a:lnSpc>
              <a:spcBef>
                <a:spcPts val="375"/>
              </a:spcBef>
              <a:spcAft>
                <a:spcPts val="0"/>
              </a:spcAft>
              <a:buClr>
                <a:schemeClr val="accent1"/>
              </a:buClr>
              <a:buSzPts val="1275"/>
              <a:buFont typeface="Arial"/>
              <a:buChar char="•"/>
              <a:defRPr sz="1275" b="0" i="0" u="none" strike="noStrike" cap="none">
                <a:solidFill>
                  <a:schemeClr val="dk1"/>
                </a:solidFill>
                <a:latin typeface="Arial"/>
                <a:ea typeface="Arial"/>
                <a:cs typeface="Arial"/>
                <a:sym typeface="Arial"/>
              </a:defRPr>
            </a:lvl6pPr>
            <a:lvl7pPr marL="3200400" marR="0" lvl="6" indent="-309563" algn="l" rtl="0">
              <a:lnSpc>
                <a:spcPct val="90000"/>
              </a:lnSpc>
              <a:spcBef>
                <a:spcPts val="375"/>
              </a:spcBef>
              <a:spcAft>
                <a:spcPts val="0"/>
              </a:spcAft>
              <a:buClr>
                <a:schemeClr val="accent1"/>
              </a:buClr>
              <a:buSzPts val="1275"/>
              <a:buFont typeface="Arial"/>
              <a:buChar char="•"/>
              <a:defRPr sz="1275" b="0" i="0" u="none" strike="noStrike" cap="none">
                <a:solidFill>
                  <a:schemeClr val="dk1"/>
                </a:solidFill>
                <a:latin typeface="Arial"/>
                <a:ea typeface="Arial"/>
                <a:cs typeface="Arial"/>
                <a:sym typeface="Arial"/>
              </a:defRPr>
            </a:lvl7pPr>
            <a:lvl8pPr marL="3657600" marR="0" lvl="7" indent="-309563" algn="l" rtl="0">
              <a:lnSpc>
                <a:spcPct val="90000"/>
              </a:lnSpc>
              <a:spcBef>
                <a:spcPts val="375"/>
              </a:spcBef>
              <a:spcAft>
                <a:spcPts val="0"/>
              </a:spcAft>
              <a:buClr>
                <a:schemeClr val="accent1"/>
              </a:buClr>
              <a:buSzPts val="1275"/>
              <a:buFont typeface="Arial"/>
              <a:buChar char="•"/>
              <a:defRPr sz="1275" b="0" i="0" u="none" strike="noStrike" cap="none">
                <a:solidFill>
                  <a:schemeClr val="dk1"/>
                </a:solidFill>
                <a:latin typeface="Arial"/>
                <a:ea typeface="Arial"/>
                <a:cs typeface="Arial"/>
                <a:sym typeface="Arial"/>
              </a:defRPr>
            </a:lvl8pPr>
            <a:lvl9pPr marL="4114800" marR="0" lvl="8" indent="-309563" algn="l" rtl="0">
              <a:lnSpc>
                <a:spcPct val="90000"/>
              </a:lnSpc>
              <a:spcBef>
                <a:spcPts val="375"/>
              </a:spcBef>
              <a:spcAft>
                <a:spcPts val="0"/>
              </a:spcAft>
              <a:buClr>
                <a:schemeClr val="accent1"/>
              </a:buClr>
              <a:buSzPts val="1275"/>
              <a:buFont typeface="Arial"/>
              <a:buChar char="•"/>
              <a:defRPr sz="1275" b="0" i="0" u="none" strike="noStrike" cap="none">
                <a:solidFill>
                  <a:schemeClr val="dk1"/>
                </a:solidFill>
                <a:latin typeface="Arial"/>
                <a:ea typeface="Arial"/>
                <a:cs typeface="Arial"/>
                <a:sym typeface="Arial"/>
              </a:defRPr>
            </a:lvl9pPr>
          </a:lstStyle>
          <a:p>
            <a:endParaRPr/>
          </a:p>
        </p:txBody>
      </p:sp>
      <p:pic>
        <p:nvPicPr>
          <p:cNvPr id="8" name="Google Shape;8;p1"/>
          <p:cNvPicPr preferRelativeResize="0"/>
          <p:nvPr/>
        </p:nvPicPr>
        <p:blipFill rotWithShape="1">
          <a:blip r:embed="rId52">
            <a:alphaModFix/>
          </a:blip>
          <a:srcRect/>
          <a:stretch/>
        </p:blipFill>
        <p:spPr>
          <a:xfrm>
            <a:off x="7883544" y="4733778"/>
            <a:ext cx="928177" cy="28587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2" r:id="rId22"/>
    <p:sldLayoutId id="2147483673" r:id="rId23"/>
    <p:sldLayoutId id="2147483674" r:id="rId24"/>
    <p:sldLayoutId id="2147483675" r:id="rId25"/>
    <p:sldLayoutId id="2147483676" r:id="rId26"/>
    <p:sldLayoutId id="2147483677" r:id="rId27"/>
    <p:sldLayoutId id="2147483678" r:id="rId28"/>
    <p:sldLayoutId id="2147483679" r:id="rId29"/>
    <p:sldLayoutId id="2147483680" r:id="rId30"/>
    <p:sldLayoutId id="2147483681" r:id="rId31"/>
    <p:sldLayoutId id="2147483682" r:id="rId32"/>
    <p:sldLayoutId id="2147483683" r:id="rId33"/>
    <p:sldLayoutId id="2147483684" r:id="rId34"/>
    <p:sldLayoutId id="2147483685" r:id="rId35"/>
    <p:sldLayoutId id="2147483686" r:id="rId36"/>
    <p:sldLayoutId id="2147483687" r:id="rId37"/>
    <p:sldLayoutId id="2147483688" r:id="rId38"/>
    <p:sldLayoutId id="2147483689" r:id="rId39"/>
    <p:sldLayoutId id="2147483690" r:id="rId40"/>
    <p:sldLayoutId id="2147483691" r:id="rId41"/>
    <p:sldLayoutId id="2147483692" r:id="rId42"/>
    <p:sldLayoutId id="2147483693" r:id="rId43"/>
    <p:sldLayoutId id="2147483694" r:id="rId44"/>
    <p:sldLayoutId id="2147483695" r:id="rId45"/>
    <p:sldLayoutId id="2147483696" r:id="rId46"/>
    <p:sldLayoutId id="2147483697" r:id="rId47"/>
    <p:sldLayoutId id="2147483698" r:id="rId48"/>
    <p:sldLayoutId id="2147483699" r:id="rId49"/>
    <p:sldLayoutId id="2147483700" r:id="rId5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1620">
          <p15:clr>
            <a:srgbClr val="F26B43"/>
          </p15:clr>
        </p15:guide>
        <p15:guide id="2" pos="2880">
          <p15:clr>
            <a:srgbClr val="F26B43"/>
          </p15:clr>
        </p15:guide>
        <p15:guide id="3" pos="213">
          <p15:clr>
            <a:srgbClr val="F26B43"/>
          </p15:clr>
        </p15:guide>
        <p15:guide id="4" pos="5537">
          <p15:clr>
            <a:srgbClr val="F26B43"/>
          </p15:clr>
        </p15:guide>
        <p15:guide id="5" orient="horz" pos="170">
          <p15:clr>
            <a:srgbClr val="F26B43"/>
          </p15:clr>
        </p15:guide>
        <p15:guide id="6" orient="horz" pos="2925">
          <p15:clr>
            <a:srgbClr val="F26B43"/>
          </p15:clr>
        </p15:guide>
        <p15:guide id="7" pos="1988">
          <p15:clr>
            <a:srgbClr val="F26B43"/>
          </p15:clr>
        </p15:guide>
        <p15:guide id="8" pos="375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www.ncbi.nlm.nih.gov/snp/rs6983267"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hyperlink" Target="https://regulation.ensembl.org/2025-12/genome/homo_sapiens?location=8:127731826-127746559" TargetMode="External"/><Relationship Id="rId4" Type="http://schemas.openxmlformats.org/officeDocument/2006/relationships/hyperlink" Target="https://www.ncbi.nlm.nih.gov/snp/rs67491583"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ebi.ac.uk/ols4/ontologies/efo/classes/http%253A%252F%252Fwww.ebi.ac.uk%252Fefo%252FEFO_0002824?lang=en"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www.ebi.ac.uk/ols4/ontologies/clo/classes/http%253A%252F%252Fpurl.obolibrary.org%252Fobo%252FCLO_0002172?lang=en"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regulation.ensembl.org/2025-12/genome/mus_musculus?location=6:6862400-6883174"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98"/>
        <p:cNvGrpSpPr/>
        <p:nvPr/>
      </p:nvGrpSpPr>
      <p:grpSpPr>
        <a:xfrm>
          <a:off x="0" y="0"/>
          <a:ext cx="0" cy="0"/>
          <a:chOff x="0" y="0"/>
          <a:chExt cx="0" cy="0"/>
        </a:xfrm>
      </p:grpSpPr>
      <p:sp>
        <p:nvSpPr>
          <p:cNvPr id="499" name="Google Shape;499;p55"/>
          <p:cNvSpPr txBox="1">
            <a:spLocks noGrp="1"/>
          </p:cNvSpPr>
          <p:nvPr>
            <p:ph type="title"/>
          </p:nvPr>
        </p:nvSpPr>
        <p:spPr>
          <a:xfrm>
            <a:off x="548650" y="770925"/>
            <a:ext cx="5537700" cy="1415400"/>
          </a:xfrm>
          <a:prstGeom prst="rect">
            <a:avLst/>
          </a:prstGeom>
        </p:spPr>
        <p:txBody>
          <a:bodyPr spcFirstLastPara="1" wrap="square" lIns="0" tIns="45700" rIns="91425" bIns="45700" anchor="b" anchorCtr="0">
            <a:noAutofit/>
          </a:bodyPr>
          <a:lstStyle/>
          <a:p>
            <a:pPr marL="0" lvl="0" indent="0" algn="l" rtl="0">
              <a:spcBef>
                <a:spcPts val="0"/>
              </a:spcBef>
              <a:spcAft>
                <a:spcPts val="0"/>
              </a:spcAft>
              <a:buNone/>
            </a:pPr>
            <a:r>
              <a:rPr lang="en-GB"/>
              <a:t>Integrative Case Study: Non-coding Variant Interpretation</a:t>
            </a:r>
            <a:endParaRPr/>
          </a:p>
        </p:txBody>
      </p:sp>
      <p:sp>
        <p:nvSpPr>
          <p:cNvPr id="500" name="Google Shape;500;p55"/>
          <p:cNvSpPr txBox="1">
            <a:spLocks noGrp="1"/>
          </p:cNvSpPr>
          <p:nvPr>
            <p:ph type="body" idx="4"/>
          </p:nvPr>
        </p:nvSpPr>
        <p:spPr>
          <a:xfrm>
            <a:off x="640557" y="2310299"/>
            <a:ext cx="4867800" cy="526200"/>
          </a:xfrm>
          <a:prstGeom prst="rect">
            <a:avLst/>
          </a:prstGeom>
        </p:spPr>
        <p:txBody>
          <a:bodyPr spcFirstLastPara="1" wrap="square" lIns="0" tIns="45700" rIns="91425" bIns="45700" anchor="t" anchorCtr="0">
            <a:noAutofit/>
          </a:bodyPr>
          <a:lstStyle/>
          <a:p>
            <a:pPr marL="0" lvl="0" indent="0" algn="l" rtl="0">
              <a:spcBef>
                <a:spcPts val="750"/>
              </a:spcBef>
              <a:spcAft>
                <a:spcPts val="0"/>
              </a:spcAft>
              <a:buNone/>
            </a:pPr>
            <a:r>
              <a:rPr lang="en-GB"/>
              <a:t>Session 6</a:t>
            </a:r>
            <a:endParaRPr/>
          </a:p>
        </p:txBody>
      </p:sp>
      <p:sp>
        <p:nvSpPr>
          <p:cNvPr id="501" name="Google Shape;501;p55"/>
          <p:cNvSpPr txBox="1"/>
          <p:nvPr/>
        </p:nvSpPr>
        <p:spPr>
          <a:xfrm>
            <a:off x="640550" y="2755532"/>
            <a:ext cx="5322000" cy="526200"/>
          </a:xfrm>
          <a:prstGeom prst="rect">
            <a:avLst/>
          </a:prstGeom>
          <a:noFill/>
          <a:ln>
            <a:noFill/>
          </a:ln>
        </p:spPr>
        <p:txBody>
          <a:bodyPr spcFirstLastPara="1" wrap="square" lIns="0" tIns="45700" rIns="91425" bIns="45700" anchor="b" anchorCtr="0">
            <a:noAutofit/>
          </a:bodyPr>
          <a:lstStyle/>
          <a:p>
            <a:pPr marL="0" lvl="0" indent="0" algn="l" rtl="0">
              <a:spcBef>
                <a:spcPts val="0"/>
              </a:spcBef>
              <a:spcAft>
                <a:spcPts val="0"/>
              </a:spcAft>
              <a:buNone/>
            </a:pPr>
            <a:r>
              <a:rPr lang="en-GB" sz="1000" b="1">
                <a:solidFill>
                  <a:srgbClr val="FFFFFF"/>
                </a:solidFill>
              </a:rPr>
              <a:t>T6: Making the most of cis-regulatory annotations for genome-scale analysis</a:t>
            </a:r>
            <a:endParaRPr sz="1000" b="1">
              <a:solidFill>
                <a:srgbClr val="FFFFFF"/>
              </a:solidFill>
            </a:endParaRPr>
          </a:p>
        </p:txBody>
      </p:sp>
      <p:sp>
        <p:nvSpPr>
          <p:cNvPr id="502" name="Google Shape;502;p55"/>
          <p:cNvSpPr txBox="1"/>
          <p:nvPr/>
        </p:nvSpPr>
        <p:spPr>
          <a:xfrm>
            <a:off x="640556" y="3581009"/>
            <a:ext cx="3829200" cy="291900"/>
          </a:xfrm>
          <a:prstGeom prst="rect">
            <a:avLst/>
          </a:prstGeom>
          <a:noFill/>
          <a:ln>
            <a:noFill/>
          </a:ln>
        </p:spPr>
        <p:txBody>
          <a:bodyPr spcFirstLastPara="1" wrap="square" lIns="0" tIns="45700" rIns="0" bIns="45700" anchor="t" anchorCtr="0">
            <a:noAutofit/>
          </a:bodyPr>
          <a:lstStyle/>
          <a:p>
            <a:pPr marL="0" marR="0" lvl="0" indent="0" algn="l" rtl="0">
              <a:lnSpc>
                <a:spcPct val="90000"/>
              </a:lnSpc>
              <a:spcBef>
                <a:spcPts val="0"/>
              </a:spcBef>
              <a:spcAft>
                <a:spcPts val="0"/>
              </a:spcAft>
              <a:buClr>
                <a:srgbClr val="18974C"/>
              </a:buClr>
              <a:buSzPts val="1800"/>
              <a:buFont typeface="Arial"/>
              <a:buNone/>
            </a:pPr>
            <a:r>
              <a:rPr lang="en-GB" sz="1800" b="1">
                <a:solidFill>
                  <a:srgbClr val="007B53"/>
                </a:solidFill>
              </a:rPr>
              <a:t>Gabriela A. Merino</a:t>
            </a:r>
            <a:endParaRPr sz="1800" b="1" i="0" u="none" strike="noStrike" cap="none">
              <a:solidFill>
                <a:srgbClr val="007B53"/>
              </a:solidFill>
              <a:latin typeface="Arial"/>
              <a:ea typeface="Arial"/>
              <a:cs typeface="Arial"/>
              <a:sym typeface="Arial"/>
            </a:endParaRPr>
          </a:p>
        </p:txBody>
      </p:sp>
      <p:sp>
        <p:nvSpPr>
          <p:cNvPr id="503" name="Google Shape;503;p55"/>
          <p:cNvSpPr txBox="1"/>
          <p:nvPr/>
        </p:nvSpPr>
        <p:spPr>
          <a:xfrm>
            <a:off x="640546" y="3896000"/>
            <a:ext cx="4713000" cy="246600"/>
          </a:xfrm>
          <a:prstGeom prst="rect">
            <a:avLst/>
          </a:prstGeom>
          <a:noFill/>
          <a:ln>
            <a:noFill/>
          </a:ln>
        </p:spPr>
        <p:txBody>
          <a:bodyPr spcFirstLastPara="1" wrap="square" lIns="0" tIns="45700" rIns="0" bIns="45700" anchor="t" anchorCtr="0">
            <a:noAutofit/>
          </a:bodyPr>
          <a:lstStyle/>
          <a:p>
            <a:pPr marL="0" marR="0" lvl="0" indent="0" algn="l" rtl="0">
              <a:lnSpc>
                <a:spcPct val="90000"/>
              </a:lnSpc>
              <a:spcBef>
                <a:spcPts val="0"/>
              </a:spcBef>
              <a:spcAft>
                <a:spcPts val="0"/>
              </a:spcAft>
              <a:buClr>
                <a:srgbClr val="18974C"/>
              </a:buClr>
              <a:buSzPts val="1200"/>
              <a:buFont typeface="Arial"/>
              <a:buNone/>
            </a:pPr>
            <a:r>
              <a:rPr lang="en-GB" sz="1200" b="1">
                <a:solidFill>
                  <a:srgbClr val="000000"/>
                </a:solidFill>
              </a:rPr>
              <a:t>Senior Bioinformatician, Ensembl Regulation, EMBL-EBI</a:t>
            </a:r>
            <a:endParaRPr/>
          </a:p>
        </p:txBody>
      </p:sp>
      <p:sp>
        <p:nvSpPr>
          <p:cNvPr id="504" name="Google Shape;504;p55"/>
          <p:cNvSpPr txBox="1"/>
          <p:nvPr/>
        </p:nvSpPr>
        <p:spPr>
          <a:xfrm>
            <a:off x="640557" y="4457228"/>
            <a:ext cx="3037200" cy="290700"/>
          </a:xfrm>
          <a:prstGeom prst="rect">
            <a:avLst/>
          </a:prstGeom>
          <a:noFill/>
          <a:ln>
            <a:noFill/>
          </a:ln>
        </p:spPr>
        <p:txBody>
          <a:bodyPr spcFirstLastPara="1" wrap="square" lIns="0" tIns="45700" rIns="91425" bIns="45700" anchor="t" anchorCtr="0">
            <a:noAutofit/>
          </a:bodyPr>
          <a:lstStyle/>
          <a:p>
            <a:pPr marL="0" marR="0" lvl="0" indent="0" algn="l" rtl="0">
              <a:lnSpc>
                <a:spcPct val="90000"/>
              </a:lnSpc>
              <a:spcBef>
                <a:spcPts val="0"/>
              </a:spcBef>
              <a:spcAft>
                <a:spcPts val="0"/>
              </a:spcAft>
              <a:buClr>
                <a:srgbClr val="18974C"/>
              </a:buClr>
              <a:buSzPts val="1200"/>
              <a:buFont typeface="Arial"/>
              <a:buNone/>
            </a:pPr>
            <a:r>
              <a:rPr lang="en-GB" sz="1200">
                <a:solidFill>
                  <a:srgbClr val="000000"/>
                </a:solidFill>
              </a:rPr>
              <a:t>03/09/2026</a:t>
            </a:r>
            <a:endParaRPr sz="1200" b="0" i="0" u="none" strike="noStrike" cap="non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08"/>
        <p:cNvGrpSpPr/>
        <p:nvPr/>
      </p:nvGrpSpPr>
      <p:grpSpPr>
        <a:xfrm>
          <a:off x="0" y="0"/>
          <a:ext cx="0" cy="0"/>
          <a:chOff x="0" y="0"/>
          <a:chExt cx="0" cy="0"/>
        </a:xfrm>
      </p:grpSpPr>
      <p:sp>
        <p:nvSpPr>
          <p:cNvPr id="509" name="Google Shape;509;p56"/>
          <p:cNvSpPr txBox="1">
            <a:spLocks noGrp="1"/>
          </p:cNvSpPr>
          <p:nvPr>
            <p:ph type="body" idx="1"/>
          </p:nvPr>
        </p:nvSpPr>
        <p:spPr>
          <a:xfrm>
            <a:off x="338150" y="889825"/>
            <a:ext cx="8452200" cy="3623700"/>
          </a:xfrm>
          <a:prstGeom prst="rect">
            <a:avLst/>
          </a:prstGeom>
        </p:spPr>
        <p:txBody>
          <a:bodyPr spcFirstLastPara="1" wrap="square" lIns="0" tIns="45700" rIns="91425" bIns="45700" anchor="t" anchorCtr="0">
            <a:noAutofit/>
          </a:bodyPr>
          <a:lstStyle/>
          <a:p>
            <a:pPr marL="0" lvl="0" indent="0" algn="l" rtl="0">
              <a:lnSpc>
                <a:spcPct val="150000"/>
              </a:lnSpc>
              <a:spcBef>
                <a:spcPts val="700"/>
              </a:spcBef>
              <a:spcAft>
                <a:spcPts val="0"/>
              </a:spcAft>
              <a:buNone/>
            </a:pPr>
            <a:r>
              <a:rPr lang="en-GB"/>
              <a:t>Earlier sessions introduced the following components:</a:t>
            </a:r>
            <a:endParaRPr/>
          </a:p>
          <a:p>
            <a:pPr marL="457200" lvl="0" indent="-330200" algn="l" rtl="0">
              <a:lnSpc>
                <a:spcPct val="150000"/>
              </a:lnSpc>
              <a:spcBef>
                <a:spcPts val="700"/>
              </a:spcBef>
              <a:spcAft>
                <a:spcPts val="0"/>
              </a:spcAft>
              <a:buSzPts val="1600"/>
              <a:buChar char="✓"/>
            </a:pPr>
            <a:r>
              <a:rPr lang="en-GB" i="1"/>
              <a:t>Session 1:</a:t>
            </a:r>
            <a:r>
              <a:rPr lang="en-GB"/>
              <a:t> What cis-regulatory annotations are and why they matter.</a:t>
            </a:r>
            <a:endParaRPr/>
          </a:p>
          <a:p>
            <a:pPr marL="457200" lvl="0" indent="-330200" algn="l" rtl="0">
              <a:lnSpc>
                <a:spcPct val="150000"/>
              </a:lnSpc>
              <a:spcBef>
                <a:spcPts val="700"/>
              </a:spcBef>
              <a:spcAft>
                <a:spcPts val="0"/>
              </a:spcAft>
              <a:buSzPts val="1600"/>
              <a:buChar char="✓"/>
            </a:pPr>
            <a:r>
              <a:rPr lang="en-GB" i="1"/>
              <a:t>Session 2</a:t>
            </a:r>
            <a:r>
              <a:rPr lang="en-GB"/>
              <a:t> and </a:t>
            </a:r>
            <a:r>
              <a:rPr lang="en-GB" i="1"/>
              <a:t>Session 3</a:t>
            </a:r>
            <a:r>
              <a:rPr lang="en-GB"/>
              <a:t>: How major resources define and provide regulatory annotations and supporting evidence.</a:t>
            </a:r>
            <a:endParaRPr/>
          </a:p>
          <a:p>
            <a:pPr marL="457200" lvl="0" indent="-330200" algn="l" rtl="0">
              <a:lnSpc>
                <a:spcPct val="150000"/>
              </a:lnSpc>
              <a:spcBef>
                <a:spcPts val="700"/>
              </a:spcBef>
              <a:spcAft>
                <a:spcPts val="0"/>
              </a:spcAft>
              <a:buSzPts val="1600"/>
              <a:buChar char="✓"/>
            </a:pPr>
            <a:r>
              <a:rPr lang="en-GB" i="1"/>
              <a:t>Session 4</a:t>
            </a:r>
            <a:r>
              <a:rPr lang="en-GB"/>
              <a:t>: How to work with and analyze different annotation and evidence files in R and Python.</a:t>
            </a:r>
            <a:endParaRPr/>
          </a:p>
          <a:p>
            <a:pPr marL="457200" lvl="0" indent="-330200" algn="l" rtl="0">
              <a:lnSpc>
                <a:spcPct val="150000"/>
              </a:lnSpc>
              <a:spcBef>
                <a:spcPts val="700"/>
              </a:spcBef>
              <a:spcAft>
                <a:spcPts val="0"/>
              </a:spcAft>
              <a:buSzPts val="1600"/>
              <a:buChar char="✓"/>
            </a:pPr>
            <a:r>
              <a:rPr lang="en-GB" i="1"/>
              <a:t>Session 5</a:t>
            </a:r>
            <a:r>
              <a:rPr lang="en-GB"/>
              <a:t>: How to inspect tracks and annotations in IGV.</a:t>
            </a:r>
            <a:endParaRPr/>
          </a:p>
          <a:p>
            <a:pPr marL="0" lvl="0" indent="0" algn="l" rtl="0">
              <a:lnSpc>
                <a:spcPct val="150000"/>
              </a:lnSpc>
              <a:spcBef>
                <a:spcPts val="700"/>
              </a:spcBef>
              <a:spcAft>
                <a:spcPts val="0"/>
              </a:spcAft>
              <a:buNone/>
            </a:pPr>
            <a:r>
              <a:rPr lang="en-GB"/>
              <a:t>This session </a:t>
            </a:r>
            <a:r>
              <a:rPr lang="en-GB" b="1"/>
              <a:t>integrates all the previous sessions in a realistic analysis workflow for interpreting non-coding variants.</a:t>
            </a:r>
            <a:endParaRPr b="1"/>
          </a:p>
        </p:txBody>
      </p:sp>
      <p:sp>
        <p:nvSpPr>
          <p:cNvPr id="510" name="Google Shape;510;p56"/>
          <p:cNvSpPr txBox="1">
            <a:spLocks noGrp="1"/>
          </p:cNvSpPr>
          <p:nvPr>
            <p:ph type="title"/>
          </p:nvPr>
        </p:nvSpPr>
        <p:spPr>
          <a:xfrm>
            <a:off x="338138" y="273844"/>
            <a:ext cx="8452200" cy="518400"/>
          </a:xfrm>
          <a:prstGeom prst="rect">
            <a:avLst/>
          </a:prstGeom>
        </p:spPr>
        <p:txBody>
          <a:bodyPr spcFirstLastPara="1" wrap="square" lIns="0" tIns="45700" rIns="91425" bIns="45700" anchor="b" anchorCtr="0">
            <a:noAutofit/>
          </a:bodyPr>
          <a:lstStyle/>
          <a:p>
            <a:pPr marL="0" lvl="0" indent="0" algn="l" rtl="0">
              <a:spcBef>
                <a:spcPts val="0"/>
              </a:spcBef>
              <a:spcAft>
                <a:spcPts val="0"/>
              </a:spcAft>
              <a:buNone/>
            </a:pPr>
            <a:r>
              <a:rPr lang="en-GB"/>
              <a:t>Recap</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57"/>
          <p:cNvSpPr txBox="1">
            <a:spLocks noGrp="1"/>
          </p:cNvSpPr>
          <p:nvPr>
            <p:ph type="body" idx="1"/>
          </p:nvPr>
        </p:nvSpPr>
        <p:spPr>
          <a:xfrm>
            <a:off x="338138" y="889824"/>
            <a:ext cx="8452200" cy="3711600"/>
          </a:xfrm>
          <a:prstGeom prst="rect">
            <a:avLst/>
          </a:prstGeom>
        </p:spPr>
        <p:txBody>
          <a:bodyPr spcFirstLastPara="1" wrap="square" lIns="0" tIns="45700" rIns="91425" bIns="45700" anchor="t" anchorCtr="0">
            <a:noAutofit/>
          </a:bodyPr>
          <a:lstStyle/>
          <a:p>
            <a:pPr marL="457200" lvl="0" indent="-330200" algn="l" rtl="0">
              <a:lnSpc>
                <a:spcPct val="200000"/>
              </a:lnSpc>
              <a:spcBef>
                <a:spcPts val="750"/>
              </a:spcBef>
              <a:spcAft>
                <a:spcPts val="0"/>
              </a:spcAft>
              <a:buSzPts val="1600"/>
              <a:buChar char="✓"/>
            </a:pPr>
            <a:r>
              <a:rPr lang="en-GB" dirty="0"/>
              <a:t>Students are grouped into 4-5 working groups, ideally up to 5 members per team.</a:t>
            </a:r>
            <a:endParaRPr dirty="0"/>
          </a:p>
          <a:p>
            <a:pPr marL="457200" lvl="0" indent="-330200" algn="l" rtl="0">
              <a:lnSpc>
                <a:spcPct val="200000"/>
              </a:lnSpc>
              <a:spcBef>
                <a:spcPts val="0"/>
              </a:spcBef>
              <a:spcAft>
                <a:spcPts val="0"/>
              </a:spcAft>
              <a:buSzPts val="1600"/>
              <a:buChar char="✓"/>
            </a:pPr>
            <a:r>
              <a:rPr lang="en-GB" dirty="0"/>
              <a:t>Two case studies are presented.</a:t>
            </a:r>
            <a:endParaRPr dirty="0"/>
          </a:p>
          <a:p>
            <a:pPr marL="457200" lvl="0" indent="-330200" algn="l" rtl="0">
              <a:lnSpc>
                <a:spcPct val="200000"/>
              </a:lnSpc>
              <a:spcBef>
                <a:spcPts val="0"/>
              </a:spcBef>
              <a:spcAft>
                <a:spcPts val="0"/>
              </a:spcAft>
              <a:buSzPts val="1600"/>
              <a:buChar char="✓"/>
            </a:pPr>
            <a:r>
              <a:rPr lang="en-GB" dirty="0"/>
              <a:t>Each group is assigned to one of the two case studies.</a:t>
            </a:r>
            <a:endParaRPr dirty="0"/>
          </a:p>
          <a:p>
            <a:pPr marL="457200" lvl="0" indent="-330200" algn="l" rtl="0">
              <a:lnSpc>
                <a:spcPct val="200000"/>
              </a:lnSpc>
              <a:spcBef>
                <a:spcPts val="0"/>
              </a:spcBef>
              <a:spcAft>
                <a:spcPts val="0"/>
              </a:spcAft>
              <a:buSzPts val="1600"/>
              <a:buChar char="✓"/>
            </a:pPr>
            <a:r>
              <a:rPr lang="en-GB" dirty="0"/>
              <a:t>Attendees have ~45 minutes for working in the hands-on.</a:t>
            </a:r>
            <a:endParaRPr dirty="0"/>
          </a:p>
          <a:p>
            <a:pPr marL="457200" lvl="0" indent="-330200" algn="l" rtl="0">
              <a:lnSpc>
                <a:spcPct val="200000"/>
              </a:lnSpc>
              <a:spcBef>
                <a:spcPts val="0"/>
              </a:spcBef>
              <a:spcAft>
                <a:spcPts val="0"/>
              </a:spcAft>
              <a:buSzPts val="1600"/>
              <a:buChar char="✓"/>
            </a:pPr>
            <a:r>
              <a:rPr lang="en-GB" dirty="0"/>
              <a:t>Each group select one member that share the results to the class in the discussion round.</a:t>
            </a:r>
            <a:endParaRPr dirty="0"/>
          </a:p>
          <a:p>
            <a:pPr marL="457200" lvl="0" indent="-330200" algn="l" rtl="0">
              <a:lnSpc>
                <a:spcPct val="200000"/>
              </a:lnSpc>
              <a:spcBef>
                <a:spcPts val="0"/>
              </a:spcBef>
              <a:spcAft>
                <a:spcPts val="0"/>
              </a:spcAft>
              <a:buSzPts val="1600"/>
              <a:buChar char="✓"/>
            </a:pPr>
            <a:r>
              <a:rPr lang="en-GB" dirty="0"/>
              <a:t>Wrap-up and closing remarks.</a:t>
            </a:r>
            <a:endParaRPr dirty="0"/>
          </a:p>
        </p:txBody>
      </p:sp>
      <p:sp>
        <p:nvSpPr>
          <p:cNvPr id="516" name="Google Shape;516;p57"/>
          <p:cNvSpPr txBox="1">
            <a:spLocks noGrp="1"/>
          </p:cNvSpPr>
          <p:nvPr>
            <p:ph type="title"/>
          </p:nvPr>
        </p:nvSpPr>
        <p:spPr>
          <a:xfrm>
            <a:off x="338138" y="273844"/>
            <a:ext cx="8452200" cy="518400"/>
          </a:xfrm>
          <a:prstGeom prst="rect">
            <a:avLst/>
          </a:prstGeom>
        </p:spPr>
        <p:txBody>
          <a:bodyPr spcFirstLastPara="1" wrap="square" lIns="0" tIns="45700" rIns="91425" bIns="45700" anchor="b" anchorCtr="0">
            <a:noAutofit/>
          </a:bodyPr>
          <a:lstStyle/>
          <a:p>
            <a:pPr marL="0" lvl="0" indent="0" algn="l" rtl="0">
              <a:spcBef>
                <a:spcPts val="0"/>
              </a:spcBef>
              <a:spcAft>
                <a:spcPts val="0"/>
              </a:spcAft>
              <a:buNone/>
            </a:pPr>
            <a:r>
              <a:rPr lang="en-GB"/>
              <a:t>Format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20"/>
        <p:cNvGrpSpPr/>
        <p:nvPr/>
      </p:nvGrpSpPr>
      <p:grpSpPr>
        <a:xfrm>
          <a:off x="0" y="0"/>
          <a:ext cx="0" cy="0"/>
          <a:chOff x="0" y="0"/>
          <a:chExt cx="0" cy="0"/>
        </a:xfrm>
      </p:grpSpPr>
      <p:sp>
        <p:nvSpPr>
          <p:cNvPr id="521" name="Google Shape;521;p58"/>
          <p:cNvSpPr txBox="1">
            <a:spLocks noGrp="1"/>
          </p:cNvSpPr>
          <p:nvPr>
            <p:ph type="body" idx="1"/>
          </p:nvPr>
        </p:nvSpPr>
        <p:spPr>
          <a:xfrm>
            <a:off x="338138" y="889824"/>
            <a:ext cx="8452200" cy="3711600"/>
          </a:xfrm>
          <a:prstGeom prst="rect">
            <a:avLst/>
          </a:prstGeom>
        </p:spPr>
        <p:txBody>
          <a:bodyPr spcFirstLastPara="1" wrap="square" lIns="0" tIns="45700" rIns="91425" bIns="45700" anchor="t" anchorCtr="0">
            <a:noAutofit/>
          </a:bodyPr>
          <a:lstStyle/>
          <a:p>
            <a:pPr marL="457200" lvl="0" indent="-330200" algn="l" rtl="0">
              <a:lnSpc>
                <a:spcPct val="150000"/>
              </a:lnSpc>
              <a:spcBef>
                <a:spcPts val="750"/>
              </a:spcBef>
              <a:spcAft>
                <a:spcPts val="0"/>
              </a:spcAft>
              <a:buSzPts val="1600"/>
              <a:buChar char="✓"/>
            </a:pPr>
            <a:r>
              <a:rPr lang="en-GB" dirty="0"/>
              <a:t>The 8q24 cancer risk variants </a:t>
            </a:r>
            <a:r>
              <a:rPr lang="en-GB" u="sng" dirty="0">
                <a:solidFill>
                  <a:schemeClr val="hlink"/>
                </a:solidFill>
                <a:hlinkClick r:id="rId3"/>
              </a:rPr>
              <a:t>rs6983267</a:t>
            </a:r>
            <a:r>
              <a:rPr lang="en-GB" dirty="0"/>
              <a:t> and </a:t>
            </a:r>
            <a:r>
              <a:rPr lang="en-GB" u="sng" dirty="0">
                <a:solidFill>
                  <a:schemeClr val="hlink"/>
                </a:solidFill>
                <a:hlinkClick r:id="rId4"/>
              </a:rPr>
              <a:t>rs67491583</a:t>
            </a:r>
            <a:r>
              <a:rPr lang="en-GB" dirty="0"/>
              <a:t> show long-range interaction with </a:t>
            </a:r>
            <a:r>
              <a:rPr lang="en-GB" u="sng" dirty="0">
                <a:solidFill>
                  <a:schemeClr val="hlink"/>
                </a:solidFill>
                <a:hlinkClick r:id="rId5"/>
              </a:rPr>
              <a:t>MYC</a:t>
            </a:r>
            <a:r>
              <a:rPr lang="en-GB" dirty="0"/>
              <a:t> in colorectal cancer </a:t>
            </a:r>
            <a:r>
              <a:rPr lang="en-GB" baseline="30000" dirty="0"/>
              <a:t>1,2</a:t>
            </a:r>
            <a:r>
              <a:rPr lang="en-GB" dirty="0"/>
              <a:t>.</a:t>
            </a:r>
            <a:endParaRPr dirty="0"/>
          </a:p>
          <a:p>
            <a:pPr marL="457200" lvl="0" indent="-330200" algn="l" rtl="0">
              <a:lnSpc>
                <a:spcPct val="150000"/>
              </a:lnSpc>
              <a:spcBef>
                <a:spcPts val="0"/>
              </a:spcBef>
              <a:spcAft>
                <a:spcPts val="0"/>
              </a:spcAft>
              <a:buSzPts val="1600"/>
              <a:buChar char="✓"/>
            </a:pPr>
            <a:r>
              <a:rPr lang="en-GB" dirty="0"/>
              <a:t>MYC is one of the most important oncogenes in cancer</a:t>
            </a:r>
            <a:r>
              <a:rPr lang="en-GB" baseline="30000" dirty="0"/>
              <a:t>3</a:t>
            </a:r>
            <a:r>
              <a:rPr lang="en-GB" dirty="0"/>
              <a:t>:</a:t>
            </a:r>
            <a:endParaRPr dirty="0"/>
          </a:p>
          <a:p>
            <a:pPr marL="914400" lvl="0" indent="-330200" algn="l" rtl="0">
              <a:lnSpc>
                <a:spcPct val="115000"/>
              </a:lnSpc>
              <a:spcBef>
                <a:spcPts val="0"/>
              </a:spcBef>
              <a:spcAft>
                <a:spcPts val="0"/>
              </a:spcAft>
              <a:buSzPts val="1600"/>
              <a:buChar char="●"/>
            </a:pPr>
            <a:r>
              <a:rPr lang="en-GB" dirty="0"/>
              <a:t>It is activated in the vast majority of cancers by genetic, epigenetic or post-translational mechanisms.</a:t>
            </a:r>
            <a:endParaRPr dirty="0"/>
          </a:p>
          <a:p>
            <a:pPr marL="914400" lvl="0" indent="-330200" algn="l" rtl="0">
              <a:lnSpc>
                <a:spcPct val="115000"/>
              </a:lnSpc>
              <a:spcBef>
                <a:spcPts val="0"/>
              </a:spcBef>
              <a:spcAft>
                <a:spcPts val="0"/>
              </a:spcAft>
              <a:buSzPts val="1600"/>
              <a:buChar char="●"/>
            </a:pPr>
            <a:r>
              <a:rPr lang="en-GB" dirty="0"/>
              <a:t>Its activation drives cancer progression through mechanisms involving either the cell-intrinsic acquisition of hallmarks of cancer or dysregulation of the tumour microenvironment and host immune responses.</a:t>
            </a:r>
            <a:endParaRPr dirty="0"/>
          </a:p>
          <a:p>
            <a:pPr marL="914400" lvl="0" indent="-330200" algn="l" rtl="0">
              <a:lnSpc>
                <a:spcPct val="115000"/>
              </a:lnSpc>
              <a:spcBef>
                <a:spcPts val="0"/>
              </a:spcBef>
              <a:spcAft>
                <a:spcPts val="0"/>
              </a:spcAft>
              <a:buSzPts val="1600"/>
              <a:buChar char="●"/>
            </a:pPr>
            <a:r>
              <a:rPr lang="en-GB" dirty="0"/>
              <a:t>Currently, no direct inhibitors of MYC are approved; however, many therapeutic agents targeting MYC are under development.</a:t>
            </a:r>
            <a:endParaRPr dirty="0"/>
          </a:p>
          <a:p>
            <a:pPr marL="0" lvl="0" indent="0" algn="l" rtl="0">
              <a:lnSpc>
                <a:spcPct val="115000"/>
              </a:lnSpc>
              <a:spcBef>
                <a:spcPts val="750"/>
              </a:spcBef>
              <a:spcAft>
                <a:spcPts val="0"/>
              </a:spcAft>
              <a:buNone/>
            </a:pPr>
            <a:endParaRPr dirty="0"/>
          </a:p>
          <a:p>
            <a:pPr marL="0" lvl="0" indent="0" algn="l" rtl="0">
              <a:lnSpc>
                <a:spcPct val="115000"/>
              </a:lnSpc>
              <a:spcBef>
                <a:spcPts val="750"/>
              </a:spcBef>
              <a:spcAft>
                <a:spcPts val="0"/>
              </a:spcAft>
              <a:buNone/>
            </a:pPr>
            <a:endParaRPr dirty="0"/>
          </a:p>
        </p:txBody>
      </p:sp>
      <p:sp>
        <p:nvSpPr>
          <p:cNvPr id="522" name="Google Shape;522;p58"/>
          <p:cNvSpPr txBox="1">
            <a:spLocks noGrp="1"/>
          </p:cNvSpPr>
          <p:nvPr>
            <p:ph type="title"/>
          </p:nvPr>
        </p:nvSpPr>
        <p:spPr>
          <a:xfrm>
            <a:off x="338138" y="273844"/>
            <a:ext cx="8452200" cy="518400"/>
          </a:xfrm>
          <a:prstGeom prst="rect">
            <a:avLst/>
          </a:prstGeom>
        </p:spPr>
        <p:txBody>
          <a:bodyPr spcFirstLastPara="1" wrap="square" lIns="0" tIns="45700" rIns="91425" bIns="45700" anchor="b" anchorCtr="0">
            <a:noAutofit/>
          </a:bodyPr>
          <a:lstStyle/>
          <a:p>
            <a:pPr marL="0" lvl="0" indent="0" algn="l" rtl="0">
              <a:spcBef>
                <a:spcPts val="0"/>
              </a:spcBef>
              <a:spcAft>
                <a:spcPts val="0"/>
              </a:spcAft>
              <a:buNone/>
            </a:pPr>
            <a:r>
              <a:rPr lang="en-GB"/>
              <a:t>Case study 1: Human disease locus MYC / 8q24 </a:t>
            </a:r>
            <a:endParaRPr/>
          </a:p>
        </p:txBody>
      </p:sp>
      <p:sp>
        <p:nvSpPr>
          <p:cNvPr id="523" name="Google Shape;523;p58"/>
          <p:cNvSpPr txBox="1"/>
          <p:nvPr/>
        </p:nvSpPr>
        <p:spPr>
          <a:xfrm>
            <a:off x="65850" y="4181750"/>
            <a:ext cx="7732200" cy="923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sz="800" baseline="30000"/>
              <a:t>1</a:t>
            </a:r>
            <a:r>
              <a:rPr lang="en-GB" sz="800"/>
              <a:t>Pomerantz, Mark M et al. “The 8q24 cancer risk variant rs6983267 shows long-range interaction with MYC in colorectal cancer.” Nature genetics vol. 41,8 (2009): 882-4. doi:10.1038/ng.403</a:t>
            </a:r>
            <a:endParaRPr sz="800"/>
          </a:p>
          <a:p>
            <a:pPr marL="0" lvl="0" indent="0" algn="l" rtl="0">
              <a:spcBef>
                <a:spcPts val="0"/>
              </a:spcBef>
              <a:spcAft>
                <a:spcPts val="0"/>
              </a:spcAft>
              <a:buNone/>
            </a:pPr>
            <a:r>
              <a:rPr lang="en-GB" sz="800" baseline="30000">
                <a:solidFill>
                  <a:schemeClr val="dk1"/>
                </a:solidFill>
              </a:rPr>
              <a:t>2</a:t>
            </a:r>
            <a:r>
              <a:rPr lang="en-GB" sz="800">
                <a:solidFill>
                  <a:schemeClr val="dk1"/>
                </a:solidFill>
              </a:rPr>
              <a:t>Tuupanen, Sari et al. “Characterization of the colorectal cancer-associated enhancer MYC-335 at 8q24: the role of rs67491583.” Cancer genetics vol. 205,1-2 (2012): 25-33. doi:10.1016/j.cancergen.2012.01.005</a:t>
            </a:r>
            <a:endParaRPr sz="800">
              <a:solidFill>
                <a:schemeClr val="dk1"/>
              </a:solidFill>
            </a:endParaRPr>
          </a:p>
          <a:p>
            <a:pPr marL="0" lvl="0" indent="0" algn="l" rtl="0">
              <a:spcBef>
                <a:spcPts val="0"/>
              </a:spcBef>
              <a:spcAft>
                <a:spcPts val="0"/>
              </a:spcAft>
              <a:buNone/>
            </a:pPr>
            <a:r>
              <a:rPr lang="en-GB" sz="800" baseline="30000">
                <a:solidFill>
                  <a:schemeClr val="dk1"/>
                </a:solidFill>
              </a:rPr>
              <a:t>3</a:t>
            </a:r>
            <a:r>
              <a:rPr lang="en-GB" sz="800">
                <a:solidFill>
                  <a:schemeClr val="dk1"/>
                </a:solidFill>
              </a:rPr>
              <a:t>Dhanasekaran, Renumathy et al. “The MYC oncogene — the grand orchestrator of cancer growth and immune evasion.” Nature Reviews Clinical Oncology vol. 19, 23–36 (2022). doi:10.1038/s41571-021-00549-2</a:t>
            </a:r>
            <a:endParaRPr sz="8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27"/>
        <p:cNvGrpSpPr/>
        <p:nvPr/>
      </p:nvGrpSpPr>
      <p:grpSpPr>
        <a:xfrm>
          <a:off x="0" y="0"/>
          <a:ext cx="0" cy="0"/>
          <a:chOff x="0" y="0"/>
          <a:chExt cx="0" cy="0"/>
        </a:xfrm>
      </p:grpSpPr>
      <p:sp>
        <p:nvSpPr>
          <p:cNvPr id="528" name="Google Shape;528;p59"/>
          <p:cNvSpPr txBox="1">
            <a:spLocks noGrp="1"/>
          </p:cNvSpPr>
          <p:nvPr>
            <p:ph type="body" idx="1"/>
          </p:nvPr>
        </p:nvSpPr>
        <p:spPr>
          <a:xfrm>
            <a:off x="338138" y="889824"/>
            <a:ext cx="8452200" cy="3711600"/>
          </a:xfrm>
          <a:prstGeom prst="rect">
            <a:avLst/>
          </a:prstGeom>
        </p:spPr>
        <p:txBody>
          <a:bodyPr spcFirstLastPara="1" wrap="square" lIns="0" tIns="45700" rIns="91425" bIns="45700" anchor="t" anchorCtr="0">
            <a:noAutofit/>
          </a:bodyPr>
          <a:lstStyle/>
          <a:p>
            <a:pPr marL="457200" lvl="0" indent="-330200" algn="l" rtl="0">
              <a:lnSpc>
                <a:spcPct val="150000"/>
              </a:lnSpc>
              <a:spcBef>
                <a:spcPts val="750"/>
              </a:spcBef>
              <a:spcAft>
                <a:spcPts val="0"/>
              </a:spcAft>
              <a:buSzPts val="1600"/>
              <a:buChar char="✓"/>
            </a:pPr>
            <a:r>
              <a:rPr lang="en-GB"/>
              <a:t>Main question: </a:t>
            </a:r>
            <a:r>
              <a:rPr lang="en-GB" i="1"/>
              <a:t>Do these 8q24 non-coding variants overlap regulatory elements that could plausibly influence MYC in a colorectal-relevant context?</a:t>
            </a:r>
            <a:endParaRPr i="1"/>
          </a:p>
          <a:p>
            <a:pPr marL="457200" lvl="0" indent="-330200" algn="l" rtl="0">
              <a:lnSpc>
                <a:spcPct val="150000"/>
              </a:lnSpc>
              <a:spcBef>
                <a:spcPts val="0"/>
              </a:spcBef>
              <a:spcAft>
                <a:spcPts val="0"/>
              </a:spcAft>
              <a:buSzPts val="1600"/>
              <a:buChar char="✓"/>
            </a:pPr>
            <a:r>
              <a:rPr lang="en-GB"/>
              <a:t>Guiding questions:</a:t>
            </a:r>
            <a:endParaRPr/>
          </a:p>
          <a:p>
            <a:pPr marL="914400" lvl="1" indent="-317500" algn="l" rtl="0">
              <a:lnSpc>
                <a:spcPct val="150000"/>
              </a:lnSpc>
              <a:spcBef>
                <a:spcPts val="0"/>
              </a:spcBef>
              <a:spcAft>
                <a:spcPts val="0"/>
              </a:spcAft>
              <a:buSzPts val="1400"/>
              <a:buChar char="●"/>
            </a:pPr>
            <a:r>
              <a:rPr lang="en-GB"/>
              <a:t>How far are the variants from the MYC gene? Could it be possible that these variants belong to a regulatory region?</a:t>
            </a:r>
            <a:endParaRPr/>
          </a:p>
          <a:p>
            <a:pPr marL="914400" lvl="1" indent="-317500" algn="l" rtl="0">
              <a:lnSpc>
                <a:spcPct val="150000"/>
              </a:lnSpc>
              <a:spcBef>
                <a:spcPts val="0"/>
              </a:spcBef>
              <a:spcAft>
                <a:spcPts val="0"/>
              </a:spcAft>
              <a:buSzPts val="1400"/>
              <a:buChar char="●"/>
            </a:pPr>
            <a:r>
              <a:rPr lang="en-GB"/>
              <a:t>Do the CREs containing rs6983267 and rs67491583 show tissue- or context-specific enhancer activity?</a:t>
            </a:r>
            <a:endParaRPr/>
          </a:p>
          <a:p>
            <a:pPr marL="914400" lvl="1" indent="-317500" algn="l" rtl="0">
              <a:lnSpc>
                <a:spcPct val="150000"/>
              </a:lnSpc>
              <a:spcBef>
                <a:spcPts val="0"/>
              </a:spcBef>
              <a:spcAft>
                <a:spcPts val="0"/>
              </a:spcAft>
              <a:buSzPts val="1400"/>
              <a:buChar char="●"/>
            </a:pPr>
            <a:r>
              <a:rPr lang="en-GB" u="sng">
                <a:solidFill>
                  <a:schemeClr val="hlink"/>
                </a:solidFill>
                <a:hlinkClick r:id="rId3"/>
              </a:rPr>
              <a:t>HCT116</a:t>
            </a:r>
            <a:r>
              <a:rPr lang="en-GB"/>
              <a:t> and </a:t>
            </a:r>
            <a:r>
              <a:rPr lang="en-GB" u="sng">
                <a:solidFill>
                  <a:schemeClr val="hlink"/>
                </a:solidFill>
                <a:hlinkClick r:id="rId4"/>
              </a:rPr>
              <a:t>Caco-2</a:t>
            </a:r>
            <a:r>
              <a:rPr lang="en-GB"/>
              <a:t> are colorectal cancer cell lines. Are they included in the studied resources? If yes, which epigenomic evidence is available for each of them?</a:t>
            </a:r>
            <a:endParaRPr/>
          </a:p>
          <a:p>
            <a:pPr marL="914400" lvl="1" indent="-317500" algn="l" rtl="0">
              <a:lnSpc>
                <a:spcPct val="150000"/>
              </a:lnSpc>
              <a:spcBef>
                <a:spcPts val="0"/>
              </a:spcBef>
              <a:spcAft>
                <a:spcPts val="0"/>
              </a:spcAft>
              <a:buSzPts val="1400"/>
              <a:buChar char="●"/>
            </a:pPr>
            <a:r>
              <a:rPr lang="en-GB"/>
              <a:t>How is the regulatory activity in the locus for HCT116 and Caco-2?</a:t>
            </a:r>
            <a:endParaRPr/>
          </a:p>
          <a:p>
            <a:pPr marL="914400" lvl="1" indent="-317500" algn="l" rtl="0">
              <a:lnSpc>
                <a:spcPct val="150000"/>
              </a:lnSpc>
              <a:spcBef>
                <a:spcPts val="0"/>
              </a:spcBef>
              <a:spcAft>
                <a:spcPts val="0"/>
              </a:spcAft>
              <a:buSzPts val="1400"/>
              <a:buChar char="●"/>
            </a:pPr>
            <a:r>
              <a:rPr lang="en-GB"/>
              <a:t>Do the CREs annotation resources show agreement in the studied locus?</a:t>
            </a:r>
            <a:endParaRPr/>
          </a:p>
          <a:p>
            <a:pPr marL="0" lvl="0" indent="0" algn="l" rtl="0">
              <a:lnSpc>
                <a:spcPct val="115000"/>
              </a:lnSpc>
              <a:spcBef>
                <a:spcPts val="750"/>
              </a:spcBef>
              <a:spcAft>
                <a:spcPts val="0"/>
              </a:spcAft>
              <a:buNone/>
            </a:pPr>
            <a:endParaRPr/>
          </a:p>
          <a:p>
            <a:pPr marL="0" lvl="0" indent="0" algn="l" rtl="0">
              <a:lnSpc>
                <a:spcPct val="115000"/>
              </a:lnSpc>
              <a:spcBef>
                <a:spcPts val="750"/>
              </a:spcBef>
              <a:spcAft>
                <a:spcPts val="0"/>
              </a:spcAft>
              <a:buNone/>
            </a:pPr>
            <a:endParaRPr/>
          </a:p>
        </p:txBody>
      </p:sp>
      <p:sp>
        <p:nvSpPr>
          <p:cNvPr id="529" name="Google Shape;529;p59"/>
          <p:cNvSpPr txBox="1">
            <a:spLocks noGrp="1"/>
          </p:cNvSpPr>
          <p:nvPr>
            <p:ph type="title"/>
          </p:nvPr>
        </p:nvSpPr>
        <p:spPr>
          <a:xfrm>
            <a:off x="338138" y="273844"/>
            <a:ext cx="8452200" cy="518400"/>
          </a:xfrm>
          <a:prstGeom prst="rect">
            <a:avLst/>
          </a:prstGeom>
        </p:spPr>
        <p:txBody>
          <a:bodyPr spcFirstLastPara="1" wrap="square" lIns="0" tIns="45700" rIns="91425" bIns="45700" anchor="b" anchorCtr="0">
            <a:noAutofit/>
          </a:bodyPr>
          <a:lstStyle/>
          <a:p>
            <a:pPr marL="0" lvl="0" indent="0" algn="l" rtl="0">
              <a:spcBef>
                <a:spcPts val="0"/>
              </a:spcBef>
              <a:spcAft>
                <a:spcPts val="0"/>
              </a:spcAft>
              <a:buNone/>
            </a:pPr>
            <a:r>
              <a:rPr lang="en-GB"/>
              <a:t>Case study 1: Human disease locus MYC / 8q24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33"/>
        <p:cNvGrpSpPr/>
        <p:nvPr/>
      </p:nvGrpSpPr>
      <p:grpSpPr>
        <a:xfrm>
          <a:off x="0" y="0"/>
          <a:ext cx="0" cy="0"/>
          <a:chOff x="0" y="0"/>
          <a:chExt cx="0" cy="0"/>
        </a:xfrm>
      </p:grpSpPr>
      <p:sp>
        <p:nvSpPr>
          <p:cNvPr id="534" name="Google Shape;534;p60"/>
          <p:cNvSpPr txBox="1">
            <a:spLocks noGrp="1"/>
          </p:cNvSpPr>
          <p:nvPr>
            <p:ph type="body" idx="1"/>
          </p:nvPr>
        </p:nvSpPr>
        <p:spPr>
          <a:xfrm>
            <a:off x="338138" y="889824"/>
            <a:ext cx="8452200" cy="3711600"/>
          </a:xfrm>
          <a:prstGeom prst="rect">
            <a:avLst/>
          </a:prstGeom>
        </p:spPr>
        <p:txBody>
          <a:bodyPr spcFirstLastPara="1" wrap="square" lIns="0" tIns="45700" rIns="91425" bIns="45700" anchor="t" anchorCtr="0">
            <a:noAutofit/>
          </a:bodyPr>
          <a:lstStyle/>
          <a:p>
            <a:pPr marL="457200" lvl="0" indent="-330200" algn="l" rtl="0">
              <a:lnSpc>
                <a:spcPct val="150000"/>
              </a:lnSpc>
              <a:spcBef>
                <a:spcPts val="750"/>
              </a:spcBef>
              <a:spcAft>
                <a:spcPts val="0"/>
              </a:spcAft>
              <a:buSzPts val="1600"/>
              <a:buChar char="✓"/>
            </a:pPr>
            <a:r>
              <a:rPr lang="en-GB"/>
              <a:t>The </a:t>
            </a:r>
            <a:r>
              <a:rPr lang="en-GB" u="sng">
                <a:solidFill>
                  <a:schemeClr val="hlink"/>
                </a:solidFill>
                <a:hlinkClick r:id="rId3"/>
              </a:rPr>
              <a:t>Dlx5/Dlx6</a:t>
            </a:r>
            <a:r>
              <a:rPr lang="en-GB"/>
              <a:t> intergenic region contains the conserved enhancer I56i (GRCm39/mm10, chr6:6,869,098-6,869,533), which has been described as a forebrain enhancer active in GABAergic interneuron development </a:t>
            </a:r>
            <a:r>
              <a:rPr lang="en-GB" baseline="30000"/>
              <a:t>4</a:t>
            </a:r>
            <a:r>
              <a:rPr lang="en-GB"/>
              <a:t>. </a:t>
            </a:r>
            <a:endParaRPr/>
          </a:p>
          <a:p>
            <a:pPr marL="457200" lvl="0" indent="-330200" algn="l" rtl="0">
              <a:lnSpc>
                <a:spcPct val="150000"/>
              </a:lnSpc>
              <a:spcBef>
                <a:spcPts val="0"/>
              </a:spcBef>
              <a:spcAft>
                <a:spcPts val="0"/>
              </a:spcAft>
              <a:buSzPts val="1600"/>
              <a:buChar char="✓"/>
            </a:pPr>
            <a:r>
              <a:rPr lang="en-GB"/>
              <a:t>chr6:6,869,492 A&gt;G in I56i was reported to impair enhancer activity in the developing forebrain and adult cortex </a:t>
            </a:r>
            <a:r>
              <a:rPr lang="en-GB" baseline="30000"/>
              <a:t>4</a:t>
            </a:r>
            <a:r>
              <a:rPr lang="en-GB"/>
              <a:t>.</a:t>
            </a:r>
            <a:endParaRPr/>
          </a:p>
          <a:p>
            <a:pPr marL="457200" lvl="0" indent="-330200" algn="l" rtl="0">
              <a:lnSpc>
                <a:spcPct val="150000"/>
              </a:lnSpc>
              <a:spcBef>
                <a:spcPts val="0"/>
              </a:spcBef>
              <a:spcAft>
                <a:spcPts val="0"/>
              </a:spcAft>
              <a:buSzPts val="1600"/>
              <a:buChar char="✓"/>
            </a:pPr>
            <a:r>
              <a:rPr lang="en-GB"/>
              <a:t>The location of the SNP coincides with one of the two putative Dlx binding sites within I56i. This region of I56i also encodes the second exon of the long polyadenylated non-coding RNA (lpncRNA) Evf2 (Dlx6os1).</a:t>
            </a:r>
            <a:endParaRPr/>
          </a:p>
          <a:p>
            <a:pPr marL="0" lvl="0" indent="0" algn="l" rtl="0">
              <a:lnSpc>
                <a:spcPct val="115000"/>
              </a:lnSpc>
              <a:spcBef>
                <a:spcPts val="750"/>
              </a:spcBef>
              <a:spcAft>
                <a:spcPts val="0"/>
              </a:spcAft>
              <a:buNone/>
            </a:pPr>
            <a:endParaRPr/>
          </a:p>
        </p:txBody>
      </p:sp>
      <p:sp>
        <p:nvSpPr>
          <p:cNvPr id="535" name="Google Shape;535;p60"/>
          <p:cNvSpPr txBox="1">
            <a:spLocks noGrp="1"/>
          </p:cNvSpPr>
          <p:nvPr>
            <p:ph type="title"/>
          </p:nvPr>
        </p:nvSpPr>
        <p:spPr>
          <a:xfrm>
            <a:off x="186525" y="269875"/>
            <a:ext cx="8859000" cy="518400"/>
          </a:xfrm>
          <a:prstGeom prst="rect">
            <a:avLst/>
          </a:prstGeom>
        </p:spPr>
        <p:txBody>
          <a:bodyPr spcFirstLastPara="1" wrap="square" lIns="0" tIns="45700" rIns="91425" bIns="45700" anchor="b" anchorCtr="0">
            <a:noAutofit/>
          </a:bodyPr>
          <a:lstStyle/>
          <a:p>
            <a:pPr marL="0" lvl="0" indent="0" algn="l" rtl="0">
              <a:spcBef>
                <a:spcPts val="0"/>
              </a:spcBef>
              <a:spcAft>
                <a:spcPts val="0"/>
              </a:spcAft>
              <a:buNone/>
            </a:pPr>
            <a:r>
              <a:rPr lang="en-GB"/>
              <a:t>Case study 2: Mouse Dlx5/Dlx6 and the I56i enhancer </a:t>
            </a:r>
            <a:endParaRPr/>
          </a:p>
        </p:txBody>
      </p:sp>
      <p:sp>
        <p:nvSpPr>
          <p:cNvPr id="536" name="Google Shape;536;p60"/>
          <p:cNvSpPr txBox="1"/>
          <p:nvPr/>
        </p:nvSpPr>
        <p:spPr>
          <a:xfrm>
            <a:off x="45750" y="4643450"/>
            <a:ext cx="77322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sz="800" baseline="30000"/>
              <a:t>4</a:t>
            </a:r>
            <a:r>
              <a:rPr lang="en-GB" sz="800"/>
              <a:t>Poitras, Luc, et al. "An SNP in an ultraconserved regulatory element affects Dlx5/Dlx6 regulation in the forebrain." Development 137.18 (2010): 3089-3097.</a:t>
            </a:r>
            <a:endParaRPr sz="8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541" name="Google Shape;541;p61"/>
          <p:cNvSpPr txBox="1">
            <a:spLocks noGrp="1"/>
          </p:cNvSpPr>
          <p:nvPr>
            <p:ph type="body" idx="1"/>
          </p:nvPr>
        </p:nvSpPr>
        <p:spPr>
          <a:xfrm>
            <a:off x="338138" y="889824"/>
            <a:ext cx="8452200" cy="3711600"/>
          </a:xfrm>
          <a:prstGeom prst="rect">
            <a:avLst/>
          </a:prstGeom>
        </p:spPr>
        <p:txBody>
          <a:bodyPr spcFirstLastPara="1" wrap="square" lIns="0" tIns="45700" rIns="91425" bIns="45700" anchor="t" anchorCtr="0">
            <a:noAutofit/>
          </a:bodyPr>
          <a:lstStyle/>
          <a:p>
            <a:pPr marL="457200" lvl="0" indent="-330200" algn="l" rtl="0">
              <a:lnSpc>
                <a:spcPct val="150000"/>
              </a:lnSpc>
              <a:spcBef>
                <a:spcPts val="750"/>
              </a:spcBef>
              <a:spcAft>
                <a:spcPts val="0"/>
              </a:spcAft>
              <a:buSzPts val="1600"/>
              <a:buChar char="✓"/>
            </a:pPr>
            <a:r>
              <a:rPr lang="en-GB" dirty="0"/>
              <a:t>Main question: </a:t>
            </a:r>
            <a:r>
              <a:rPr lang="en-GB" i="1" dirty="0"/>
              <a:t>Does the I56i candidate sequence correspond to a current regulatory annotation near Dlx5/Dlx6? How strong is the evidence that it acts as a forebrain enhancer?</a:t>
            </a:r>
            <a:endParaRPr i="1" dirty="0"/>
          </a:p>
          <a:p>
            <a:pPr marL="457200" lvl="0" indent="-330200" algn="l" rtl="0">
              <a:lnSpc>
                <a:spcPct val="150000"/>
              </a:lnSpc>
              <a:spcBef>
                <a:spcPts val="0"/>
              </a:spcBef>
              <a:spcAft>
                <a:spcPts val="0"/>
              </a:spcAft>
              <a:buSzPts val="1600"/>
              <a:buChar char="✓"/>
            </a:pPr>
            <a:r>
              <a:rPr lang="en-GB" dirty="0"/>
              <a:t>Guiding questions:</a:t>
            </a:r>
            <a:endParaRPr dirty="0"/>
          </a:p>
          <a:p>
            <a:pPr marL="914400" lvl="1" indent="-317500" algn="l" rtl="0">
              <a:lnSpc>
                <a:spcPct val="150000"/>
              </a:lnSpc>
              <a:spcBef>
                <a:spcPts val="0"/>
              </a:spcBef>
              <a:spcAft>
                <a:spcPts val="0"/>
              </a:spcAft>
              <a:buSzPts val="1400"/>
              <a:buChar char="●"/>
            </a:pPr>
            <a:r>
              <a:rPr lang="en-GB" dirty="0"/>
              <a:t>Are there regulatory elements in the Dlx5/Dlx6 locus?</a:t>
            </a:r>
            <a:endParaRPr dirty="0"/>
          </a:p>
          <a:p>
            <a:pPr marL="914400" lvl="1" indent="-317500" algn="l" rtl="0">
              <a:lnSpc>
                <a:spcPct val="150000"/>
              </a:lnSpc>
              <a:spcBef>
                <a:spcPts val="0"/>
              </a:spcBef>
              <a:spcAft>
                <a:spcPts val="0"/>
              </a:spcAft>
              <a:buSzPts val="1400"/>
              <a:buChar char="●"/>
            </a:pPr>
            <a:r>
              <a:rPr lang="en-GB" dirty="0"/>
              <a:t>Is the region strongly regulated in forebrain developmental stages? </a:t>
            </a:r>
            <a:endParaRPr dirty="0"/>
          </a:p>
          <a:p>
            <a:pPr marL="914400" lvl="1" indent="-317500" algn="l" rtl="0">
              <a:lnSpc>
                <a:spcPct val="150000"/>
              </a:lnSpc>
              <a:spcBef>
                <a:spcPts val="0"/>
              </a:spcBef>
              <a:spcAft>
                <a:spcPts val="0"/>
              </a:spcAft>
              <a:buSzPts val="1400"/>
              <a:buChar char="●"/>
            </a:pPr>
            <a:r>
              <a:rPr lang="en-GB" dirty="0"/>
              <a:t>Do the epigenomic evidence tracks support the I56i enhancer region? </a:t>
            </a:r>
            <a:endParaRPr dirty="0"/>
          </a:p>
          <a:p>
            <a:pPr marL="914400" lvl="1" indent="-317500" algn="l" rtl="0">
              <a:lnSpc>
                <a:spcPct val="150000"/>
              </a:lnSpc>
              <a:spcBef>
                <a:spcPts val="0"/>
              </a:spcBef>
              <a:spcAft>
                <a:spcPts val="0"/>
              </a:spcAft>
              <a:buSzPts val="1400"/>
              <a:buChar char="●"/>
            </a:pPr>
            <a:r>
              <a:rPr lang="en-GB" dirty="0"/>
              <a:t>Do the CREs annotation resources show agreement in the studied locus?</a:t>
            </a:r>
            <a:endParaRPr dirty="0"/>
          </a:p>
          <a:p>
            <a:pPr marL="0" lvl="0" indent="0" algn="l" rtl="0">
              <a:lnSpc>
                <a:spcPct val="115000"/>
              </a:lnSpc>
              <a:spcBef>
                <a:spcPts val="750"/>
              </a:spcBef>
              <a:spcAft>
                <a:spcPts val="0"/>
              </a:spcAft>
              <a:buNone/>
            </a:pPr>
            <a:endParaRPr dirty="0"/>
          </a:p>
          <a:p>
            <a:pPr marL="0" lvl="0" indent="0" algn="l" rtl="0">
              <a:lnSpc>
                <a:spcPct val="115000"/>
              </a:lnSpc>
              <a:spcBef>
                <a:spcPts val="750"/>
              </a:spcBef>
              <a:spcAft>
                <a:spcPts val="0"/>
              </a:spcAft>
              <a:buNone/>
            </a:pPr>
            <a:endParaRPr dirty="0"/>
          </a:p>
        </p:txBody>
      </p:sp>
      <p:sp>
        <p:nvSpPr>
          <p:cNvPr id="542" name="Google Shape;542;p61"/>
          <p:cNvSpPr txBox="1">
            <a:spLocks noGrp="1"/>
          </p:cNvSpPr>
          <p:nvPr>
            <p:ph type="title"/>
          </p:nvPr>
        </p:nvSpPr>
        <p:spPr>
          <a:xfrm>
            <a:off x="167600" y="269875"/>
            <a:ext cx="8929500" cy="518400"/>
          </a:xfrm>
          <a:prstGeom prst="rect">
            <a:avLst/>
          </a:prstGeom>
        </p:spPr>
        <p:txBody>
          <a:bodyPr spcFirstLastPara="1" wrap="square" lIns="0" tIns="45700" rIns="91425" bIns="45700" anchor="b" anchorCtr="0">
            <a:noAutofit/>
          </a:bodyPr>
          <a:lstStyle/>
          <a:p>
            <a:pPr marL="0" lvl="0" indent="0" algn="l" rtl="0">
              <a:spcBef>
                <a:spcPts val="0"/>
              </a:spcBef>
              <a:spcAft>
                <a:spcPts val="0"/>
              </a:spcAft>
              <a:buNone/>
            </a:pPr>
            <a:r>
              <a:rPr lang="en-GB"/>
              <a:t>Case study 2: Mouse Dlx5/Dlx6 and the I56i enhancer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46"/>
        <p:cNvGrpSpPr/>
        <p:nvPr/>
      </p:nvGrpSpPr>
      <p:grpSpPr>
        <a:xfrm>
          <a:off x="0" y="0"/>
          <a:ext cx="0" cy="0"/>
          <a:chOff x="0" y="0"/>
          <a:chExt cx="0" cy="0"/>
        </a:xfrm>
      </p:grpSpPr>
      <p:sp>
        <p:nvSpPr>
          <p:cNvPr id="547" name="Google Shape;547;p62"/>
          <p:cNvSpPr txBox="1">
            <a:spLocks noGrp="1"/>
          </p:cNvSpPr>
          <p:nvPr>
            <p:ph type="title"/>
          </p:nvPr>
        </p:nvSpPr>
        <p:spPr>
          <a:xfrm>
            <a:off x="338138" y="273844"/>
            <a:ext cx="8452200" cy="518400"/>
          </a:xfrm>
          <a:prstGeom prst="rect">
            <a:avLst/>
          </a:prstGeom>
        </p:spPr>
        <p:txBody>
          <a:bodyPr spcFirstLastPara="1" wrap="square" lIns="0" tIns="45700" rIns="91425" bIns="45700" anchor="b" anchorCtr="0">
            <a:noAutofit/>
          </a:bodyPr>
          <a:lstStyle/>
          <a:p>
            <a:pPr marL="0" lvl="0" indent="0" algn="l" rtl="0">
              <a:spcBef>
                <a:spcPts val="0"/>
              </a:spcBef>
              <a:spcAft>
                <a:spcPts val="0"/>
              </a:spcAft>
              <a:buNone/>
            </a:pPr>
            <a:r>
              <a:rPr lang="en-GB"/>
              <a:t>Hands-on!</a:t>
            </a:r>
            <a:endParaRPr/>
          </a:p>
        </p:txBody>
      </p:sp>
      <p:pic>
        <p:nvPicPr>
          <p:cNvPr id="548" name="Google Shape;548;p62"/>
          <p:cNvPicPr preferRelativeResize="0"/>
          <p:nvPr/>
        </p:nvPicPr>
        <p:blipFill rotWithShape="1">
          <a:blip r:embed="rId3">
            <a:alphaModFix/>
          </a:blip>
          <a:srcRect t="14858" b="13570"/>
          <a:stretch/>
        </p:blipFill>
        <p:spPr>
          <a:xfrm>
            <a:off x="2581102" y="1146753"/>
            <a:ext cx="3981795" cy="284999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52"/>
        <p:cNvGrpSpPr/>
        <p:nvPr/>
      </p:nvGrpSpPr>
      <p:grpSpPr>
        <a:xfrm>
          <a:off x="0" y="0"/>
          <a:ext cx="0" cy="0"/>
          <a:chOff x="0" y="0"/>
          <a:chExt cx="0" cy="0"/>
        </a:xfrm>
      </p:grpSpPr>
      <p:sp>
        <p:nvSpPr>
          <p:cNvPr id="553" name="Google Shape;553;p63"/>
          <p:cNvSpPr txBox="1">
            <a:spLocks noGrp="1"/>
          </p:cNvSpPr>
          <p:nvPr>
            <p:ph type="title"/>
          </p:nvPr>
        </p:nvSpPr>
        <p:spPr>
          <a:xfrm>
            <a:off x="338138" y="273844"/>
            <a:ext cx="8452200" cy="518400"/>
          </a:xfrm>
          <a:prstGeom prst="rect">
            <a:avLst/>
          </a:prstGeom>
        </p:spPr>
        <p:txBody>
          <a:bodyPr spcFirstLastPara="1" wrap="square" lIns="0" tIns="45700" rIns="91425" bIns="45700" anchor="b" anchorCtr="0">
            <a:noAutofit/>
          </a:bodyPr>
          <a:lstStyle/>
          <a:p>
            <a:pPr marL="0" lvl="0" indent="0" algn="l" rtl="0">
              <a:spcBef>
                <a:spcPts val="0"/>
              </a:spcBef>
              <a:spcAft>
                <a:spcPts val="0"/>
              </a:spcAft>
              <a:buNone/>
            </a:pPr>
            <a:r>
              <a:rPr lang="en-GB" dirty="0"/>
              <a:t>Discuss your team’s findings</a:t>
            </a:r>
            <a:endParaRPr dirty="0"/>
          </a:p>
        </p:txBody>
      </p:sp>
      <p:sp>
        <p:nvSpPr>
          <p:cNvPr id="2" name="Google Shape;541;p61">
            <a:extLst>
              <a:ext uri="{FF2B5EF4-FFF2-40B4-BE49-F238E27FC236}">
                <a16:creationId xmlns:a16="http://schemas.microsoft.com/office/drawing/2014/main" id="{CED6BBCB-6893-4CC1-71BE-D53576DF055D}"/>
              </a:ext>
            </a:extLst>
          </p:cNvPr>
          <p:cNvSpPr txBox="1">
            <a:spLocks noGrp="1"/>
          </p:cNvSpPr>
          <p:nvPr>
            <p:ph type="body" idx="1"/>
          </p:nvPr>
        </p:nvSpPr>
        <p:spPr>
          <a:xfrm>
            <a:off x="338138" y="889824"/>
            <a:ext cx="8452200" cy="3711600"/>
          </a:xfrm>
          <a:prstGeom prst="rect">
            <a:avLst/>
          </a:prstGeom>
        </p:spPr>
        <p:txBody>
          <a:bodyPr spcFirstLastPara="1" wrap="square" lIns="0" tIns="45700" rIns="91425" bIns="45700" anchor="t" anchorCtr="0">
            <a:noAutofit/>
          </a:bodyPr>
          <a:lstStyle/>
          <a:p>
            <a:pPr lvl="0" algn="l" rtl="0">
              <a:lnSpc>
                <a:spcPct val="100000"/>
              </a:lnSpc>
              <a:spcBef>
                <a:spcPts val="0"/>
              </a:spcBef>
              <a:spcAft>
                <a:spcPts val="1000"/>
              </a:spcAft>
              <a:buSzPts val="1600"/>
              <a:buFont typeface="Wingdings" pitchFamily="2" charset="2"/>
              <a:buChar char="Ø"/>
            </a:pPr>
            <a:r>
              <a:rPr lang="en-GB" dirty="0">
                <a:solidFill>
                  <a:srgbClr val="18974C"/>
                </a:solidFill>
              </a:rPr>
              <a:t>What is the genomic context of the candidate region?</a:t>
            </a:r>
          </a:p>
          <a:p>
            <a:pPr marL="584200" lvl="1" indent="0">
              <a:lnSpc>
                <a:spcPct val="100000"/>
              </a:lnSpc>
              <a:spcBef>
                <a:spcPts val="0"/>
              </a:spcBef>
              <a:spcAft>
                <a:spcPts val="1000"/>
              </a:spcAft>
              <a:buSzPts val="1600"/>
              <a:buNone/>
            </a:pPr>
            <a:r>
              <a:rPr lang="en-GB" dirty="0"/>
              <a:t>Where does it lie relative to nearby genes, promoters and annotated regulatory features, and could it plausibly regulate a gene over a long genomic distance?</a:t>
            </a:r>
          </a:p>
          <a:p>
            <a:pPr>
              <a:lnSpc>
                <a:spcPct val="100000"/>
              </a:lnSpc>
              <a:spcBef>
                <a:spcPts val="0"/>
              </a:spcBef>
              <a:spcAft>
                <a:spcPts val="1000"/>
              </a:spcAft>
              <a:buFont typeface="Wingdings" pitchFamily="2" charset="2"/>
              <a:buChar char="Ø"/>
            </a:pPr>
            <a:r>
              <a:rPr lang="en-GB" dirty="0">
                <a:solidFill>
                  <a:srgbClr val="18974C"/>
                </a:solidFill>
              </a:rPr>
              <a:t>Is the evidence relevant to the biological context?</a:t>
            </a:r>
          </a:p>
          <a:p>
            <a:pPr marL="584200" lvl="1" indent="0">
              <a:lnSpc>
                <a:spcPct val="100000"/>
              </a:lnSpc>
              <a:spcBef>
                <a:spcPts val="0"/>
              </a:spcBef>
              <a:spcAft>
                <a:spcPts val="1000"/>
              </a:spcAft>
              <a:buSzPts val="1600"/>
              <a:buNone/>
            </a:pPr>
            <a:r>
              <a:rPr lang="en-GB" dirty="0"/>
              <a:t>Which cell types, tissues or developmental stages provide the most relevant epigenomic evidence, and is activity specific to those contexts?</a:t>
            </a:r>
          </a:p>
          <a:p>
            <a:pPr>
              <a:lnSpc>
                <a:spcPct val="100000"/>
              </a:lnSpc>
              <a:spcBef>
                <a:spcPts val="0"/>
              </a:spcBef>
              <a:spcAft>
                <a:spcPts val="1000"/>
              </a:spcAft>
              <a:buFont typeface="Wingdings" pitchFamily="2" charset="2"/>
              <a:buChar char="Ø"/>
            </a:pPr>
            <a:r>
              <a:rPr lang="en-GB" dirty="0">
                <a:solidFill>
                  <a:srgbClr val="18974C"/>
                </a:solidFill>
              </a:rPr>
              <a:t>What evidence supports its CRE annotation?</a:t>
            </a:r>
          </a:p>
          <a:p>
            <a:pPr marL="584200" lvl="1" indent="0">
              <a:lnSpc>
                <a:spcPct val="100000"/>
              </a:lnSpc>
              <a:spcBef>
                <a:spcPts val="0"/>
              </a:spcBef>
              <a:spcAft>
                <a:spcPts val="1000"/>
              </a:spcAft>
              <a:buSzPts val="1600"/>
              <a:buNone/>
            </a:pPr>
            <a:r>
              <a:rPr lang="en-GB" dirty="0"/>
              <a:t>Do chromatin accessibility, histone-modification, transcription-factor-binding, conservation and regulatory-annotation tracks agree on whether the region is likely to be an enhancer or another type of CRE?</a:t>
            </a:r>
          </a:p>
          <a:p>
            <a:pPr>
              <a:lnSpc>
                <a:spcPct val="100000"/>
              </a:lnSpc>
              <a:spcBef>
                <a:spcPts val="0"/>
              </a:spcBef>
              <a:spcAft>
                <a:spcPts val="1000"/>
              </a:spcAft>
              <a:buFont typeface="Wingdings" pitchFamily="2" charset="2"/>
              <a:buChar char="Ø"/>
            </a:pPr>
            <a:r>
              <a:rPr lang="en-GB" dirty="0">
                <a:solidFill>
                  <a:srgbClr val="18974C"/>
                </a:solidFill>
              </a:rPr>
              <a:t>Bonus: How strong is the conclusion, and how could it be tested?</a:t>
            </a:r>
          </a:p>
          <a:p>
            <a:pPr marL="584200" lvl="1" indent="0">
              <a:lnSpc>
                <a:spcPct val="100000"/>
              </a:lnSpc>
              <a:spcBef>
                <a:spcPts val="0"/>
              </a:spcBef>
              <a:spcAft>
                <a:spcPts val="1000"/>
              </a:spcAft>
              <a:buSzPts val="1600"/>
              <a:buNone/>
            </a:pPr>
            <a:r>
              <a:rPr lang="en-GB" dirty="0"/>
              <a:t>What can be concluded from the available data, what remains uncertain, and which functional experiment would best test the proposed regulatory effect?</a:t>
            </a:r>
            <a:endParaRPr dirty="0"/>
          </a:p>
        </p:txBody>
      </p:sp>
      <p:pic>
        <p:nvPicPr>
          <p:cNvPr id="4" name="Google Shape;733;p81">
            <a:extLst>
              <a:ext uri="{FF2B5EF4-FFF2-40B4-BE49-F238E27FC236}">
                <a16:creationId xmlns:a16="http://schemas.microsoft.com/office/drawing/2014/main" id="{A4380C53-C217-7DD6-FD91-CB92C918FC68}"/>
              </a:ext>
            </a:extLst>
          </p:cNvPr>
          <p:cNvPicPr preferRelativeResize="0"/>
          <p:nvPr/>
        </p:nvPicPr>
        <p:blipFill rotWithShape="1">
          <a:blip r:embed="rId3">
            <a:alphaModFix/>
          </a:blip>
          <a:srcRect t="14858" b="13570"/>
          <a:stretch/>
        </p:blipFill>
        <p:spPr>
          <a:xfrm>
            <a:off x="7300425" y="0"/>
            <a:ext cx="1843575" cy="1319550"/>
          </a:xfrm>
          <a:prstGeom prst="rect">
            <a:avLst/>
          </a:prstGeom>
          <a:noFill/>
          <a:ln>
            <a:noFill/>
          </a:ln>
        </p:spPr>
      </p:pic>
    </p:spTree>
  </p:cSld>
  <p:clrMapOvr>
    <a:masterClrMapping/>
  </p:clrMapOvr>
</p:sld>
</file>

<file path=ppt/theme/theme1.xml><?xml version="1.0" encoding="utf-8"?>
<a:theme xmlns:a="http://schemas.openxmlformats.org/drawingml/2006/main" name="Custom Design">
  <a:themeElements>
    <a:clrScheme name="EMBL template">
      <a:dk1>
        <a:srgbClr val="000000"/>
      </a:dk1>
      <a:lt1>
        <a:srgbClr val="FFFFFF"/>
      </a:lt1>
      <a:dk2>
        <a:srgbClr val="007B53"/>
      </a:dk2>
      <a:lt2>
        <a:srgbClr val="707372"/>
      </a:lt2>
      <a:accent1>
        <a:srgbClr val="18974C"/>
      </a:accent1>
      <a:accent2>
        <a:srgbClr val="A1BE1F"/>
      </a:accent2>
      <a:accent3>
        <a:srgbClr val="F49E17"/>
      </a:accent3>
      <a:accent4>
        <a:srgbClr val="F4C61F"/>
      </a:accent4>
      <a:accent5>
        <a:srgbClr val="D41645"/>
      </a:accent5>
      <a:accent6>
        <a:srgbClr val="3B6FB6"/>
      </a:accent6>
      <a:hlink>
        <a:srgbClr val="2A57A3"/>
      </a:hlink>
      <a:folHlink>
        <a:srgbClr val="73459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TotalTime>
  <Words>915</Words>
  <Application>Microsoft Macintosh PowerPoint</Application>
  <PresentationFormat>On-screen Show (16:9)</PresentationFormat>
  <Paragraphs>59</Paragraphs>
  <Slides>9</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Wingdings</vt:lpstr>
      <vt:lpstr>Franklin Gothic</vt:lpstr>
      <vt:lpstr>Libre Franklin Medium</vt:lpstr>
      <vt:lpstr>Libre Franklin</vt:lpstr>
      <vt:lpstr>Arial</vt:lpstr>
      <vt:lpstr>Libre Franklin Thin</vt:lpstr>
      <vt:lpstr>Arial Black</vt:lpstr>
      <vt:lpstr>Custom Design</vt:lpstr>
      <vt:lpstr>Integrative Case Study: Non-coding Variant Interpretation</vt:lpstr>
      <vt:lpstr>Recap</vt:lpstr>
      <vt:lpstr>Format</vt:lpstr>
      <vt:lpstr>Case study 1: Human disease locus MYC / 8q24 </vt:lpstr>
      <vt:lpstr>Case study 1: Human disease locus MYC / 8q24 </vt:lpstr>
      <vt:lpstr>Case study 2: Mouse Dlx5/Dlx6 and the I56i enhancer </vt:lpstr>
      <vt:lpstr>Case study 2: Mouse Dlx5/Dlx6 and the I56i enhancer </vt:lpstr>
      <vt:lpstr>Hands-on!</vt:lpstr>
      <vt:lpstr>Discuss your team’s findings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Louisse Paola Mirabueno</cp:lastModifiedBy>
  <cp:revision>2</cp:revision>
  <dcterms:modified xsi:type="dcterms:W3CDTF">2026-09-03T00:00:12Z</dcterms:modified>
</cp:coreProperties>
</file>