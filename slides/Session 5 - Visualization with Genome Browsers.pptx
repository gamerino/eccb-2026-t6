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3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embeddedFontLst>
    <p:embeddedFont>
      <p:font typeface="Arial Black" panose="020B0604020202020204" pitchFamily="34" charset="0"/>
      <p:bold r:id="rId26"/>
    </p:embeddedFont>
    <p:embeddedFont>
      <p:font typeface="Franklin Gothic" panose="020B0603020102020204" pitchFamily="34" charset="0"/>
      <p:regular r:id="rId27"/>
      <p:bold r:id="rId28"/>
      <p:italic r:id="rId29"/>
      <p:boldItalic r:id="rId30"/>
    </p:embeddedFont>
    <p:embeddedFont>
      <p:font typeface="Inter" panose="02000503000000020004" pitchFamily="2" charset="0"/>
      <p:regular r:id="rId31"/>
      <p:bold r:id="rId32"/>
      <p:italic r:id="rId33"/>
      <p:boldItalic r:id="rId34"/>
    </p:embeddedFont>
    <p:embeddedFont>
      <p:font typeface="Libre Franklin" pitchFamily="2" charset="77"/>
      <p:regular r:id="rId35"/>
      <p:bold r:id="rId36"/>
      <p:italic r:id="rId37"/>
      <p:boldItalic r:id="rId38"/>
    </p:embeddedFont>
    <p:embeddedFont>
      <p:font typeface="Libre Franklin Medium" pitchFamily="2" charset="77"/>
      <p:regular r:id="rId39"/>
      <p:italic r:id="rId40"/>
    </p:embeddedFont>
    <p:embeddedFont>
      <p:font typeface="Libre Franklin Thin" pitchFamily="2" charset="77"/>
      <p:regular r:id="rId41"/>
      <p:italic r:id="rId42"/>
    </p:embeddedFont>
    <p:embeddedFont>
      <p:font typeface="Roboto" panose="02000000000000000000" pitchFamily="2" charset="0"/>
      <p:regular r:id="rId43"/>
      <p:bold r:id="rId44"/>
      <p:italic r:id="rId45"/>
      <p:boldItalic r:id="rId46"/>
    </p:embeddedFont>
    <p:embeddedFont>
      <p:font typeface="Roboto Medium" panose="02000000000000000000" pitchFamily="2" charset="0"/>
      <p:regular r:id="rId47"/>
      <p:italic r:id="rId48"/>
    </p:embeddedFont>
    <p:embeddedFont>
      <p:font typeface="Roboto Thin" panose="02000000000000000000" pitchFamily="2" charset="0"/>
      <p:regular r:id="rId49"/>
      <p:italic r:id="rId5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07"/>
  </p:normalViewPr>
  <p:slideViewPr>
    <p:cSldViewPr snapToGrid="0">
      <p:cViewPr varScale="1">
        <p:scale>
          <a:sx n="153" d="100"/>
          <a:sy n="153" d="100"/>
        </p:scale>
        <p:origin x="34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9" Type="http://schemas.openxmlformats.org/officeDocument/2006/relationships/font" Target="fonts/font14.fntdata"/><Relationship Id="rId21" Type="http://schemas.openxmlformats.org/officeDocument/2006/relationships/slide" Target="slides/slide20.xml"/><Relationship Id="rId34" Type="http://schemas.openxmlformats.org/officeDocument/2006/relationships/font" Target="fonts/font9.fntdata"/><Relationship Id="rId42" Type="http://schemas.openxmlformats.org/officeDocument/2006/relationships/font" Target="fonts/font17.fntdata"/><Relationship Id="rId47" Type="http://schemas.openxmlformats.org/officeDocument/2006/relationships/font" Target="fonts/font22.fntdata"/><Relationship Id="rId50" Type="http://schemas.openxmlformats.org/officeDocument/2006/relationships/font" Target="fonts/font25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4.fntdata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37" Type="http://schemas.openxmlformats.org/officeDocument/2006/relationships/font" Target="fonts/font12.fntdata"/><Relationship Id="rId40" Type="http://schemas.openxmlformats.org/officeDocument/2006/relationships/font" Target="fonts/font15.fntdata"/><Relationship Id="rId45" Type="http://schemas.openxmlformats.org/officeDocument/2006/relationships/font" Target="fonts/font20.fntdata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4" Type="http://schemas.openxmlformats.org/officeDocument/2006/relationships/font" Target="fonts/font19.fntdata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font" Target="fonts/font10.fntdata"/><Relationship Id="rId43" Type="http://schemas.openxmlformats.org/officeDocument/2006/relationships/font" Target="fonts/font18.fntdata"/><Relationship Id="rId48" Type="http://schemas.openxmlformats.org/officeDocument/2006/relationships/font" Target="fonts/font23.fntdata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openxmlformats.org/officeDocument/2006/relationships/font" Target="fonts/font13.fntdata"/><Relationship Id="rId46" Type="http://schemas.openxmlformats.org/officeDocument/2006/relationships/font" Target="fonts/font21.fntdata"/><Relationship Id="rId20" Type="http://schemas.openxmlformats.org/officeDocument/2006/relationships/slide" Target="slides/slide19.xml"/><Relationship Id="rId41" Type="http://schemas.openxmlformats.org/officeDocument/2006/relationships/font" Target="fonts/font16.fntdata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font" Target="fonts/font11.fntdata"/><Relationship Id="rId49" Type="http://schemas.openxmlformats.org/officeDocument/2006/relationships/font" Target="fonts/font2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2" name="Google Shape;50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3efd462de65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3efd462de65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SLIDES_API70913381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2" name="Google Shape;542;SLIDES_API70913381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📣 This is Slido interaction slide, please don't delete it.</a:t>
            </a:r>
            <a:br>
              <a:rPr lang="en-GB"/>
            </a:br>
            <a:r>
              <a:rPr lang="en-GB"/>
              <a:t>✅ Click on 'Present with Slido' and the poll will launch automatically when you get to this slide.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SLIDES_API709133813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SLIDES_API709133813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📣 This is Slido interaction slide, please don't delete it.</a:t>
            </a:r>
            <a:br>
              <a:rPr lang="en-GB"/>
            </a:br>
            <a:r>
              <a:rPr lang="en-GB"/>
              <a:t>✅ Click on 'Present with Slido' and the poll will launch automatically when you get to this slide.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355b2143c208fcd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6" name="Google Shape;566;g355b2143c208fcd_0:notes"/>
          <p:cNvSpPr txBox="1">
            <a:spLocks noGrp="1"/>
          </p:cNvSpPr>
          <p:nvPr>
            <p:ph type="body" idx="1"/>
          </p:nvPr>
        </p:nvSpPr>
        <p:spPr>
          <a:xfrm>
            <a:off x="685800" y="4400551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67" name="Google Shape;567;g355b2143c208fcd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5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g3eff01dbe2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9" name="Google Shape;579;g3eff01dbe2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g3ec221be4e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5" name="Google Shape;585;g3ec221be4e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g3ec221be4e5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" name="Google Shape;594;g3ec221be4e5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ec221be4e5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1" name="Google Shape;601;g3ec221be4e5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g3d0d3bf5493_0_5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9" name="Google Shape;609;g3d0d3bf5493_0_5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3ec221be4e5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g3ec221be4e5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ec221be4e5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ec221be4e5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ec221be4e5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ec221be4e5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g3da7b63efa8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1" name="Google Shape;651;g3da7b63efa8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ec221be4e5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1" name="Google Shape;661;g3ec221be4e5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g3ec221be4e5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6" name="Google Shape;676;g3ec221be4e5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g3ec221be4e5_0_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9" name="Google Shape;689;g3ec221be4e5_0_1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ec221be4e5_0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ec221be4e5_0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g3ec221be4e5_0_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6" name="Google Shape;706;g3ec221be4e5_0_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g3fabbbb509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3" name="Google Shape;713;g3fabbbb509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g3da7b63efa8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3" name="Google Shape;733;g3da7b63efa8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4" name="Google Shape;734;g3da7b63efa8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3f59c5e8e3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0" name="Google Shape;740;g3f59c5e8e3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3f66810dac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6" name="Google Shape;746;g3f66810dac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9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9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0.png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Elements_grey">
  <p:cSld name="Title_And_Elements_grey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12" name="Google Shape;12;p2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7793831" y="4557712"/>
            <a:ext cx="1143000" cy="528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13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elements_white">
  <p:cSld name="Title_and_elements_whit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Title - South Building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853567" y="0"/>
            <a:ext cx="4275376" cy="328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Cell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6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7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8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8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3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9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3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4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0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0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5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1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1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6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2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2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7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3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3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8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4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4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14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8" name="Google Shape;108;p14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14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9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5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7" y="-5821"/>
            <a:ext cx="4281508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7" name="Google Shape;117;p15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15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10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6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7" y="-5821"/>
            <a:ext cx="4281508" cy="328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16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16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16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7" name="Google Shape;127;p16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11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17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7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17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17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17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17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1_Title_Slide_TRAINING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18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7" y="-5821"/>
            <a:ext cx="4281508" cy="328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8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2" name="Google Shape;142;p18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3" name="Google Shape;143;p18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4" name="Google Shape;144;p18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18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1_Title_Slide_INDUSTRY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19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7" y="-5821"/>
            <a:ext cx="4281506" cy="3289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9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19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19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19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4" name="Google Shape;154;p19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_NoImage"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9143998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0"/>
          <p:cNvSpPr txBox="1">
            <a:spLocks noGrp="1"/>
          </p:cNvSpPr>
          <p:nvPr>
            <p:ph type="body" idx="1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8" name="Google Shape;158;p20"/>
          <p:cNvSpPr txBox="1">
            <a:spLocks noGrp="1"/>
          </p:cNvSpPr>
          <p:nvPr>
            <p:ph type="body" idx="2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9" name="Google Shape;159;p20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20"/>
          <p:cNvSpPr txBox="1">
            <a:spLocks noGrp="1"/>
          </p:cNvSpPr>
          <p:nvPr>
            <p:ph type="body" idx="3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20"/>
          <p:cNvSpPr txBox="1">
            <a:spLocks noGrp="1"/>
          </p:cNvSpPr>
          <p:nvPr>
            <p:ph type="body" idx="4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62" name="Google Shape;162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1_Title_Slide_noImage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9144000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1"/>
          <p:cNvSpPr txBox="1">
            <a:spLocks noGrp="1"/>
          </p:cNvSpPr>
          <p:nvPr>
            <p:ph type="body" idx="1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6" name="Google Shape;166;p21"/>
          <p:cNvSpPr txBox="1">
            <a:spLocks noGrp="1"/>
          </p:cNvSpPr>
          <p:nvPr>
            <p:ph type="body" idx="2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7" name="Google Shape;167;p21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21"/>
          <p:cNvSpPr txBox="1">
            <a:spLocks noGrp="1"/>
          </p:cNvSpPr>
          <p:nvPr>
            <p:ph type="body" idx="3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21"/>
          <p:cNvSpPr txBox="1">
            <a:spLocks noGrp="1"/>
          </p:cNvSpPr>
          <p:nvPr>
            <p:ph type="body" idx="4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70" name="Google Shape;170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1_Title_Slide_Staff_Association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9144000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2"/>
          <p:cNvSpPr txBox="1">
            <a:spLocks noGrp="1"/>
          </p:cNvSpPr>
          <p:nvPr>
            <p:ph type="body" idx="1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" name="Google Shape;174;p22"/>
          <p:cNvSpPr txBox="1">
            <a:spLocks noGrp="1"/>
          </p:cNvSpPr>
          <p:nvPr>
            <p:ph type="body" idx="2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22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22"/>
          <p:cNvSpPr txBox="1">
            <a:spLocks noGrp="1"/>
          </p:cNvSpPr>
          <p:nvPr>
            <p:ph type="body" idx="3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7" name="Google Shape;177;p22"/>
          <p:cNvSpPr txBox="1">
            <a:spLocks noGrp="1"/>
          </p:cNvSpPr>
          <p:nvPr>
            <p:ph type="body" idx="4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78" name="Google Shape;178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16925" y="4118125"/>
            <a:ext cx="2091450" cy="7276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ff Association grey ">
  <p:cSld name="Staff Association grey 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23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183" name="Google Shape;183;p23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23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85" name="Google Shape;185;p23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86" name="Google Shape;186;p2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524368" y="4628593"/>
            <a:ext cx="1202725" cy="418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ff Association white">
  <p:cSld name="Staff Association white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24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0" name="Google Shape;190;p24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91" name="Google Shape;191;p24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92" name="Google Shape;192;p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524368" y="4628593"/>
            <a:ext cx="1202725" cy="418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Elements_grey">
  <p:cSld name="Two Elements_grey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5" name="Google Shape;195;p25"/>
          <p:cNvSpPr/>
          <p:nvPr/>
        </p:nvSpPr>
        <p:spPr>
          <a:xfrm>
            <a:off x="0" y="869951"/>
            <a:ext cx="9144000" cy="3754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>
            <a:spLocks noGrp="1"/>
          </p:cNvSpPr>
          <p:nvPr>
            <p:ph type="body" idx="1"/>
          </p:nvPr>
        </p:nvSpPr>
        <p:spPr>
          <a:xfrm>
            <a:off x="330994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7" name="Google Shape;197;p25"/>
          <p:cNvSpPr txBox="1">
            <a:spLocks noGrp="1"/>
          </p:cNvSpPr>
          <p:nvPr>
            <p:ph type="body" idx="2"/>
          </p:nvPr>
        </p:nvSpPr>
        <p:spPr>
          <a:xfrm>
            <a:off x="4572000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8" name="Google Shape;198;p25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99" name="Google Shape;199;p25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25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Elements_white">
  <p:cSld name="Two Elements_white"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26"/>
          <p:cNvSpPr txBox="1">
            <a:spLocks noGrp="1"/>
          </p:cNvSpPr>
          <p:nvPr>
            <p:ph type="body" idx="1"/>
          </p:nvPr>
        </p:nvSpPr>
        <p:spPr>
          <a:xfrm>
            <a:off x="330994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4" name="Google Shape;204;p26"/>
          <p:cNvSpPr txBox="1">
            <a:spLocks noGrp="1"/>
          </p:cNvSpPr>
          <p:nvPr>
            <p:ph type="body" idx="2"/>
          </p:nvPr>
        </p:nvSpPr>
        <p:spPr>
          <a:xfrm>
            <a:off x="4572000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5" name="Google Shape;205;p26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06" name="Google Shape;206;p26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7" name="Google Shape;207;p26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_Elements_grey_green">
  <p:cSld name="Two_Elements_grey_green"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7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0" name="Google Shape;210;p27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11" name="Google Shape;211;p27"/>
          <p:cNvSpPr txBox="1">
            <a:spLocks noGrp="1"/>
          </p:cNvSpPr>
          <p:nvPr>
            <p:ph type="body" idx="1"/>
          </p:nvPr>
        </p:nvSpPr>
        <p:spPr>
          <a:xfrm>
            <a:off x="1" y="887016"/>
            <a:ext cx="3155100" cy="3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2" name="Google Shape;212;p27"/>
          <p:cNvSpPr txBox="1">
            <a:spLocks noGrp="1"/>
          </p:cNvSpPr>
          <p:nvPr>
            <p:ph type="body" idx="2"/>
          </p:nvPr>
        </p:nvSpPr>
        <p:spPr>
          <a:xfrm>
            <a:off x="3146611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3" name="Google Shape;213;p27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14" name="Google Shape;214;p27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27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Elements_grey_green_right">
  <p:cSld name="Two Elements_grey_green_right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8" name="Google Shape;218;p28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19" name="Google Shape;219;p28"/>
          <p:cNvSpPr txBox="1">
            <a:spLocks noGrp="1"/>
          </p:cNvSpPr>
          <p:nvPr>
            <p:ph type="body" idx="1"/>
          </p:nvPr>
        </p:nvSpPr>
        <p:spPr>
          <a:xfrm>
            <a:off x="5988844" y="887016"/>
            <a:ext cx="3155100" cy="3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0" name="Google Shape;220;p28"/>
          <p:cNvSpPr txBox="1">
            <a:spLocks noGrp="1"/>
          </p:cNvSpPr>
          <p:nvPr>
            <p:ph type="body" idx="2"/>
          </p:nvPr>
        </p:nvSpPr>
        <p:spPr>
          <a:xfrm>
            <a:off x="0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1" name="Google Shape;221;p28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2" name="Google Shape;222;p28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3" name="Google Shape;223;p28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Elements_grey_green_right">
  <p:cSld name="Three Elements_grey_green_right"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9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9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27" name="Google Shape;227;p29"/>
          <p:cNvSpPr txBox="1">
            <a:spLocks noGrp="1"/>
          </p:cNvSpPr>
          <p:nvPr>
            <p:ph type="body" idx="1"/>
          </p:nvPr>
        </p:nvSpPr>
        <p:spPr>
          <a:xfrm>
            <a:off x="5988844" y="880036"/>
            <a:ext cx="3155100" cy="185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8" name="Google Shape;228;p29"/>
          <p:cNvSpPr txBox="1">
            <a:spLocks noGrp="1"/>
          </p:cNvSpPr>
          <p:nvPr>
            <p:ph type="body" idx="2"/>
          </p:nvPr>
        </p:nvSpPr>
        <p:spPr>
          <a:xfrm>
            <a:off x="0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9" name="Google Shape;229;p29"/>
          <p:cNvSpPr txBox="1">
            <a:spLocks noGrp="1"/>
          </p:cNvSpPr>
          <p:nvPr>
            <p:ph type="body" idx="3"/>
          </p:nvPr>
        </p:nvSpPr>
        <p:spPr>
          <a:xfrm>
            <a:off x="5988844" y="2757758"/>
            <a:ext cx="3155100" cy="185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0" name="Google Shape;230;p29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31" name="Google Shape;231;p29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2" name="Google Shape;232;p29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Elements_dark_grey">
  <p:cSld name="Three Elements_dark_grey"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0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5" name="Google Shape;235;p30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36" name="Google Shape;236;p30"/>
          <p:cNvSpPr txBox="1">
            <a:spLocks noGrp="1"/>
          </p:cNvSpPr>
          <p:nvPr>
            <p:ph type="body" idx="1"/>
          </p:nvPr>
        </p:nvSpPr>
        <p:spPr>
          <a:xfrm>
            <a:off x="0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body" idx="2"/>
          </p:nvPr>
        </p:nvSpPr>
        <p:spPr>
          <a:xfrm>
            <a:off x="5988844" y="880036"/>
            <a:ext cx="3155100" cy="1856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body" idx="3"/>
          </p:nvPr>
        </p:nvSpPr>
        <p:spPr>
          <a:xfrm>
            <a:off x="5988844" y="2757758"/>
            <a:ext cx="3155100" cy="1856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Elements_green_left_grey">
  <p:cSld name="Three Elements_green_left_grey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4" name="Google Shape;244;p31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45" name="Google Shape;245;p31"/>
          <p:cNvSpPr txBox="1">
            <a:spLocks noGrp="1"/>
          </p:cNvSpPr>
          <p:nvPr>
            <p:ph type="body" idx="1"/>
          </p:nvPr>
        </p:nvSpPr>
        <p:spPr>
          <a:xfrm>
            <a:off x="3146611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body" idx="2"/>
          </p:nvPr>
        </p:nvSpPr>
        <p:spPr>
          <a:xfrm>
            <a:off x="794" y="880036"/>
            <a:ext cx="3155100" cy="185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body" idx="3"/>
          </p:nvPr>
        </p:nvSpPr>
        <p:spPr>
          <a:xfrm>
            <a:off x="794" y="2757758"/>
            <a:ext cx="3155100" cy="1856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x Elements_green">
  <p:cSld name="Six Elements_green"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2"/>
          <p:cNvSpPr>
            <a:spLocks noGrp="1"/>
          </p:cNvSpPr>
          <p:nvPr>
            <p:ph type="pic" idx="2"/>
          </p:nvPr>
        </p:nvSpPr>
        <p:spPr>
          <a:xfrm>
            <a:off x="6103800" y="870349"/>
            <a:ext cx="3040200" cy="1865700"/>
          </a:xfrm>
          <a:prstGeom prst="rect">
            <a:avLst/>
          </a:prstGeom>
          <a:noFill/>
          <a:ln>
            <a:noFill/>
          </a:ln>
        </p:spPr>
      </p:sp>
      <p:sp>
        <p:nvSpPr>
          <p:cNvPr id="253" name="Google Shape;253;p32"/>
          <p:cNvSpPr>
            <a:spLocks noGrp="1"/>
          </p:cNvSpPr>
          <p:nvPr>
            <p:ph type="pic" idx="3"/>
          </p:nvPr>
        </p:nvSpPr>
        <p:spPr>
          <a:xfrm>
            <a:off x="0" y="870349"/>
            <a:ext cx="3040200" cy="1865700"/>
          </a:xfrm>
          <a:prstGeom prst="rect">
            <a:avLst/>
          </a:prstGeom>
          <a:noFill/>
          <a:ln>
            <a:noFill/>
          </a:ln>
        </p:spPr>
      </p:sp>
      <p:sp>
        <p:nvSpPr>
          <p:cNvPr id="254" name="Google Shape;254;p32"/>
          <p:cNvSpPr>
            <a:spLocks noGrp="1"/>
          </p:cNvSpPr>
          <p:nvPr>
            <p:ph type="pic" idx="4"/>
          </p:nvPr>
        </p:nvSpPr>
        <p:spPr>
          <a:xfrm>
            <a:off x="3051900" y="870349"/>
            <a:ext cx="3040200" cy="1865700"/>
          </a:xfrm>
          <a:prstGeom prst="rect">
            <a:avLst/>
          </a:prstGeom>
          <a:noFill/>
          <a:ln>
            <a:noFill/>
          </a:ln>
        </p:spPr>
      </p:sp>
      <p:sp>
        <p:nvSpPr>
          <p:cNvPr id="255" name="Google Shape;255;p32"/>
          <p:cNvSpPr txBox="1">
            <a:spLocks noGrp="1"/>
          </p:cNvSpPr>
          <p:nvPr>
            <p:ph type="body" idx="1"/>
          </p:nvPr>
        </p:nvSpPr>
        <p:spPr>
          <a:xfrm>
            <a:off x="6103144" y="2746675"/>
            <a:ext cx="3040800" cy="186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6" name="Google Shape;256;p3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7" name="Google Shape;257;p32"/>
          <p:cNvSpPr txBox="1">
            <a:spLocks noGrp="1"/>
          </p:cNvSpPr>
          <p:nvPr>
            <p:ph type="body" idx="5"/>
          </p:nvPr>
        </p:nvSpPr>
        <p:spPr>
          <a:xfrm>
            <a:off x="1" y="2746675"/>
            <a:ext cx="3040800" cy="186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8" name="Google Shape;258;p32"/>
          <p:cNvSpPr txBox="1">
            <a:spLocks noGrp="1"/>
          </p:cNvSpPr>
          <p:nvPr>
            <p:ph type="body" idx="6"/>
          </p:nvPr>
        </p:nvSpPr>
        <p:spPr>
          <a:xfrm>
            <a:off x="3051573" y="2746675"/>
            <a:ext cx="3040800" cy="1864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59" name="Google Shape;259;p32"/>
          <p:cNvCxnSpPr/>
          <p:nvPr/>
        </p:nvCxnSpPr>
        <p:spPr>
          <a:xfrm>
            <a:off x="3051573" y="2736057"/>
            <a:ext cx="0" cy="19074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60" name="Google Shape;260;p32"/>
          <p:cNvCxnSpPr/>
          <p:nvPr/>
        </p:nvCxnSpPr>
        <p:spPr>
          <a:xfrm>
            <a:off x="6097513" y="2736057"/>
            <a:ext cx="0" cy="19074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ight Elements_green">
  <p:cSld name="Eight Elements_green"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3"/>
          <p:cNvSpPr>
            <a:spLocks noGrp="1"/>
          </p:cNvSpPr>
          <p:nvPr>
            <p:ph type="pic" idx="2"/>
          </p:nvPr>
        </p:nvSpPr>
        <p:spPr>
          <a:xfrm>
            <a:off x="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6" name="Google Shape;266;p33"/>
          <p:cNvSpPr>
            <a:spLocks noGrp="1"/>
          </p:cNvSpPr>
          <p:nvPr>
            <p:ph type="pic" idx="3"/>
          </p:nvPr>
        </p:nvSpPr>
        <p:spPr>
          <a:xfrm>
            <a:off x="22893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7" name="Google Shape;267;p33"/>
          <p:cNvSpPr>
            <a:spLocks noGrp="1"/>
          </p:cNvSpPr>
          <p:nvPr>
            <p:ph type="pic" idx="4"/>
          </p:nvPr>
        </p:nvSpPr>
        <p:spPr>
          <a:xfrm>
            <a:off x="4578599" y="879477"/>
            <a:ext cx="22797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8" name="Google Shape;268;p33"/>
          <p:cNvSpPr>
            <a:spLocks noGrp="1"/>
          </p:cNvSpPr>
          <p:nvPr>
            <p:ph type="pic" idx="5"/>
          </p:nvPr>
        </p:nvSpPr>
        <p:spPr>
          <a:xfrm>
            <a:off x="68679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9" name="Google Shape;269;p3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0" name="Google Shape;270;p33"/>
          <p:cNvSpPr txBox="1">
            <a:spLocks noGrp="1"/>
          </p:cNvSpPr>
          <p:nvPr>
            <p:ph type="body" idx="1"/>
          </p:nvPr>
        </p:nvSpPr>
        <p:spPr>
          <a:xfrm>
            <a:off x="1" y="2761060"/>
            <a:ext cx="2279700" cy="185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1" name="Google Shape;271;p33"/>
          <p:cNvSpPr txBox="1">
            <a:spLocks noGrp="1"/>
          </p:cNvSpPr>
          <p:nvPr>
            <p:ph type="body" idx="6"/>
          </p:nvPr>
        </p:nvSpPr>
        <p:spPr>
          <a:xfrm>
            <a:off x="2288060" y="2761060"/>
            <a:ext cx="2279700" cy="1850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2" name="Google Shape;272;p33"/>
          <p:cNvSpPr txBox="1">
            <a:spLocks noGrp="1"/>
          </p:cNvSpPr>
          <p:nvPr>
            <p:ph type="body" idx="7"/>
          </p:nvPr>
        </p:nvSpPr>
        <p:spPr>
          <a:xfrm>
            <a:off x="4576119" y="2761060"/>
            <a:ext cx="2279700" cy="185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3" name="Google Shape;273;p33"/>
          <p:cNvSpPr txBox="1">
            <a:spLocks noGrp="1"/>
          </p:cNvSpPr>
          <p:nvPr>
            <p:ph type="body" idx="8"/>
          </p:nvPr>
        </p:nvSpPr>
        <p:spPr>
          <a:xfrm>
            <a:off x="6864178" y="2761060"/>
            <a:ext cx="2279700" cy="1850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74" name="Google Shape;274;p33"/>
          <p:cNvCxnSpPr/>
          <p:nvPr/>
        </p:nvCxnSpPr>
        <p:spPr>
          <a:xfrm>
            <a:off x="2285095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75" name="Google Shape;275;p33"/>
          <p:cNvCxnSpPr/>
          <p:nvPr/>
        </p:nvCxnSpPr>
        <p:spPr>
          <a:xfrm>
            <a:off x="4571578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76" name="Google Shape;276;p33"/>
          <p:cNvCxnSpPr/>
          <p:nvPr/>
        </p:nvCxnSpPr>
        <p:spPr>
          <a:xfrm>
            <a:off x="6869932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77" name="Google Shape;277;p33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78" name="Google Shape;278;p33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9" name="Google Shape;279;p33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ight Elements_grey">
  <p:cSld name="Eight Elements_grey"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4"/>
          <p:cNvSpPr>
            <a:spLocks noGrp="1"/>
          </p:cNvSpPr>
          <p:nvPr>
            <p:ph type="pic" idx="2"/>
          </p:nvPr>
        </p:nvSpPr>
        <p:spPr>
          <a:xfrm>
            <a:off x="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2" name="Google Shape;282;p34"/>
          <p:cNvSpPr>
            <a:spLocks noGrp="1"/>
          </p:cNvSpPr>
          <p:nvPr>
            <p:ph type="pic" idx="3"/>
          </p:nvPr>
        </p:nvSpPr>
        <p:spPr>
          <a:xfrm>
            <a:off x="22893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34"/>
          <p:cNvSpPr>
            <a:spLocks noGrp="1"/>
          </p:cNvSpPr>
          <p:nvPr>
            <p:ph type="pic" idx="4"/>
          </p:nvPr>
        </p:nvSpPr>
        <p:spPr>
          <a:xfrm>
            <a:off x="4578599" y="879477"/>
            <a:ext cx="22797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4" name="Google Shape;284;p34"/>
          <p:cNvSpPr>
            <a:spLocks noGrp="1"/>
          </p:cNvSpPr>
          <p:nvPr>
            <p:ph type="pic" idx="5"/>
          </p:nvPr>
        </p:nvSpPr>
        <p:spPr>
          <a:xfrm>
            <a:off x="68679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5" name="Google Shape;285;p3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34"/>
          <p:cNvSpPr txBox="1">
            <a:spLocks noGrp="1"/>
          </p:cNvSpPr>
          <p:nvPr>
            <p:ph type="body" idx="1"/>
          </p:nvPr>
        </p:nvSpPr>
        <p:spPr>
          <a:xfrm>
            <a:off x="1" y="2761060"/>
            <a:ext cx="2279700" cy="1850100"/>
          </a:xfrm>
          <a:prstGeom prst="rect">
            <a:avLst/>
          </a:prstGeom>
          <a:solidFill>
            <a:srgbClr val="A8ABAA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7" name="Google Shape;287;p34"/>
          <p:cNvSpPr txBox="1">
            <a:spLocks noGrp="1"/>
          </p:cNvSpPr>
          <p:nvPr>
            <p:ph type="body" idx="6"/>
          </p:nvPr>
        </p:nvSpPr>
        <p:spPr>
          <a:xfrm>
            <a:off x="2288060" y="2761060"/>
            <a:ext cx="2279700" cy="1850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8" name="Google Shape;288;p34"/>
          <p:cNvSpPr txBox="1">
            <a:spLocks noGrp="1"/>
          </p:cNvSpPr>
          <p:nvPr>
            <p:ph type="body" idx="7"/>
          </p:nvPr>
        </p:nvSpPr>
        <p:spPr>
          <a:xfrm>
            <a:off x="4576119" y="2761060"/>
            <a:ext cx="2279700" cy="1850100"/>
          </a:xfrm>
          <a:prstGeom prst="rect">
            <a:avLst/>
          </a:prstGeom>
          <a:solidFill>
            <a:srgbClr val="A8ABAA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9" name="Google Shape;289;p34"/>
          <p:cNvSpPr txBox="1">
            <a:spLocks noGrp="1"/>
          </p:cNvSpPr>
          <p:nvPr>
            <p:ph type="body" idx="8"/>
          </p:nvPr>
        </p:nvSpPr>
        <p:spPr>
          <a:xfrm>
            <a:off x="6864178" y="2761060"/>
            <a:ext cx="2279700" cy="1850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90" name="Google Shape;290;p34"/>
          <p:cNvCxnSpPr/>
          <p:nvPr/>
        </p:nvCxnSpPr>
        <p:spPr>
          <a:xfrm>
            <a:off x="2285095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91" name="Google Shape;291;p34"/>
          <p:cNvCxnSpPr/>
          <p:nvPr/>
        </p:nvCxnSpPr>
        <p:spPr>
          <a:xfrm>
            <a:off x="4571578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92" name="Google Shape;292;p34"/>
          <p:cNvCxnSpPr/>
          <p:nvPr/>
        </p:nvCxnSpPr>
        <p:spPr>
          <a:xfrm>
            <a:off x="6869932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_with_Footer">
  <p:cSld name="Blank_with_Footer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5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98" name="Google Shape;298;p35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9" name="Google Shape;299;p35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85">
          <p15:clr>
            <a:srgbClr val="FBAE40"/>
          </p15:clr>
        </p15:guide>
        <p15:guide id="2" pos="2160">
          <p15:clr>
            <a:srgbClr val="FBAE40"/>
          </p15:clr>
        </p15:guide>
        <p15:guide id="3" orient="horz" pos="1964">
          <p15:clr>
            <a:srgbClr val="FBAE40"/>
          </p15:clr>
        </p15:guide>
        <p15:guide id="4" orient="horz" pos="1742">
          <p15:clr>
            <a:srgbClr val="FBAE40"/>
          </p15:clr>
        </p15:guide>
        <p15:guide id="5" orient="horz" pos="1521">
          <p15:clr>
            <a:srgbClr val="FBAE40"/>
          </p15:clr>
        </p15:guide>
        <p15:guide id="6" orient="horz" pos="1300">
          <p15:clr>
            <a:srgbClr val="FBAE40"/>
          </p15:clr>
        </p15:guide>
        <p15:guide id="7" orient="horz" pos="1079">
          <p15:clr>
            <a:srgbClr val="FBAE40"/>
          </p15:clr>
        </p15:guide>
        <p15:guide id="8" orient="horz" pos="858">
          <p15:clr>
            <a:srgbClr val="FBAE40"/>
          </p15:clr>
        </p15:guide>
        <p15:guide id="9" orient="horz" pos="637">
          <p15:clr>
            <a:srgbClr val="FBAE40"/>
          </p15:clr>
        </p15:guide>
        <p15:guide id="10" orient="horz" pos="411">
          <p15:clr>
            <a:srgbClr val="FBAE40"/>
          </p15:clr>
        </p15:guide>
        <p15:guide id="11" orient="horz" pos="194">
          <p15:clr>
            <a:srgbClr val="FBAE40"/>
          </p15:clr>
        </p15:guide>
        <p15:guide id="12" pos="2381">
          <p15:clr>
            <a:srgbClr val="FBAE40"/>
          </p15:clr>
        </p15:guide>
        <p15:guide id="13" pos="2603">
          <p15:clr>
            <a:srgbClr val="FBAE40"/>
          </p15:clr>
        </p15:guide>
        <p15:guide id="14" pos="2824">
          <p15:clr>
            <a:srgbClr val="FBAE40"/>
          </p15:clr>
        </p15:guide>
        <p15:guide id="15" pos="3044">
          <p15:clr>
            <a:srgbClr val="FBAE40"/>
          </p15:clr>
        </p15:guide>
        <p15:guide id="16" pos="3266">
          <p15:clr>
            <a:srgbClr val="FBAE40"/>
          </p15:clr>
        </p15:guide>
        <p15:guide id="17" pos="3487">
          <p15:clr>
            <a:srgbClr val="FBAE40"/>
          </p15:clr>
        </p15:guide>
        <p15:guide id="18" pos="3708">
          <p15:clr>
            <a:srgbClr val="FBAE40"/>
          </p15:clr>
        </p15:guide>
        <p15:guide id="19" pos="3929">
          <p15:clr>
            <a:srgbClr val="FBAE40"/>
          </p15:clr>
        </p15:guide>
        <p15:guide id="20" pos="4151">
          <p15:clr>
            <a:srgbClr val="FBAE40"/>
          </p15:clr>
        </p15:guide>
        <p15:guide id="21" pos="1939">
          <p15:clr>
            <a:srgbClr val="FBAE40"/>
          </p15:clr>
        </p15:guide>
        <p15:guide id="22" pos="1718">
          <p15:clr>
            <a:srgbClr val="FBAE40"/>
          </p15:clr>
        </p15:guide>
        <p15:guide id="23" pos="1496">
          <p15:clr>
            <a:srgbClr val="FBAE40"/>
          </p15:clr>
        </p15:guide>
        <p15:guide id="24" pos="1276">
          <p15:clr>
            <a:srgbClr val="FBAE40"/>
          </p15:clr>
        </p15:guide>
        <p15:guide id="25" pos="1055">
          <p15:clr>
            <a:srgbClr val="FBAE40"/>
          </p15:clr>
        </p15:guide>
        <p15:guide id="26" pos="833">
          <p15:clr>
            <a:srgbClr val="FBAE40"/>
          </p15:clr>
        </p15:guide>
        <p15:guide id="27" pos="612">
          <p15:clr>
            <a:srgbClr val="FBAE40"/>
          </p15:clr>
        </p15:guide>
        <p15:guide id="28" pos="391">
          <p15:clr>
            <a:srgbClr val="FBAE40"/>
          </p15:clr>
        </p15:guide>
        <p15:guide id="29" pos="17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der_individual_image">
  <p:cSld name="Divider_individual_image"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6"/>
          <p:cNvSpPr>
            <a:spLocks noGrp="1"/>
          </p:cNvSpPr>
          <p:nvPr>
            <p:ph type="pic" idx="2"/>
          </p:nvPr>
        </p:nvSpPr>
        <p:spPr>
          <a:xfrm>
            <a:off x="0" y="2"/>
            <a:ext cx="9144000" cy="4623300"/>
          </a:xfrm>
          <a:prstGeom prst="rect">
            <a:avLst/>
          </a:prstGeom>
          <a:noFill/>
          <a:ln>
            <a:noFill/>
          </a:ln>
        </p:spPr>
      </p:sp>
      <p:sp>
        <p:nvSpPr>
          <p:cNvPr id="302" name="Google Shape;302;p36"/>
          <p:cNvSpPr txBox="1">
            <a:spLocks noGrp="1"/>
          </p:cNvSpPr>
          <p:nvPr>
            <p:ph type="title"/>
          </p:nvPr>
        </p:nvSpPr>
        <p:spPr>
          <a:xfrm>
            <a:off x="0" y="1112941"/>
            <a:ext cx="75276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Arial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3" name="Google Shape;303;p36"/>
          <p:cNvSpPr txBox="1">
            <a:spLocks noGrp="1"/>
          </p:cNvSpPr>
          <p:nvPr>
            <p:ph type="body" idx="1"/>
          </p:nvPr>
        </p:nvSpPr>
        <p:spPr>
          <a:xfrm>
            <a:off x="0" y="1638301"/>
            <a:ext cx="7535400" cy="9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4" name="Google Shape;304;p36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05" name="Google Shape;305;p36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6" name="Google Shape;306;p36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line_2">
  <p:cSld name="Section Headline_2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" name="Google Shape;308;p3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2" y="1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37"/>
          <p:cNvSpPr txBox="1">
            <a:spLocks noGrp="1"/>
          </p:cNvSpPr>
          <p:nvPr>
            <p:ph type="body" idx="1"/>
          </p:nvPr>
        </p:nvSpPr>
        <p:spPr>
          <a:xfrm>
            <a:off x="4939075" y="322549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spcFirstLastPara="1" wrap="square" lIns="0" tIns="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0" name="Google Shape;310;p37"/>
          <p:cNvSpPr txBox="1">
            <a:spLocks noGrp="1"/>
          </p:cNvSpPr>
          <p:nvPr>
            <p:ph type="body" idx="2"/>
          </p:nvPr>
        </p:nvSpPr>
        <p:spPr>
          <a:xfrm>
            <a:off x="5870575" y="322549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288000" tIns="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line_3">
  <p:cSld name="Section Headline_3"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2" name="Google Shape;31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2"/>
            <a:ext cx="9143998" cy="5143498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3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4">
              <a:alpha val="29804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38"/>
          <p:cNvSpPr txBox="1">
            <a:spLocks noGrp="1"/>
          </p:cNvSpPr>
          <p:nvPr>
            <p:ph type="body" idx="1"/>
          </p:nvPr>
        </p:nvSpPr>
        <p:spPr>
          <a:xfrm>
            <a:off x="403622" y="665164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spcFirstLastPara="1" wrap="square" lIns="0" tIns="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5" name="Google Shape;315;p38"/>
          <p:cNvSpPr txBox="1">
            <a:spLocks noGrp="1"/>
          </p:cNvSpPr>
          <p:nvPr>
            <p:ph type="body" idx="2"/>
          </p:nvPr>
        </p:nvSpPr>
        <p:spPr>
          <a:xfrm>
            <a:off x="1335122" y="665164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288000" tIns="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line_4">
  <p:cSld name="Section Headline_4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39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9" name="Google Shape;319;p39"/>
          <p:cNvSpPr txBox="1">
            <a:spLocks noGrp="1"/>
          </p:cNvSpPr>
          <p:nvPr>
            <p:ph type="body" idx="1"/>
          </p:nvPr>
        </p:nvSpPr>
        <p:spPr>
          <a:xfrm>
            <a:off x="1298972" y="88423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spcFirstLastPara="1" wrap="square" lIns="0" tIns="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0" name="Google Shape;320;p39"/>
          <p:cNvSpPr txBox="1">
            <a:spLocks noGrp="1"/>
          </p:cNvSpPr>
          <p:nvPr>
            <p:ph type="body" idx="3"/>
          </p:nvPr>
        </p:nvSpPr>
        <p:spPr>
          <a:xfrm>
            <a:off x="2230472" y="88423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288000" tIns="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500"/>
              <a:buNone/>
              <a:defRPr sz="15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215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line_5">
  <p:cSld name="Section Headline_5"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4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24" name="Google Shape;324;p40"/>
          <p:cNvSpPr txBox="1">
            <a:spLocks noGrp="1"/>
          </p:cNvSpPr>
          <p:nvPr>
            <p:ph type="body" idx="1"/>
          </p:nvPr>
        </p:nvSpPr>
        <p:spPr>
          <a:xfrm>
            <a:off x="4939075" y="322549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spcFirstLastPara="1" wrap="square" lIns="0" tIns="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5" name="Google Shape;325;p40"/>
          <p:cNvSpPr txBox="1">
            <a:spLocks noGrp="1"/>
          </p:cNvSpPr>
          <p:nvPr>
            <p:ph type="body" idx="3"/>
          </p:nvPr>
        </p:nvSpPr>
        <p:spPr>
          <a:xfrm>
            <a:off x="5870575" y="322549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288000" tIns="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7" name="Google Shape;327;p41"/>
          <p:cNvCxnSpPr/>
          <p:nvPr/>
        </p:nvCxnSpPr>
        <p:spPr>
          <a:xfrm rot="10800000">
            <a:off x="-8" y="2749548"/>
            <a:ext cx="6096000" cy="0"/>
          </a:xfrm>
          <a:prstGeom prst="straightConnector1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8" name="Google Shape;328;p4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9" name="Google Shape;329;p41"/>
          <p:cNvSpPr txBox="1">
            <a:spLocks noGrp="1"/>
          </p:cNvSpPr>
          <p:nvPr>
            <p:ph type="body" idx="1"/>
          </p:nvPr>
        </p:nvSpPr>
        <p:spPr>
          <a:xfrm>
            <a:off x="5962650" y="870348"/>
            <a:ext cx="3181200" cy="3773100"/>
          </a:xfrm>
          <a:prstGeom prst="rect">
            <a:avLst/>
          </a:prstGeom>
          <a:solidFill>
            <a:srgbClr val="C4C7C6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0" name="Google Shape;330;p41"/>
          <p:cNvSpPr txBox="1">
            <a:spLocks noGrp="1"/>
          </p:cNvSpPr>
          <p:nvPr>
            <p:ph type="body" idx="2"/>
          </p:nvPr>
        </p:nvSpPr>
        <p:spPr>
          <a:xfrm>
            <a:off x="-18510" y="2759927"/>
            <a:ext cx="5981100" cy="18834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1" name="Google Shape;331;p41"/>
          <p:cNvSpPr txBox="1">
            <a:spLocks noGrp="1"/>
          </p:cNvSpPr>
          <p:nvPr>
            <p:ph type="body" idx="3"/>
          </p:nvPr>
        </p:nvSpPr>
        <p:spPr>
          <a:xfrm>
            <a:off x="-18510" y="870348"/>
            <a:ext cx="5981100" cy="187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2" name="Google Shape;332;p41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33" name="Google Shape;333;p41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41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 layout 2"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42"/>
          <p:cNvSpPr/>
          <p:nvPr/>
        </p:nvSpPr>
        <p:spPr>
          <a:xfrm>
            <a:off x="0" y="870348"/>
            <a:ext cx="9144000" cy="3758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337" name="Google Shape;337;p42"/>
          <p:cNvSpPr txBox="1">
            <a:spLocks noGrp="1"/>
          </p:cNvSpPr>
          <p:nvPr>
            <p:ph type="body" idx="1"/>
          </p:nvPr>
        </p:nvSpPr>
        <p:spPr>
          <a:xfrm>
            <a:off x="5962650" y="870348"/>
            <a:ext cx="3181200" cy="939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400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8" name="Google Shape;338;p42"/>
          <p:cNvSpPr txBox="1">
            <a:spLocks noGrp="1"/>
          </p:cNvSpPr>
          <p:nvPr>
            <p:ph type="body" idx="2"/>
          </p:nvPr>
        </p:nvSpPr>
        <p:spPr>
          <a:xfrm>
            <a:off x="5962650" y="1810044"/>
            <a:ext cx="3181200" cy="939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400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9" name="Google Shape;339;p42"/>
          <p:cNvSpPr txBox="1">
            <a:spLocks noGrp="1"/>
          </p:cNvSpPr>
          <p:nvPr>
            <p:ph type="body" idx="3"/>
          </p:nvPr>
        </p:nvSpPr>
        <p:spPr>
          <a:xfrm>
            <a:off x="5962650" y="2749740"/>
            <a:ext cx="3181200" cy="939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400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40" name="Google Shape;340;p42"/>
          <p:cNvSpPr txBox="1">
            <a:spLocks noGrp="1"/>
          </p:cNvSpPr>
          <p:nvPr>
            <p:ph type="body" idx="4"/>
          </p:nvPr>
        </p:nvSpPr>
        <p:spPr>
          <a:xfrm>
            <a:off x="5962650" y="3689436"/>
            <a:ext cx="3181200" cy="939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400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41" name="Google Shape;341;p4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2" name="Google Shape;342;p42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43" name="Google Shape;343;p42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4" name="Google Shape;344;p42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>
  <p:cSld name="custom layout 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43"/>
          <p:cNvSpPr/>
          <p:nvPr/>
        </p:nvSpPr>
        <p:spPr>
          <a:xfrm>
            <a:off x="0" y="2764154"/>
            <a:ext cx="9144000" cy="1879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13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4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8" name="Google Shape;348;p43"/>
          <p:cNvSpPr>
            <a:spLocks noGrp="1"/>
          </p:cNvSpPr>
          <p:nvPr>
            <p:ph type="pic" idx="2"/>
          </p:nvPr>
        </p:nvSpPr>
        <p:spPr>
          <a:xfrm>
            <a:off x="-1" y="879476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49" name="Google Shape;349;p43"/>
          <p:cNvSpPr>
            <a:spLocks noGrp="1"/>
          </p:cNvSpPr>
          <p:nvPr>
            <p:ph type="pic" idx="3"/>
          </p:nvPr>
        </p:nvSpPr>
        <p:spPr>
          <a:xfrm>
            <a:off x="3048001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50" name="Google Shape;350;p43"/>
          <p:cNvSpPr>
            <a:spLocks noGrp="1"/>
          </p:cNvSpPr>
          <p:nvPr>
            <p:ph type="pic" idx="4"/>
          </p:nvPr>
        </p:nvSpPr>
        <p:spPr>
          <a:xfrm>
            <a:off x="6096004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51" name="Google Shape;351;p43"/>
          <p:cNvSpPr txBox="1">
            <a:spLocks noGrp="1"/>
          </p:cNvSpPr>
          <p:nvPr>
            <p:ph type="body" idx="1"/>
          </p:nvPr>
        </p:nvSpPr>
        <p:spPr>
          <a:xfrm>
            <a:off x="-1" y="2764154"/>
            <a:ext cx="3048000" cy="186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2" name="Google Shape;352;p43"/>
          <p:cNvSpPr txBox="1">
            <a:spLocks noGrp="1"/>
          </p:cNvSpPr>
          <p:nvPr>
            <p:ph type="body" idx="5"/>
          </p:nvPr>
        </p:nvSpPr>
        <p:spPr>
          <a:xfrm>
            <a:off x="6095976" y="2764154"/>
            <a:ext cx="3048000" cy="186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3" name="Google Shape;353;p43"/>
          <p:cNvSpPr txBox="1">
            <a:spLocks noGrp="1"/>
          </p:cNvSpPr>
          <p:nvPr>
            <p:ph type="body" idx="6"/>
          </p:nvPr>
        </p:nvSpPr>
        <p:spPr>
          <a:xfrm>
            <a:off x="-1" y="4049438"/>
            <a:ext cx="3048000" cy="594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 b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4" name="Google Shape;354;p43"/>
          <p:cNvSpPr txBox="1">
            <a:spLocks noGrp="1"/>
          </p:cNvSpPr>
          <p:nvPr>
            <p:ph type="body" idx="7"/>
          </p:nvPr>
        </p:nvSpPr>
        <p:spPr>
          <a:xfrm>
            <a:off x="3047987" y="4049438"/>
            <a:ext cx="3048000" cy="594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 b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5" name="Google Shape;355;p43"/>
          <p:cNvSpPr txBox="1">
            <a:spLocks noGrp="1"/>
          </p:cNvSpPr>
          <p:nvPr>
            <p:ph type="body" idx="8"/>
          </p:nvPr>
        </p:nvSpPr>
        <p:spPr>
          <a:xfrm>
            <a:off x="6095976" y="4049438"/>
            <a:ext cx="3048000" cy="594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 b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6" name="Google Shape;356;p43"/>
          <p:cNvSpPr txBox="1">
            <a:spLocks noGrp="1"/>
          </p:cNvSpPr>
          <p:nvPr>
            <p:ph type="body" idx="9"/>
          </p:nvPr>
        </p:nvSpPr>
        <p:spPr>
          <a:xfrm>
            <a:off x="3063239" y="2764154"/>
            <a:ext cx="3048000" cy="19800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7" name="Google Shape;357;p43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58" name="Google Shape;358;p43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9" name="Google Shape;359;p43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6">
  <p:cSld name="custom layout 6"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2" name="Google Shape;362;p44"/>
          <p:cNvSpPr>
            <a:spLocks noGrp="1"/>
          </p:cNvSpPr>
          <p:nvPr>
            <p:ph type="pic" idx="2"/>
          </p:nvPr>
        </p:nvSpPr>
        <p:spPr>
          <a:xfrm>
            <a:off x="-1" y="879476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3" name="Google Shape;363;p44"/>
          <p:cNvSpPr>
            <a:spLocks noGrp="1"/>
          </p:cNvSpPr>
          <p:nvPr>
            <p:ph type="pic" idx="3"/>
          </p:nvPr>
        </p:nvSpPr>
        <p:spPr>
          <a:xfrm>
            <a:off x="3048001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4" name="Google Shape;364;p44"/>
          <p:cNvSpPr>
            <a:spLocks noGrp="1"/>
          </p:cNvSpPr>
          <p:nvPr>
            <p:ph type="pic" idx="4"/>
          </p:nvPr>
        </p:nvSpPr>
        <p:spPr>
          <a:xfrm>
            <a:off x="6096004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5" name="Google Shape;365;p44"/>
          <p:cNvSpPr txBox="1">
            <a:spLocks noGrp="1"/>
          </p:cNvSpPr>
          <p:nvPr>
            <p:ph type="body" idx="1"/>
          </p:nvPr>
        </p:nvSpPr>
        <p:spPr>
          <a:xfrm>
            <a:off x="-1" y="2764153"/>
            <a:ext cx="3048000" cy="457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66" name="Google Shape;366;p44"/>
          <p:cNvSpPr txBox="1">
            <a:spLocks noGrp="1"/>
          </p:cNvSpPr>
          <p:nvPr>
            <p:ph type="body" idx="5"/>
          </p:nvPr>
        </p:nvSpPr>
        <p:spPr>
          <a:xfrm>
            <a:off x="3048004" y="2764153"/>
            <a:ext cx="3048000" cy="455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67" name="Google Shape;367;p44"/>
          <p:cNvSpPr txBox="1">
            <a:spLocks noGrp="1"/>
          </p:cNvSpPr>
          <p:nvPr>
            <p:ph type="body" idx="6"/>
          </p:nvPr>
        </p:nvSpPr>
        <p:spPr>
          <a:xfrm>
            <a:off x="-1" y="3219449"/>
            <a:ext cx="3048000" cy="144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68" name="Google Shape;368;p44"/>
          <p:cNvSpPr txBox="1">
            <a:spLocks noGrp="1"/>
          </p:cNvSpPr>
          <p:nvPr>
            <p:ph type="body" idx="7"/>
          </p:nvPr>
        </p:nvSpPr>
        <p:spPr>
          <a:xfrm>
            <a:off x="6095993" y="2764153"/>
            <a:ext cx="3048000" cy="455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69" name="Google Shape;369;p44"/>
          <p:cNvSpPr txBox="1">
            <a:spLocks noGrp="1"/>
          </p:cNvSpPr>
          <p:nvPr>
            <p:ph type="body" idx="8"/>
          </p:nvPr>
        </p:nvSpPr>
        <p:spPr>
          <a:xfrm>
            <a:off x="6095993" y="3219449"/>
            <a:ext cx="3048000" cy="144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70" name="Google Shape;370;p44"/>
          <p:cNvSpPr txBox="1">
            <a:spLocks noGrp="1"/>
          </p:cNvSpPr>
          <p:nvPr>
            <p:ph type="body" idx="9"/>
          </p:nvPr>
        </p:nvSpPr>
        <p:spPr>
          <a:xfrm>
            <a:off x="3048004" y="3219449"/>
            <a:ext cx="3048000" cy="144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71" name="Google Shape;371;p44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72" name="Google Shape;372;p44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3" name="Google Shape;373;p44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>
  <p:cSld name="custom layout 7"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5"/>
          <p:cNvSpPr txBox="1">
            <a:spLocks noGrp="1"/>
          </p:cNvSpPr>
          <p:nvPr>
            <p:ph type="body" idx="1"/>
          </p:nvPr>
        </p:nvSpPr>
        <p:spPr>
          <a:xfrm>
            <a:off x="5976156" y="1356109"/>
            <a:ext cx="3167700" cy="23229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216000" tIns="45700" rIns="91425" bIns="45700" anchor="ctr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6" name="Google Shape;376;p4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7" name="Google Shape;377;p45"/>
          <p:cNvSpPr txBox="1">
            <a:spLocks noGrp="1"/>
          </p:cNvSpPr>
          <p:nvPr>
            <p:ph type="body" idx="2"/>
          </p:nvPr>
        </p:nvSpPr>
        <p:spPr>
          <a:xfrm>
            <a:off x="1" y="3687365"/>
            <a:ext cx="5976900" cy="940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78" name="Google Shape;378;p45"/>
          <p:cNvSpPr txBox="1">
            <a:spLocks noGrp="1"/>
          </p:cNvSpPr>
          <p:nvPr>
            <p:ph type="body" idx="3"/>
          </p:nvPr>
        </p:nvSpPr>
        <p:spPr>
          <a:xfrm>
            <a:off x="5976902" y="3687366"/>
            <a:ext cx="3167100" cy="940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79" name="Google Shape;379;p45"/>
          <p:cNvSpPr txBox="1">
            <a:spLocks noGrp="1"/>
          </p:cNvSpPr>
          <p:nvPr>
            <p:ph type="body" idx="4"/>
          </p:nvPr>
        </p:nvSpPr>
        <p:spPr>
          <a:xfrm>
            <a:off x="0" y="1338146"/>
            <a:ext cx="5962800" cy="23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16000" tIns="45700" rIns="91425" bIns="45700" anchor="ctr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0" name="Google Shape;380;p45"/>
          <p:cNvSpPr txBox="1">
            <a:spLocks noGrp="1"/>
          </p:cNvSpPr>
          <p:nvPr>
            <p:ph type="body" idx="5"/>
          </p:nvPr>
        </p:nvSpPr>
        <p:spPr>
          <a:xfrm>
            <a:off x="-1" y="879475"/>
            <a:ext cx="91440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44000" tIns="0" rIns="5400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81" name="Google Shape;381;p45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82" name="Google Shape;382;p45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3" name="Google Shape;383;p45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8">
  <p:cSld name="custom layout 8"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4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386" name="Google Shape;386;p46"/>
          <p:cNvCxnSpPr/>
          <p:nvPr/>
        </p:nvCxnSpPr>
        <p:spPr>
          <a:xfrm>
            <a:off x="-1" y="868209"/>
            <a:ext cx="9144000" cy="0"/>
          </a:xfrm>
          <a:prstGeom prst="straightConnector1">
            <a:avLst/>
          </a:prstGeom>
          <a:noFill/>
          <a:ln w="9525" cap="flat" cmpd="sng">
            <a:solidFill>
              <a:srgbClr val="C4C7C6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87" name="Google Shape;387;p46"/>
          <p:cNvSpPr txBox="1">
            <a:spLocks noGrp="1"/>
          </p:cNvSpPr>
          <p:nvPr>
            <p:ph type="body" idx="1"/>
          </p:nvPr>
        </p:nvSpPr>
        <p:spPr>
          <a:xfrm>
            <a:off x="0" y="4156473"/>
            <a:ext cx="9144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88" name="Google Shape;388;p46"/>
          <p:cNvSpPr>
            <a:spLocks noGrp="1"/>
          </p:cNvSpPr>
          <p:nvPr>
            <p:ph type="pic" idx="2"/>
          </p:nvPr>
        </p:nvSpPr>
        <p:spPr>
          <a:xfrm>
            <a:off x="-1" y="876301"/>
            <a:ext cx="3048000" cy="3281100"/>
          </a:xfrm>
          <a:prstGeom prst="rect">
            <a:avLst/>
          </a:prstGeom>
          <a:noFill/>
          <a:ln>
            <a:noFill/>
          </a:ln>
        </p:spPr>
      </p:sp>
      <p:sp>
        <p:nvSpPr>
          <p:cNvPr id="389" name="Google Shape;389;p46"/>
          <p:cNvSpPr>
            <a:spLocks noGrp="1"/>
          </p:cNvSpPr>
          <p:nvPr>
            <p:ph type="pic" idx="3"/>
          </p:nvPr>
        </p:nvSpPr>
        <p:spPr>
          <a:xfrm>
            <a:off x="6096004" y="876301"/>
            <a:ext cx="3048000" cy="3281100"/>
          </a:xfrm>
          <a:prstGeom prst="rect">
            <a:avLst/>
          </a:prstGeom>
          <a:noFill/>
          <a:ln>
            <a:noFill/>
          </a:ln>
        </p:spPr>
      </p:sp>
      <p:sp>
        <p:nvSpPr>
          <p:cNvPr id="390" name="Google Shape;390;p46"/>
          <p:cNvSpPr txBox="1">
            <a:spLocks noGrp="1"/>
          </p:cNvSpPr>
          <p:nvPr>
            <p:ph type="body" idx="4"/>
          </p:nvPr>
        </p:nvSpPr>
        <p:spPr>
          <a:xfrm>
            <a:off x="3048004" y="876301"/>
            <a:ext cx="3048000" cy="32862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91" name="Google Shape;391;p46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92" name="Google Shape;392;p46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3" name="Google Shape;393;p46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9">
  <p:cSld name="custom layout 9"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47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6" name="Google Shape;396;p47"/>
          <p:cNvSpPr>
            <a:spLocks noGrp="1"/>
          </p:cNvSpPr>
          <p:nvPr>
            <p:ph type="pic" idx="2"/>
          </p:nvPr>
        </p:nvSpPr>
        <p:spPr>
          <a:xfrm>
            <a:off x="6096004" y="879475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397" name="Google Shape;397;p47"/>
          <p:cNvSpPr>
            <a:spLocks noGrp="1"/>
          </p:cNvSpPr>
          <p:nvPr>
            <p:ph type="pic" idx="3"/>
          </p:nvPr>
        </p:nvSpPr>
        <p:spPr>
          <a:xfrm>
            <a:off x="6096004" y="2756056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398" name="Google Shape;398;p47"/>
          <p:cNvSpPr>
            <a:spLocks noGrp="1"/>
          </p:cNvSpPr>
          <p:nvPr>
            <p:ph type="pic" idx="4"/>
          </p:nvPr>
        </p:nvSpPr>
        <p:spPr>
          <a:xfrm>
            <a:off x="3048008" y="879475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399" name="Google Shape;399;p47"/>
          <p:cNvSpPr>
            <a:spLocks noGrp="1"/>
          </p:cNvSpPr>
          <p:nvPr>
            <p:ph type="pic" idx="5"/>
          </p:nvPr>
        </p:nvSpPr>
        <p:spPr>
          <a:xfrm>
            <a:off x="3048008" y="2756056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400" name="Google Shape;400;p47"/>
          <p:cNvSpPr txBox="1">
            <a:spLocks noGrp="1"/>
          </p:cNvSpPr>
          <p:nvPr>
            <p:ph type="body" idx="1"/>
          </p:nvPr>
        </p:nvSpPr>
        <p:spPr>
          <a:xfrm>
            <a:off x="-12" y="2751534"/>
            <a:ext cx="1524000" cy="1872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 Thin"/>
              <a:buNone/>
              <a:defRPr sz="1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1" name="Google Shape;401;p47"/>
          <p:cNvSpPr txBox="1">
            <a:spLocks noGrp="1"/>
          </p:cNvSpPr>
          <p:nvPr>
            <p:ph type="body" idx="6"/>
          </p:nvPr>
        </p:nvSpPr>
        <p:spPr>
          <a:xfrm>
            <a:off x="-1" y="879475"/>
            <a:ext cx="3048000" cy="4683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2" name="Google Shape;402;p47"/>
          <p:cNvSpPr txBox="1">
            <a:spLocks noGrp="1"/>
          </p:cNvSpPr>
          <p:nvPr>
            <p:ph type="body" idx="7"/>
          </p:nvPr>
        </p:nvSpPr>
        <p:spPr>
          <a:xfrm>
            <a:off x="-1" y="1348781"/>
            <a:ext cx="3048000" cy="700800"/>
          </a:xfrm>
          <a:prstGeom prst="rect">
            <a:avLst/>
          </a:prstGeom>
          <a:solidFill>
            <a:srgbClr val="D8D8D8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3" name="Google Shape;403;p47"/>
          <p:cNvSpPr txBox="1">
            <a:spLocks noGrp="1"/>
          </p:cNvSpPr>
          <p:nvPr>
            <p:ph type="body" idx="8"/>
          </p:nvPr>
        </p:nvSpPr>
        <p:spPr>
          <a:xfrm>
            <a:off x="-1" y="2049656"/>
            <a:ext cx="3048000" cy="697500"/>
          </a:xfrm>
          <a:prstGeom prst="rect">
            <a:avLst/>
          </a:prstGeom>
          <a:solidFill>
            <a:srgbClr val="D8D8D8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4" name="Google Shape;404;p47"/>
          <p:cNvSpPr txBox="1">
            <a:spLocks noGrp="1"/>
          </p:cNvSpPr>
          <p:nvPr>
            <p:ph type="body" idx="9"/>
          </p:nvPr>
        </p:nvSpPr>
        <p:spPr>
          <a:xfrm>
            <a:off x="1523999" y="2751534"/>
            <a:ext cx="1524000" cy="1872000"/>
          </a:xfrm>
          <a:prstGeom prst="rect">
            <a:avLst/>
          </a:prstGeom>
          <a:solidFill>
            <a:srgbClr val="D8D8D8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 Thin"/>
              <a:buNone/>
              <a:defRPr sz="1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5" name="Google Shape;405;p47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06" name="Google Shape;406;p47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7" name="Google Shape;407;p47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0">
  <p:cSld name="custom layout 10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48"/>
          <p:cNvSpPr txBox="1">
            <a:spLocks noGrp="1"/>
          </p:cNvSpPr>
          <p:nvPr>
            <p:ph type="body" idx="1"/>
          </p:nvPr>
        </p:nvSpPr>
        <p:spPr>
          <a:xfrm>
            <a:off x="6857775" y="870347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p48"/>
          <p:cNvSpPr txBox="1">
            <a:spLocks noGrp="1"/>
          </p:cNvSpPr>
          <p:nvPr>
            <p:ph type="body" idx="2"/>
          </p:nvPr>
        </p:nvSpPr>
        <p:spPr>
          <a:xfrm>
            <a:off x="6857775" y="2119209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1" name="Google Shape;411;p48"/>
          <p:cNvSpPr txBox="1">
            <a:spLocks noGrp="1"/>
          </p:cNvSpPr>
          <p:nvPr>
            <p:ph type="body" idx="3"/>
          </p:nvPr>
        </p:nvSpPr>
        <p:spPr>
          <a:xfrm>
            <a:off x="6857775" y="3368072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2" name="Google Shape;412;p4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3" name="Google Shape;413;p48"/>
          <p:cNvSpPr>
            <a:spLocks noGrp="1"/>
          </p:cNvSpPr>
          <p:nvPr>
            <p:ph type="pic" idx="4"/>
          </p:nvPr>
        </p:nvSpPr>
        <p:spPr>
          <a:xfrm>
            <a:off x="0" y="879476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4" name="Google Shape;414;p48"/>
          <p:cNvSpPr>
            <a:spLocks noGrp="1"/>
          </p:cNvSpPr>
          <p:nvPr>
            <p:ph type="pic" idx="5"/>
          </p:nvPr>
        </p:nvSpPr>
        <p:spPr>
          <a:xfrm>
            <a:off x="4571960" y="879475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48"/>
          <p:cNvSpPr txBox="1">
            <a:spLocks noGrp="1"/>
          </p:cNvSpPr>
          <p:nvPr>
            <p:ph type="body" idx="6"/>
          </p:nvPr>
        </p:nvSpPr>
        <p:spPr>
          <a:xfrm>
            <a:off x="-1" y="4156472"/>
            <a:ext cx="2286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6" name="Google Shape;416;p48"/>
          <p:cNvSpPr txBox="1">
            <a:spLocks noGrp="1"/>
          </p:cNvSpPr>
          <p:nvPr>
            <p:ph type="body" idx="7"/>
          </p:nvPr>
        </p:nvSpPr>
        <p:spPr>
          <a:xfrm>
            <a:off x="4571888" y="4156472"/>
            <a:ext cx="2286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Char char="•"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7" name="Google Shape;417;p48"/>
          <p:cNvSpPr>
            <a:spLocks noGrp="1"/>
          </p:cNvSpPr>
          <p:nvPr>
            <p:ph type="pic" idx="8"/>
          </p:nvPr>
        </p:nvSpPr>
        <p:spPr>
          <a:xfrm>
            <a:off x="2285811" y="879475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8" name="Google Shape;418;p48"/>
          <p:cNvSpPr txBox="1">
            <a:spLocks noGrp="1"/>
          </p:cNvSpPr>
          <p:nvPr>
            <p:ph type="body" idx="9"/>
          </p:nvPr>
        </p:nvSpPr>
        <p:spPr>
          <a:xfrm>
            <a:off x="2285811" y="4156472"/>
            <a:ext cx="2286000" cy="471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Char char="•"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cxnSp>
        <p:nvCxnSpPr>
          <p:cNvPr id="419" name="Google Shape;419;p48"/>
          <p:cNvCxnSpPr/>
          <p:nvPr/>
        </p:nvCxnSpPr>
        <p:spPr>
          <a:xfrm>
            <a:off x="6857775" y="2119209"/>
            <a:ext cx="2286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20" name="Google Shape;420;p48"/>
          <p:cNvCxnSpPr/>
          <p:nvPr/>
        </p:nvCxnSpPr>
        <p:spPr>
          <a:xfrm>
            <a:off x="6857775" y="3371937"/>
            <a:ext cx="2286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21" name="Google Shape;421;p48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22" name="Google Shape;422;p48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3" name="Google Shape;423;p48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1">
  <p:cSld name="custom layout 11"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49"/>
          <p:cNvSpPr txBox="1">
            <a:spLocks noGrp="1"/>
          </p:cNvSpPr>
          <p:nvPr>
            <p:ph type="body" idx="1"/>
          </p:nvPr>
        </p:nvSpPr>
        <p:spPr>
          <a:xfrm>
            <a:off x="6443663" y="870347"/>
            <a:ext cx="2700600" cy="125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6" name="Google Shape;426;p49"/>
          <p:cNvSpPr txBox="1">
            <a:spLocks noGrp="1"/>
          </p:cNvSpPr>
          <p:nvPr>
            <p:ph type="body" idx="2"/>
          </p:nvPr>
        </p:nvSpPr>
        <p:spPr>
          <a:xfrm>
            <a:off x="6443663" y="2135557"/>
            <a:ext cx="2700600" cy="1236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7" name="Google Shape;427;p49"/>
          <p:cNvSpPr txBox="1">
            <a:spLocks noGrp="1"/>
          </p:cNvSpPr>
          <p:nvPr>
            <p:ph type="body" idx="3"/>
          </p:nvPr>
        </p:nvSpPr>
        <p:spPr>
          <a:xfrm>
            <a:off x="6443663" y="3378568"/>
            <a:ext cx="2700600" cy="124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8" name="Google Shape;428;p49"/>
          <p:cNvSpPr txBox="1">
            <a:spLocks noGrp="1"/>
          </p:cNvSpPr>
          <p:nvPr>
            <p:ph type="body" idx="4"/>
          </p:nvPr>
        </p:nvSpPr>
        <p:spPr>
          <a:xfrm>
            <a:off x="0" y="870347"/>
            <a:ext cx="2700600" cy="125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9" name="Google Shape;429;p49"/>
          <p:cNvSpPr txBox="1">
            <a:spLocks noGrp="1"/>
          </p:cNvSpPr>
          <p:nvPr>
            <p:ph type="body" idx="5"/>
          </p:nvPr>
        </p:nvSpPr>
        <p:spPr>
          <a:xfrm>
            <a:off x="0" y="2135557"/>
            <a:ext cx="2700600" cy="1236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30" name="Google Shape;430;p49"/>
          <p:cNvSpPr txBox="1">
            <a:spLocks noGrp="1"/>
          </p:cNvSpPr>
          <p:nvPr>
            <p:ph type="body" idx="6"/>
          </p:nvPr>
        </p:nvSpPr>
        <p:spPr>
          <a:xfrm>
            <a:off x="0" y="3378568"/>
            <a:ext cx="2700600" cy="124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31" name="Google Shape;431;p49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2" name="Google Shape;432;p49"/>
          <p:cNvSpPr>
            <a:spLocks noGrp="1"/>
          </p:cNvSpPr>
          <p:nvPr>
            <p:ph type="pic" idx="7"/>
          </p:nvPr>
        </p:nvSpPr>
        <p:spPr>
          <a:xfrm>
            <a:off x="2700338" y="879475"/>
            <a:ext cx="3758100" cy="37449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433" name="Google Shape;433;p49"/>
          <p:cNvCxnSpPr/>
          <p:nvPr/>
        </p:nvCxnSpPr>
        <p:spPr>
          <a:xfrm>
            <a:off x="6443663" y="2119209"/>
            <a:ext cx="2700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34" name="Google Shape;434;p49"/>
          <p:cNvCxnSpPr/>
          <p:nvPr/>
        </p:nvCxnSpPr>
        <p:spPr>
          <a:xfrm>
            <a:off x="6443663" y="3371937"/>
            <a:ext cx="2700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35" name="Google Shape;435;p49"/>
          <p:cNvCxnSpPr/>
          <p:nvPr/>
        </p:nvCxnSpPr>
        <p:spPr>
          <a:xfrm>
            <a:off x="-2857" y="2119209"/>
            <a:ext cx="2700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36" name="Google Shape;436;p49"/>
          <p:cNvCxnSpPr/>
          <p:nvPr/>
        </p:nvCxnSpPr>
        <p:spPr>
          <a:xfrm>
            <a:off x="-2857" y="3371937"/>
            <a:ext cx="2700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37" name="Google Shape;437;p49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38" name="Google Shape;438;p49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9" name="Google Shape;439;p49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2">
  <p:cSld name="custom layout 12"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50"/>
          <p:cNvSpPr txBox="1">
            <a:spLocks noGrp="1"/>
          </p:cNvSpPr>
          <p:nvPr>
            <p:ph type="body" idx="1"/>
          </p:nvPr>
        </p:nvSpPr>
        <p:spPr>
          <a:xfrm>
            <a:off x="3047996" y="134778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2" name="Google Shape;442;p50"/>
          <p:cNvSpPr txBox="1">
            <a:spLocks noGrp="1"/>
          </p:cNvSpPr>
          <p:nvPr>
            <p:ph type="body" idx="2"/>
          </p:nvPr>
        </p:nvSpPr>
        <p:spPr>
          <a:xfrm>
            <a:off x="3047996" y="380523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3" name="Google Shape;443;p50"/>
          <p:cNvSpPr txBox="1">
            <a:spLocks noGrp="1"/>
          </p:cNvSpPr>
          <p:nvPr>
            <p:ph type="body" idx="3"/>
          </p:nvPr>
        </p:nvSpPr>
        <p:spPr>
          <a:xfrm>
            <a:off x="3047996" y="298608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4" name="Google Shape;444;p50"/>
          <p:cNvSpPr txBox="1">
            <a:spLocks noGrp="1"/>
          </p:cNvSpPr>
          <p:nvPr>
            <p:ph type="body" idx="4"/>
          </p:nvPr>
        </p:nvSpPr>
        <p:spPr>
          <a:xfrm>
            <a:off x="3047996" y="216693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5" name="Google Shape;445;p50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6" name="Google Shape;446;p50"/>
          <p:cNvSpPr txBox="1">
            <a:spLocks noGrp="1"/>
          </p:cNvSpPr>
          <p:nvPr>
            <p:ph type="body" idx="5"/>
          </p:nvPr>
        </p:nvSpPr>
        <p:spPr>
          <a:xfrm>
            <a:off x="-1" y="879475"/>
            <a:ext cx="91440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27000" tIns="0" rIns="5400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7" name="Google Shape;447;p50"/>
          <p:cNvSpPr>
            <a:spLocks noGrp="1"/>
          </p:cNvSpPr>
          <p:nvPr>
            <p:ph type="pic" idx="6"/>
          </p:nvPr>
        </p:nvSpPr>
        <p:spPr>
          <a:xfrm>
            <a:off x="-1" y="1347788"/>
            <a:ext cx="3048000" cy="3276600"/>
          </a:xfrm>
          <a:prstGeom prst="rect">
            <a:avLst/>
          </a:prstGeom>
          <a:noFill/>
          <a:ln>
            <a:noFill/>
          </a:ln>
        </p:spPr>
      </p:sp>
      <p:sp>
        <p:nvSpPr>
          <p:cNvPr id="448" name="Google Shape;448;p50"/>
          <p:cNvSpPr>
            <a:spLocks noGrp="1"/>
          </p:cNvSpPr>
          <p:nvPr>
            <p:ph type="pic" idx="7"/>
          </p:nvPr>
        </p:nvSpPr>
        <p:spPr>
          <a:xfrm>
            <a:off x="6096004" y="1347787"/>
            <a:ext cx="3048000" cy="32766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449" name="Google Shape;449;p50"/>
          <p:cNvCxnSpPr/>
          <p:nvPr/>
        </p:nvCxnSpPr>
        <p:spPr>
          <a:xfrm>
            <a:off x="3047996" y="2137497"/>
            <a:ext cx="30480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50" name="Google Shape;450;p50"/>
          <p:cNvCxnSpPr/>
          <p:nvPr/>
        </p:nvCxnSpPr>
        <p:spPr>
          <a:xfrm>
            <a:off x="3047996" y="2987889"/>
            <a:ext cx="30480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51" name="Google Shape;451;p50"/>
          <p:cNvCxnSpPr/>
          <p:nvPr/>
        </p:nvCxnSpPr>
        <p:spPr>
          <a:xfrm>
            <a:off x="3047996" y="3810849"/>
            <a:ext cx="30480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52" name="Google Shape;452;p50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53" name="Google Shape;453;p50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4" name="Google Shape;454;p50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3">
  <p:cSld name="custom layout 13"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5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7" name="Google Shape;457;p51"/>
          <p:cNvSpPr>
            <a:spLocks noGrp="1"/>
          </p:cNvSpPr>
          <p:nvPr>
            <p:ph type="pic" idx="2"/>
          </p:nvPr>
        </p:nvSpPr>
        <p:spPr>
          <a:xfrm>
            <a:off x="5039917" y="879475"/>
            <a:ext cx="4104000" cy="3744900"/>
          </a:xfrm>
          <a:prstGeom prst="rect">
            <a:avLst/>
          </a:prstGeom>
          <a:noFill/>
          <a:ln>
            <a:noFill/>
          </a:ln>
        </p:spPr>
      </p:sp>
      <p:sp>
        <p:nvSpPr>
          <p:cNvPr id="458" name="Google Shape;458;p51"/>
          <p:cNvSpPr txBox="1">
            <a:spLocks noGrp="1"/>
          </p:cNvSpPr>
          <p:nvPr>
            <p:ph type="body" idx="1"/>
          </p:nvPr>
        </p:nvSpPr>
        <p:spPr>
          <a:xfrm>
            <a:off x="1" y="879475"/>
            <a:ext cx="2700300" cy="1872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59" name="Google Shape;459;p51"/>
          <p:cNvSpPr txBox="1">
            <a:spLocks noGrp="1"/>
          </p:cNvSpPr>
          <p:nvPr>
            <p:ph type="body" idx="3"/>
          </p:nvPr>
        </p:nvSpPr>
        <p:spPr>
          <a:xfrm>
            <a:off x="0" y="2752344"/>
            <a:ext cx="2700300" cy="187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60" name="Google Shape;460;p51"/>
          <p:cNvSpPr>
            <a:spLocks noGrp="1"/>
          </p:cNvSpPr>
          <p:nvPr>
            <p:ph type="pic" idx="4"/>
          </p:nvPr>
        </p:nvSpPr>
        <p:spPr>
          <a:xfrm>
            <a:off x="2700338" y="895692"/>
            <a:ext cx="2339700" cy="1855800"/>
          </a:xfrm>
          <a:prstGeom prst="rect">
            <a:avLst/>
          </a:prstGeom>
          <a:noFill/>
          <a:ln>
            <a:noFill/>
          </a:ln>
        </p:spPr>
      </p:sp>
      <p:sp>
        <p:nvSpPr>
          <p:cNvPr id="461" name="Google Shape;461;p51"/>
          <p:cNvSpPr>
            <a:spLocks noGrp="1"/>
          </p:cNvSpPr>
          <p:nvPr>
            <p:ph type="pic" idx="5"/>
          </p:nvPr>
        </p:nvSpPr>
        <p:spPr>
          <a:xfrm>
            <a:off x="2700338" y="2768544"/>
            <a:ext cx="2339700" cy="1855800"/>
          </a:xfrm>
          <a:prstGeom prst="rect">
            <a:avLst/>
          </a:prstGeom>
          <a:noFill/>
          <a:ln>
            <a:noFill/>
          </a:ln>
        </p:spPr>
      </p:sp>
      <p:sp>
        <p:nvSpPr>
          <p:cNvPr id="462" name="Google Shape;462;p51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63" name="Google Shape;463;p51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4" name="Google Shape;464;p51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5">
  <p:cSld name="custom layout 15"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5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52"/>
          <p:cNvSpPr txBox="1">
            <a:spLocks noGrp="1"/>
          </p:cNvSpPr>
          <p:nvPr>
            <p:ph type="body" idx="1"/>
          </p:nvPr>
        </p:nvSpPr>
        <p:spPr>
          <a:xfrm>
            <a:off x="1350169" y="879480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68" name="Google Shape;468;p52"/>
          <p:cNvSpPr>
            <a:spLocks noGrp="1"/>
          </p:cNvSpPr>
          <p:nvPr>
            <p:ph type="pic" idx="2"/>
          </p:nvPr>
        </p:nvSpPr>
        <p:spPr>
          <a:xfrm>
            <a:off x="2700337" y="895696"/>
            <a:ext cx="3743400" cy="3728700"/>
          </a:xfrm>
          <a:prstGeom prst="rect">
            <a:avLst/>
          </a:prstGeom>
          <a:noFill/>
          <a:ln>
            <a:noFill/>
          </a:ln>
        </p:spPr>
      </p:sp>
      <p:sp>
        <p:nvSpPr>
          <p:cNvPr id="469" name="Google Shape;469;p52"/>
          <p:cNvSpPr txBox="1">
            <a:spLocks noGrp="1"/>
          </p:cNvSpPr>
          <p:nvPr>
            <p:ph type="body" idx="3"/>
          </p:nvPr>
        </p:nvSpPr>
        <p:spPr>
          <a:xfrm>
            <a:off x="1" y="879480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0" name="Google Shape;470;p52"/>
          <p:cNvSpPr txBox="1">
            <a:spLocks noGrp="1"/>
          </p:cNvSpPr>
          <p:nvPr>
            <p:ph type="body" idx="4"/>
          </p:nvPr>
        </p:nvSpPr>
        <p:spPr>
          <a:xfrm>
            <a:off x="1350169" y="2127784"/>
            <a:ext cx="1350300" cy="1248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1" name="Google Shape;471;p52"/>
          <p:cNvSpPr txBox="1">
            <a:spLocks noGrp="1"/>
          </p:cNvSpPr>
          <p:nvPr>
            <p:ph type="body" idx="5"/>
          </p:nvPr>
        </p:nvSpPr>
        <p:spPr>
          <a:xfrm>
            <a:off x="1" y="2127785"/>
            <a:ext cx="1350300" cy="1248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2" name="Google Shape;472;p52"/>
          <p:cNvSpPr txBox="1">
            <a:spLocks noGrp="1"/>
          </p:cNvSpPr>
          <p:nvPr>
            <p:ph type="body" idx="6"/>
          </p:nvPr>
        </p:nvSpPr>
        <p:spPr>
          <a:xfrm>
            <a:off x="1350169" y="3376088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3" name="Google Shape;473;p52"/>
          <p:cNvSpPr txBox="1">
            <a:spLocks noGrp="1"/>
          </p:cNvSpPr>
          <p:nvPr>
            <p:ph type="body" idx="7"/>
          </p:nvPr>
        </p:nvSpPr>
        <p:spPr>
          <a:xfrm>
            <a:off x="1" y="3376089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4" name="Google Shape;474;p52"/>
          <p:cNvSpPr txBox="1">
            <a:spLocks noGrp="1"/>
          </p:cNvSpPr>
          <p:nvPr>
            <p:ph type="body" idx="8"/>
          </p:nvPr>
        </p:nvSpPr>
        <p:spPr>
          <a:xfrm>
            <a:off x="7793832" y="879476"/>
            <a:ext cx="1350300" cy="187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529A43"/>
              </a:buClr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529A43"/>
              </a:buClr>
              <a:buSzPts val="1200"/>
              <a:buChar char="•"/>
              <a:defRPr sz="1200">
                <a:solidFill>
                  <a:srgbClr val="000000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2000"/>
              <a:buNone/>
              <a:defRPr sz="2000">
                <a:solidFill>
                  <a:srgbClr val="000000"/>
                </a:solidFill>
              </a:defRPr>
            </a:lvl3pPr>
            <a:lvl4pPr marL="1828800" lvl="3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1800"/>
              <a:buChar char="•"/>
              <a:defRPr sz="1800">
                <a:solidFill>
                  <a:srgbClr val="000000"/>
                </a:solidFill>
              </a:defRPr>
            </a:lvl4pPr>
            <a:lvl5pPr marL="2286000" lvl="4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1800"/>
              <a:buChar char="•"/>
              <a:defRPr sz="1800">
                <a:solidFill>
                  <a:srgbClr val="000000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75" name="Google Shape;475;p52"/>
          <p:cNvSpPr txBox="1">
            <a:spLocks noGrp="1"/>
          </p:cNvSpPr>
          <p:nvPr>
            <p:ph type="body" idx="9"/>
          </p:nvPr>
        </p:nvSpPr>
        <p:spPr>
          <a:xfrm>
            <a:off x="7793832" y="2763758"/>
            <a:ext cx="1350300" cy="1860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6" name="Google Shape;476;p52"/>
          <p:cNvSpPr txBox="1">
            <a:spLocks noGrp="1"/>
          </p:cNvSpPr>
          <p:nvPr>
            <p:ph type="body" idx="13"/>
          </p:nvPr>
        </p:nvSpPr>
        <p:spPr>
          <a:xfrm>
            <a:off x="6443662" y="879476"/>
            <a:ext cx="1350300" cy="187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7" name="Google Shape;477;p52"/>
          <p:cNvSpPr txBox="1">
            <a:spLocks noGrp="1"/>
          </p:cNvSpPr>
          <p:nvPr>
            <p:ph type="body" idx="14"/>
          </p:nvPr>
        </p:nvSpPr>
        <p:spPr>
          <a:xfrm>
            <a:off x="6443662" y="2763758"/>
            <a:ext cx="1350300" cy="1860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8" name="Google Shape;478;p52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79" name="Google Shape;479;p52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0" name="Google Shape;480;p52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6">
  <p:cSld name="custom layout 16"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5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3" name="Google Shape;483;p53"/>
          <p:cNvSpPr>
            <a:spLocks noGrp="1"/>
          </p:cNvSpPr>
          <p:nvPr>
            <p:ph type="pic" idx="2"/>
          </p:nvPr>
        </p:nvSpPr>
        <p:spPr>
          <a:xfrm>
            <a:off x="5962650" y="898538"/>
            <a:ext cx="3181500" cy="3744900"/>
          </a:xfrm>
          <a:prstGeom prst="rect">
            <a:avLst/>
          </a:prstGeom>
          <a:noFill/>
          <a:ln>
            <a:noFill/>
          </a:ln>
        </p:spPr>
      </p:sp>
      <p:sp>
        <p:nvSpPr>
          <p:cNvPr id="484" name="Google Shape;484;p53"/>
          <p:cNvSpPr txBox="1">
            <a:spLocks noGrp="1"/>
          </p:cNvSpPr>
          <p:nvPr>
            <p:ph type="body" idx="1"/>
          </p:nvPr>
        </p:nvSpPr>
        <p:spPr>
          <a:xfrm>
            <a:off x="0" y="898538"/>
            <a:ext cx="40851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27000" tIns="0" rIns="5400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Medium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85" name="Google Shape;485;p53"/>
          <p:cNvSpPr txBox="1">
            <a:spLocks noGrp="1"/>
          </p:cNvSpPr>
          <p:nvPr>
            <p:ph type="body" idx="3"/>
          </p:nvPr>
        </p:nvSpPr>
        <p:spPr>
          <a:xfrm>
            <a:off x="0" y="1364457"/>
            <a:ext cx="4081800" cy="32790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6" name="Google Shape;486;p53"/>
          <p:cNvSpPr txBox="1">
            <a:spLocks noGrp="1"/>
          </p:cNvSpPr>
          <p:nvPr>
            <p:ph type="body" idx="4"/>
          </p:nvPr>
        </p:nvSpPr>
        <p:spPr>
          <a:xfrm>
            <a:off x="4104252" y="898538"/>
            <a:ext cx="1856100" cy="18675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000"/>
              <a:buNone/>
              <a:defRPr sz="1000"/>
            </a:lvl1pPr>
            <a:lvl2pPr marL="914400" lvl="1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2pPr>
            <a:lvl3pPr marL="1371600" lvl="2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3pPr>
            <a:lvl4pPr marL="1828800" lvl="3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4pPr>
            <a:lvl5pPr marL="2286000" lvl="4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7" name="Google Shape;487;p53"/>
          <p:cNvSpPr txBox="1">
            <a:spLocks noGrp="1"/>
          </p:cNvSpPr>
          <p:nvPr>
            <p:ph type="body" idx="5"/>
          </p:nvPr>
        </p:nvSpPr>
        <p:spPr>
          <a:xfrm>
            <a:off x="4104252" y="2788920"/>
            <a:ext cx="1856100" cy="18546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000"/>
              <a:buNone/>
              <a:defRPr sz="1000"/>
            </a:lvl1pPr>
            <a:lvl2pPr marL="914400" lvl="1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2pPr>
            <a:lvl3pPr marL="1371600" lvl="2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3pPr>
            <a:lvl4pPr marL="1828800" lvl="3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4pPr>
            <a:lvl5pPr marL="2286000" lvl="4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8" name="Google Shape;488;p53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89" name="Google Shape;489;p53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0" name="Google Shape;490;p53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5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93" name="Google Shape;493;p5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94" name="Google Shape;494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 - white 1">
  <p:cSld name="Default - white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5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7" name="Google Shape;497;p55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750"/>
              </a:spcBef>
              <a:spcAft>
                <a:spcPts val="0"/>
              </a:spcAft>
              <a:buClr>
                <a:srgbClr val="0099FF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Clr>
                <a:srgbClr val="0099FF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Clr>
                <a:srgbClr val="0099FF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Clr>
                <a:srgbClr val="0099FF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6pPr>
            <a:lvl7pPr marL="3200400" lvl="6" indent="-3429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7pPr>
            <a:lvl8pPr marL="3657600" lvl="7" indent="-3429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8pPr>
            <a:lvl9pPr marL="4114800" lvl="8" indent="-3429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98" name="Google Shape;498;p55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  <a:defRPr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5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09563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09563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09563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09563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57">
            <a:alphaModFix/>
          </a:blip>
          <a:srcRect/>
          <a:stretch/>
        </p:blipFill>
        <p:spPr>
          <a:xfrm>
            <a:off x="7883544" y="4733778"/>
            <a:ext cx="928177" cy="285878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  <p:sldLayoutId id="2147483697" r:id="rId50"/>
    <p:sldLayoutId id="2147483698" r:id="rId51"/>
    <p:sldLayoutId id="2147483699" r:id="rId52"/>
    <p:sldLayoutId id="2147483700" r:id="rId53"/>
    <p:sldLayoutId id="2147483701" r:id="rId54"/>
    <p:sldLayoutId id="2147483702" r:id="rId5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  <p15:guide id="3" pos="213">
          <p15:clr>
            <a:srgbClr val="F26B43"/>
          </p15:clr>
        </p15:guide>
        <p15:guide id="4" pos="5537">
          <p15:clr>
            <a:srgbClr val="F26B43"/>
          </p15:clr>
        </p15:guide>
        <p15:guide id="5" orient="horz" pos="170">
          <p15:clr>
            <a:srgbClr val="F26B43"/>
          </p15:clr>
        </p15:guide>
        <p15:guide id="6" orient="horz" pos="2925">
          <p15:clr>
            <a:srgbClr val="F26B43"/>
          </p15:clr>
        </p15:guide>
        <p15:guide id="7" pos="1988">
          <p15:clr>
            <a:srgbClr val="F26B43"/>
          </p15:clr>
        </p15:guide>
        <p15:guide id="8" pos="375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.do/features-google-slides?payload=eyJwb2xsVXVpZCI6IjUwNzAxYmI1LWVlN2YtNGJjNi05NDBmLTFjOTI3ZDBkN2QwMyIsInByZXNlbnRhdGlvbklkIjoiMXVsNEUxSVRab0VJT0RGWTd6YVdBUUdJLUpKemp2QTlGTU5wc1ZqdG1lU3ciLCJzbGlkZUlkIjoiU0xJREVTX0FQSTcwOTEzMzgxM18wIiwidGltZWxpbmUiOlt7InBvbGxRdWVzdGlvblV1aWQiOiI4ZDFjNjRmNS01NjY4LTQ3ZjEtYjVjOC0yNDlhNDNiYmU4ZTYiLCJzaG93UmVzdWx0cyI6dHJ1ZX1dLCJ0eXBlIjoiU2xpZG9Qb2xsIn0%3D" TargetMode="External"/><Relationship Id="rId3" Type="http://schemas.openxmlformats.org/officeDocument/2006/relationships/hyperlink" Target="https://www.slido.com/support/gsi/how-to-change-the-design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5.xml"/><Relationship Id="rId6" Type="http://schemas.openxmlformats.org/officeDocument/2006/relationships/hyperlink" Target="https://chrome.google.com/webstore/detail/slido/dhhclfjehmpacimcdknijodpjpmppkii" TargetMode="External"/><Relationship Id="rId5" Type="http://schemas.openxmlformats.org/officeDocument/2006/relationships/image" Target="../media/image23.png"/><Relationship Id="rId4" Type="http://schemas.openxmlformats.org/officeDocument/2006/relationships/hyperlink" Target="https://www.sli.do/features-google-slides?interaction-type=TXVsdGlwbGVDaG9pY2U%3D" TargetMode="External"/><Relationship Id="rId9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.do/features-google-slides?payload=eyJwb2xsVXVpZCI6ImQwYWNjZjdjLTc1ZGYtNGQ5OC1iNzIxLWI3MDE1YWMwZjBmZSIsInByZXNlbnRhdGlvbklkIjoiMXVsNEUxSVRab0VJT0RGWTd6YVdBUUdJLUpKemp2QTlGTU5wc1ZqdG1lU3ciLCJzbGlkZUlkIjoiU0xJREVTX0FQSTcwOTEzMzgxM18xMSIsInRpbWVsaW5lIjpbeyJwb2xsUXVlc3Rpb25VdWlkIjoiYzY3YTBmZjMtNWYxNy00ZTI4LTlmZmQtOTZjOGE2ZDRjMjhmIiwic2hvd1Jlc3VsdHMiOnRydWV9XSwidHlwZSI6IlNsaWRvUG9sbCJ9" TargetMode="External"/><Relationship Id="rId3" Type="http://schemas.openxmlformats.org/officeDocument/2006/relationships/hyperlink" Target="https://www.slido.com/support/gsi/how-to-change-the-design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5.xml"/><Relationship Id="rId6" Type="http://schemas.openxmlformats.org/officeDocument/2006/relationships/hyperlink" Target="https://chrome.google.com/webstore/detail/slido/dhhclfjehmpacimcdknijodpjpmppkii" TargetMode="External"/><Relationship Id="rId5" Type="http://schemas.openxmlformats.org/officeDocument/2006/relationships/image" Target="../media/image26.png"/><Relationship Id="rId4" Type="http://schemas.openxmlformats.org/officeDocument/2006/relationships/hyperlink" Target="https://www.sli.do/features-google-slides?interaction-type=V29yZENsb3Vk" TargetMode="External"/><Relationship Id="rId9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igv.org/doc/desktop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57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Visualization with Genome Browsers</a:t>
            </a:r>
            <a:endParaRPr/>
          </a:p>
        </p:txBody>
      </p:sp>
      <p:sp>
        <p:nvSpPr>
          <p:cNvPr id="505" name="Google Shape;505;p57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-GB"/>
              <a:t>Session 5</a:t>
            </a:r>
            <a:endParaRPr/>
          </a:p>
        </p:txBody>
      </p:sp>
      <p:sp>
        <p:nvSpPr>
          <p:cNvPr id="506" name="Google Shape;506;p57"/>
          <p:cNvSpPr txBox="1"/>
          <p:nvPr/>
        </p:nvSpPr>
        <p:spPr>
          <a:xfrm>
            <a:off x="640550" y="3581000"/>
            <a:ext cx="53859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800"/>
              <a:buFont typeface="Arial"/>
              <a:buNone/>
            </a:pPr>
            <a:r>
              <a:rPr lang="en-GB" sz="1800" b="1">
                <a:solidFill>
                  <a:srgbClr val="007B53"/>
                </a:solidFill>
              </a:rPr>
              <a:t>Gabriela A. Merino - Louisse Paola Mirabueno</a:t>
            </a:r>
            <a:endParaRPr sz="1800" b="1" i="0" u="none" strike="noStrike" cap="none">
              <a:solidFill>
                <a:srgbClr val="007B5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57"/>
          <p:cNvSpPr txBox="1"/>
          <p:nvPr/>
        </p:nvSpPr>
        <p:spPr>
          <a:xfrm>
            <a:off x="640548" y="3896000"/>
            <a:ext cx="2259600" cy="5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200"/>
              <a:buFont typeface="Arial"/>
              <a:buNone/>
            </a:pPr>
            <a:r>
              <a:rPr lang="en-GB" sz="1200" b="1">
                <a:solidFill>
                  <a:srgbClr val="000000"/>
                </a:solidFill>
              </a:rPr>
              <a:t>Senior Bioinformatician, Ensembl Regulation, EMBL-EBI</a:t>
            </a:r>
            <a:endParaRPr/>
          </a:p>
        </p:txBody>
      </p:sp>
      <p:sp>
        <p:nvSpPr>
          <p:cNvPr id="508" name="Google Shape;508;p57"/>
          <p:cNvSpPr txBox="1"/>
          <p:nvPr/>
        </p:nvSpPr>
        <p:spPr>
          <a:xfrm>
            <a:off x="640557" y="45496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200"/>
              <a:buFont typeface="Arial"/>
              <a:buNone/>
            </a:pPr>
            <a:r>
              <a:rPr lang="en-GB" sz="1200">
                <a:solidFill>
                  <a:srgbClr val="000000"/>
                </a:solidFill>
              </a:rPr>
              <a:t>03/09/2026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57"/>
          <p:cNvSpPr txBox="1"/>
          <p:nvPr/>
        </p:nvSpPr>
        <p:spPr>
          <a:xfrm>
            <a:off x="2853948" y="3896000"/>
            <a:ext cx="2259600" cy="5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</a:pPr>
            <a:r>
              <a:rPr lang="en-GB" sz="1200" b="1">
                <a:solidFill>
                  <a:schemeClr val="dk1"/>
                </a:solidFill>
              </a:rPr>
              <a:t>Outreach Officer, </a:t>
            </a:r>
            <a:endParaRPr sz="120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</a:pPr>
            <a:r>
              <a:rPr lang="en-GB" sz="1200" b="1">
                <a:solidFill>
                  <a:schemeClr val="dk1"/>
                </a:solidFill>
              </a:rPr>
              <a:t>Ensembl Outreach,</a:t>
            </a:r>
            <a:endParaRPr sz="120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</a:pPr>
            <a:r>
              <a:rPr lang="en-GB" sz="1200" b="1">
                <a:solidFill>
                  <a:schemeClr val="dk1"/>
                </a:solidFill>
              </a:rPr>
              <a:t>EMBL-EBI</a:t>
            </a:r>
            <a:endParaRPr sz="1200" b="1"/>
          </a:p>
        </p:txBody>
      </p:sp>
      <p:sp>
        <p:nvSpPr>
          <p:cNvPr id="510" name="Google Shape;510;p57"/>
          <p:cNvSpPr txBox="1"/>
          <p:nvPr/>
        </p:nvSpPr>
        <p:spPr>
          <a:xfrm>
            <a:off x="640550" y="2755532"/>
            <a:ext cx="53220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>
                <a:solidFill>
                  <a:srgbClr val="FFFFFF"/>
                </a:solidFill>
              </a:rPr>
              <a:t>T6: Making the most of cis-regulatory annotations for genome-scale analysis</a:t>
            </a:r>
            <a:endParaRPr sz="10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5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Session map</a:t>
            </a:r>
            <a:endParaRPr/>
          </a:p>
        </p:txBody>
      </p:sp>
      <p:grpSp>
        <p:nvGrpSpPr>
          <p:cNvPr id="516" name="Google Shape;516;p58"/>
          <p:cNvGrpSpPr/>
          <p:nvPr/>
        </p:nvGrpSpPr>
        <p:grpSpPr>
          <a:xfrm>
            <a:off x="1593000" y="2783800"/>
            <a:ext cx="5957975" cy="643500"/>
            <a:chOff x="1593000" y="2322568"/>
            <a:chExt cx="5957975" cy="643500"/>
          </a:xfrm>
        </p:grpSpPr>
        <p:sp>
          <p:nvSpPr>
            <p:cNvPr id="517" name="Google Shape;517;p58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58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58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58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Hands-on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1" name="Google Shape;521;p58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58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23" name="Google Shape;523;p58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45720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24" name="Google Shape;524;p58"/>
          <p:cNvGrpSpPr/>
          <p:nvPr/>
        </p:nvGrpSpPr>
        <p:grpSpPr>
          <a:xfrm>
            <a:off x="1593000" y="2128941"/>
            <a:ext cx="5957975" cy="643500"/>
            <a:chOff x="1593000" y="2322568"/>
            <a:chExt cx="5957975" cy="643500"/>
          </a:xfrm>
        </p:grpSpPr>
        <p:sp>
          <p:nvSpPr>
            <p:cNvPr id="525" name="Google Shape;525;p58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58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58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58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Using IGV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9" name="Google Shape;529;p58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58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31" name="Google Shape;531;p58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Loading/selecting reference genome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Loading tracks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Tracks customization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32" name="Google Shape;532;p58"/>
          <p:cNvGrpSpPr/>
          <p:nvPr/>
        </p:nvGrpSpPr>
        <p:grpSpPr>
          <a:xfrm>
            <a:off x="1593000" y="1474066"/>
            <a:ext cx="5957975" cy="643500"/>
            <a:chOff x="1593000" y="2322568"/>
            <a:chExt cx="5957975" cy="643500"/>
          </a:xfrm>
        </p:grpSpPr>
        <p:sp>
          <p:nvSpPr>
            <p:cNvPr id="533" name="Google Shape;533;p58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58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58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58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IGV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7" name="Google Shape;537;p58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58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39" name="Google Shape;539;p58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Definition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Availability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59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name="adj" fmla="val 50000"/>
            </a:avLst>
          </a:prstGeom>
          <a:solidFill>
            <a:srgbClr val="EDFA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p59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sz="1200" b="1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46" name="Google Shape;546;p59" descr="poll-type-id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id="547" name="Google Shape;547;p59" descr="title-id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Have you used genome browsers before?</a:t>
            </a:r>
            <a:endParaRPr sz="3600" b="1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8" name="Google Shape;548;p59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9" name="Google Shape;549;p59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-GB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0" name="Google Shape;550;p5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551" name="Google Shape;551;p59" descr="logo-id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60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name="adj" fmla="val 50000"/>
            </a:avLst>
          </a:prstGeom>
          <a:solidFill>
            <a:srgbClr val="EDFA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60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sz="1200" b="1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8" name="Google Shape;558;p60" descr="poll-type-id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id="559" name="Google Shape;559;p60" descr="title-id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400" b="1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If you have used genome browser before, which one(s) do you prefer the most?</a:t>
            </a:r>
            <a:endParaRPr sz="3400" b="1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0" name="Google Shape;560;p60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60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-GB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62" name="Google Shape;562;p6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563" name="Google Shape;563;p60" descr="logo-id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61"/>
          <p:cNvSpPr txBox="1"/>
          <p:nvPr/>
        </p:nvSpPr>
        <p:spPr>
          <a:xfrm>
            <a:off x="-21850" y="816650"/>
            <a:ext cx="9172200" cy="39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GB" sz="1300" b="0" i="0" u="none" strike="noStrike" cap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CGGCCTTTGGGCTCCGCCTTCAGCTCAAGACTTAACTTCCCTCCCAGCTGTCCCAGATGACGCCATCTGAAATTTCTTGGAAACACGATCACTTTAACGGAATATTGCTGTTTTGGGGAAGTGTTTTACAGCTGCTGGGCACGCTGTATTTGCCTTACTTAAGCCCCTGGTAATTGCTGTATTCCGA</a:t>
            </a:r>
            <a:r>
              <a:rPr lang="en-GB" sz="1300" b="1" i="0" u="none" strike="noStrike" cap="none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AGACATGCTGATGGGAATTA</a:t>
            </a:r>
            <a:r>
              <a:rPr lang="en-GB" sz="1300" b="0" i="0" u="none" strike="noStrike" cap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CCAGGCGGCGTTGGTCTCTAACTGGAGCCCTCTGTCCCCACTAGCCACGCGTCACTGGTTAGCGTGATTGAAACTAAATCGTATGAAAATCCTCTTCTCTAGTCGCACTAGCCACGTTTCGAGTGCTTAATGTGGCTAGTGGCACCGGTTTGGACAGCACAGCTGTAAAATGTTCCCATCCTCACAGTAAGCTGTTACCGTTCCAGGAGATGGGACTGAATTAGAATTCAAACAAATTTTCCAGCGCTTCTGAGTTTTACCTCAGTCACATAATAAGGAATGCATCCCTGTGTAAGTGCATTTTGGTCTTCTGTTTTGCAGACTTATTTACCAAGCATTGGAGGAATATCGTAGGTAAAA</a:t>
            </a:r>
            <a:r>
              <a:rPr lang="en-GB" sz="1300" b="1" i="0" u="none" strike="noStrike" cap="none">
                <a:solidFill>
                  <a:srgbClr val="0099FF"/>
                </a:solidFill>
                <a:latin typeface="Courier New"/>
                <a:ea typeface="Courier New"/>
                <a:cs typeface="Courier New"/>
                <a:sym typeface="Courier New"/>
              </a:rPr>
              <a:t>ATGCCTATTGGATCCAAAGAGAGGCCAACATTTTTTGAAATTTTTAAGACACGCTGCAACAAAGCAGGTATTGACAAATTTTATATAACTTTATAAATTACACCGAGAAAGTGTTTTCTAAAAAATGCTTGCTAAAAACCCAGTACGTCACAGTGTTGCTTAGAACCATAAACTGTTCCTTATGTGTGTATAAATCCAGTTAACAACATAATCATCGTTTGCAGGTTAACCACATGATAAATATAGAACGTCTAGTGGATAAAGAGGAAACTGGCCCCTTGACTAGCAGTAGGAACAATTACTAACAAATCAGAAGCATTAATGTTACTTTATGGCAGAAGTTGTCCAACTTTTTGGTTTCAGTACTCCTTATACTCTTAAAAATGATCTAGGACCCCCGGAGTGCTTTTGTTTATGTAGCTTACCATATTAGAAATTTAAAACTAAGAATTTAAGGCTGGGCGTGGTGGCTCACGCCTGTAATCCCAGCACTTTGGGAGGCCGAGGTGGGCGGATCACTTGAGGCCAGAAGTTTGAGACCAGCCTGGCCAACATGGTGAAACCCTATCTCTACTAAAAAT</a:t>
            </a:r>
            <a:r>
              <a:rPr lang="en-GB" sz="1300" b="0" i="0" u="none" strike="noStrike" cap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ACAAAAAATGTGCTGCGTGTGGTGGTGCGTGCCTGTAATCCCAGCTACACGGGAGGTGGAGGCAGGAGAATCGCTTGAACCCTGGAGGCAGAGGTTGCAGTGAGCCAAGATCATGCCACTGCACTCTAGCCTGGGCCACATAGCATGACTCTGTCTCAAAACAAACAAACAAACAAAAAACTAAGAATTTAAAGTTAATTTACTTAAAAATAATGAAAGCTAACCCATTGCATATTATCACAACATTCTTAGGAAAAATAACTTTTTGAAAACAAGTGAGTGGAATAGTTTTTACATTTTTGCAGTTCTCTTTAATGTCTGGCTAAATAGAGATAGCTGGATTCACTTATCTGTGTCTAATCTGTTATTTTGGTAGAAGTATGTGAAAAAAAATTAACCTCACGTTGAAAAAAGGAATATTTTAATAGTTTTCAGTTACTTTTTGGTATTTTTCCTTGTACTTTGCATAGATTTTTCAAAGATCTAATAGATATACCATAGGTCTTTCC</a:t>
            </a:r>
            <a:r>
              <a:rPr lang="en-GB" sz="1300" b="1" i="0" u="none" strike="noStrike" cap="none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rPr lang="en-GB" sz="1300" b="0" i="0" u="none" strike="noStrike" cap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ATGTCGCAACATCATGCAGTGATTATTTGGAAGATAGTGGTGTTCTGAATTA</a:t>
            </a:r>
            <a:endParaRPr sz="1300" b="0" i="0" u="none" strike="noStrike" cap="none">
              <a:solidFill>
                <a:srgbClr val="00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70" name="Google Shape;570;p6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Using genome browsers to visualise annotation</a:t>
            </a:r>
            <a:endParaRPr/>
          </a:p>
        </p:txBody>
      </p:sp>
      <p:sp>
        <p:nvSpPr>
          <p:cNvPr id="571" name="Google Shape;571;p61"/>
          <p:cNvSpPr txBox="1"/>
          <p:nvPr/>
        </p:nvSpPr>
        <p:spPr>
          <a:xfrm>
            <a:off x="683223" y="867542"/>
            <a:ext cx="2211300" cy="369300"/>
          </a:xfrm>
          <a:prstGeom prst="rect">
            <a:avLst/>
          </a:prstGeom>
          <a:solidFill>
            <a:srgbClr val="FFFFFF">
              <a:alpha val="8941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accent5"/>
                </a:solidFill>
                <a:latin typeface="Arial"/>
                <a:ea typeface="Arial"/>
                <a:cs typeface="Arial"/>
                <a:sym typeface="Arial"/>
              </a:rPr>
              <a:t>Regulatory element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61"/>
          <p:cNvSpPr/>
          <p:nvPr/>
        </p:nvSpPr>
        <p:spPr>
          <a:xfrm>
            <a:off x="775939" y="1221485"/>
            <a:ext cx="2025900" cy="279900"/>
          </a:xfrm>
          <a:prstGeom prst="rect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61"/>
          <p:cNvSpPr txBox="1"/>
          <p:nvPr/>
        </p:nvSpPr>
        <p:spPr>
          <a:xfrm>
            <a:off x="4040777" y="1654211"/>
            <a:ext cx="1047000" cy="369300"/>
          </a:xfrm>
          <a:prstGeom prst="rect">
            <a:avLst/>
          </a:prstGeom>
          <a:solidFill>
            <a:srgbClr val="FFFFFF">
              <a:alpha val="8941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0099FF"/>
                </a:solidFill>
                <a:latin typeface="Arial"/>
                <a:ea typeface="Arial"/>
                <a:cs typeface="Arial"/>
                <a:sym typeface="Arial"/>
              </a:rPr>
              <a:t>Gene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" name="Google Shape;574;p61"/>
          <p:cNvSpPr/>
          <p:nvPr/>
        </p:nvSpPr>
        <p:spPr>
          <a:xfrm>
            <a:off x="47106" y="2023543"/>
            <a:ext cx="9040800" cy="1411200"/>
          </a:xfrm>
          <a:prstGeom prst="rect">
            <a:avLst/>
          </a:prstGeom>
          <a:noFill/>
          <a:ln w="25400" cap="flat" cmpd="sng">
            <a:solidFill>
              <a:srgbClr val="0099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5" name="Google Shape;575;p61"/>
          <p:cNvSpPr txBox="1"/>
          <p:nvPr/>
        </p:nvSpPr>
        <p:spPr>
          <a:xfrm>
            <a:off x="3313301" y="4051099"/>
            <a:ext cx="1026900" cy="369300"/>
          </a:xfrm>
          <a:prstGeom prst="rect">
            <a:avLst/>
          </a:prstGeom>
          <a:solidFill>
            <a:srgbClr val="FFFFFF">
              <a:alpha val="8941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Variant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61"/>
          <p:cNvSpPr/>
          <p:nvPr/>
        </p:nvSpPr>
        <p:spPr>
          <a:xfrm>
            <a:off x="3748159" y="4420406"/>
            <a:ext cx="157200" cy="279900"/>
          </a:xfrm>
          <a:prstGeom prst="rect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>
                <a:solidFill>
                  <a:srgbClr val="327C89"/>
                </a:solidFill>
              </a:rPr>
              <a:t>`</a:t>
            </a:r>
            <a:endParaRPr sz="1400" b="0" i="0" u="none" strike="noStrike" cap="none">
              <a:solidFill>
                <a:srgbClr val="327C8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6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Genome browsers </a:t>
            </a:r>
            <a:endParaRPr/>
          </a:p>
        </p:txBody>
      </p:sp>
      <p:sp>
        <p:nvSpPr>
          <p:cNvPr id="582" name="Google Shape;582;p62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42900" algn="l" rtl="0">
              <a:spcBef>
                <a:spcPts val="750"/>
              </a:spcBef>
              <a:spcAft>
                <a:spcPts val="0"/>
              </a:spcAft>
              <a:buClr>
                <a:srgbClr val="0C8148"/>
              </a:buClr>
              <a:buSzPts val="1800"/>
              <a:buChar char="✓"/>
            </a:pPr>
            <a:r>
              <a:rPr lang="en-GB"/>
              <a:t>They integrate and allow you to search, browse, retrieve, compare and analyse genomic data.</a:t>
            </a: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Clr>
                <a:srgbClr val="0C8148"/>
              </a:buClr>
              <a:buSzPts val="1800"/>
              <a:buChar char="✓"/>
            </a:pPr>
            <a:r>
              <a:rPr lang="en-GB"/>
              <a:t>They put genes, regulatory elements and experimental evidence on the same genomic map.</a:t>
            </a: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1000"/>
              </a:spcAft>
              <a:buClr>
                <a:srgbClr val="0C8148"/>
              </a:buClr>
              <a:buSzPts val="1800"/>
              <a:buChar char="✓"/>
            </a:pPr>
            <a:r>
              <a:rPr lang="en-GB"/>
              <a:t>They help with the interpretation of regulatory variants and support better experimental hypotheses.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63"/>
          <p:cNvSpPr txBox="1">
            <a:spLocks noGrp="1"/>
          </p:cNvSpPr>
          <p:nvPr>
            <p:ph type="body" idx="1"/>
          </p:nvPr>
        </p:nvSpPr>
        <p:spPr>
          <a:xfrm>
            <a:off x="338150" y="889825"/>
            <a:ext cx="7938300" cy="37116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3020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Is a high-performance, easy-to-use, interactive tool for the visual exploration of genomic data. </a:t>
            </a:r>
            <a:endParaRPr/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It supports flexible integration of all the common types of genomic data and metadata, investigator-generated or publicly available, loaded from local or cloud sources.</a:t>
            </a:r>
            <a:endParaRPr/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Is available in multiple forms, including:</a:t>
            </a:r>
            <a:endParaRPr/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The original IGV - a Java desktop application,</a:t>
            </a:r>
            <a:endParaRPr/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IGV-Web - a web application,</a:t>
            </a:r>
            <a:endParaRPr/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igv.js - a JavaScript component that can be embedded in web pages (for developers)</a:t>
            </a:r>
            <a:endParaRPr/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Is focused on the IGV desktop application. </a:t>
            </a:r>
            <a:endParaRPr/>
          </a:p>
        </p:txBody>
      </p:sp>
      <p:sp>
        <p:nvSpPr>
          <p:cNvPr id="588" name="Google Shape;588;p6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Integrative Genomics Viewer (IGV)</a:t>
            </a:r>
            <a:endParaRPr/>
          </a:p>
        </p:txBody>
      </p:sp>
      <p:sp>
        <p:nvSpPr>
          <p:cNvPr id="589" name="Google Shape;589;p63"/>
          <p:cNvSpPr txBox="1"/>
          <p:nvPr/>
        </p:nvSpPr>
        <p:spPr>
          <a:xfrm>
            <a:off x="338150" y="4792500"/>
            <a:ext cx="3000000" cy="3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chemeClr val="hlink"/>
                </a:solidFill>
                <a:hlinkClick r:id="rId3"/>
              </a:rPr>
              <a:t>https://igv.org/doc/desktop/#</a:t>
            </a:r>
            <a:endParaRPr sz="1200"/>
          </a:p>
        </p:txBody>
      </p:sp>
      <p:pic>
        <p:nvPicPr>
          <p:cNvPr id="590" name="Google Shape;590;p6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22900" y="2472725"/>
            <a:ext cx="3282925" cy="1275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p6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58600" y="0"/>
            <a:ext cx="1085400" cy="1085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p64"/>
          <p:cNvSpPr txBox="1">
            <a:spLocks noGrp="1"/>
          </p:cNvSpPr>
          <p:nvPr>
            <p:ph type="body" idx="1"/>
          </p:nvPr>
        </p:nvSpPr>
        <p:spPr>
          <a:xfrm>
            <a:off x="338150" y="889825"/>
            <a:ext cx="8452200" cy="7764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3020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The genome dropdown menu on the left end of the IGV window toolbar displays the current reference genome, and contains a selection list of recently loaded genomes.</a:t>
            </a:r>
            <a:endParaRPr/>
          </a:p>
        </p:txBody>
      </p:sp>
      <p:sp>
        <p:nvSpPr>
          <p:cNvPr id="597" name="Google Shape;597;p6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Selecting genomes on IGV</a:t>
            </a:r>
            <a:endParaRPr/>
          </a:p>
        </p:txBody>
      </p:sp>
      <p:pic>
        <p:nvPicPr>
          <p:cNvPr id="598" name="Google Shape;598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3225" y="1731070"/>
            <a:ext cx="2826150" cy="25833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65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3020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Options for changing loading a genome not yet on the selection list: </a:t>
            </a:r>
            <a:endParaRPr/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Selecting a predefined genome from the "hosted genome" list</a:t>
            </a:r>
            <a:endParaRPr/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Loading a UCSC track hub</a:t>
            </a:r>
            <a:endParaRPr/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Loading a custom genome json or sequence file:</a:t>
            </a:r>
            <a:endParaRPr/>
          </a:p>
          <a:p>
            <a:pPr marL="1371600" lvl="2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JSON: allow to load sequence and annotation</a:t>
            </a:r>
            <a:endParaRPr/>
          </a:p>
          <a:p>
            <a:pPr marL="1371600" lvl="2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FASTA: genome sequence, must be indexed</a:t>
            </a:r>
            <a:endParaRPr/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When you switch to a different reference genome, IGV will clear the current session.</a:t>
            </a:r>
            <a:endParaRPr/>
          </a:p>
        </p:txBody>
      </p:sp>
      <p:sp>
        <p:nvSpPr>
          <p:cNvPr id="604" name="Google Shape;604;p6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Loading new genomes on IGV</a:t>
            </a:r>
            <a:endParaRPr/>
          </a:p>
        </p:txBody>
      </p:sp>
      <p:pic>
        <p:nvPicPr>
          <p:cNvPr id="605" name="Google Shape;605;p65"/>
          <p:cNvPicPr preferRelativeResize="0"/>
          <p:nvPr/>
        </p:nvPicPr>
        <p:blipFill rotWithShape="1">
          <a:blip r:embed="rId3">
            <a:alphaModFix/>
          </a:blip>
          <a:srcRect b="17999"/>
          <a:stretch/>
        </p:blipFill>
        <p:spPr>
          <a:xfrm>
            <a:off x="1616000" y="3345775"/>
            <a:ext cx="5323075" cy="150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06" name="Google Shape;606;p6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58600" y="-9651"/>
            <a:ext cx="1085400" cy="1085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6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Exploring the genome sequence on IGV</a:t>
            </a:r>
            <a:endParaRPr/>
          </a:p>
        </p:txBody>
      </p:sp>
      <p:pic>
        <p:nvPicPr>
          <p:cNvPr id="612" name="Google Shape;612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72663" y="834925"/>
            <a:ext cx="4896299" cy="94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3" name="Google Shape;613;p6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72663" y="1827451"/>
            <a:ext cx="4896299" cy="997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614" name="Google Shape;614;p6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72663" y="2869400"/>
            <a:ext cx="4896299" cy="948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15" name="Google Shape;615;p6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253547" y="4001325"/>
            <a:ext cx="3688999" cy="729950"/>
          </a:xfrm>
          <a:prstGeom prst="rect">
            <a:avLst/>
          </a:prstGeom>
          <a:noFill/>
          <a:ln>
            <a:noFill/>
          </a:ln>
        </p:spPr>
      </p:pic>
      <p:sp>
        <p:nvSpPr>
          <p:cNvPr id="616" name="Google Shape;616;p66"/>
          <p:cNvSpPr/>
          <p:nvPr/>
        </p:nvSpPr>
        <p:spPr>
          <a:xfrm>
            <a:off x="1791002" y="1143700"/>
            <a:ext cx="357000" cy="2363400"/>
          </a:xfrm>
          <a:prstGeom prst="downArrow">
            <a:avLst>
              <a:gd name="adj1" fmla="val 35715"/>
              <a:gd name="adj2" fmla="val 47943"/>
            </a:avLst>
          </a:prstGeom>
          <a:solidFill>
            <a:srgbClr val="FCE5CD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17" name="Google Shape;617;p66"/>
          <p:cNvSpPr txBox="1"/>
          <p:nvPr/>
        </p:nvSpPr>
        <p:spPr>
          <a:xfrm>
            <a:off x="1514337" y="834925"/>
            <a:ext cx="987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chemeClr val="accent3"/>
                </a:solidFill>
              </a:rPr>
              <a:t>Zoom-in</a:t>
            </a:r>
            <a:endParaRPr sz="1200" b="1">
              <a:solidFill>
                <a:schemeClr val="accent3"/>
              </a:solidFill>
            </a:endParaRPr>
          </a:p>
        </p:txBody>
      </p:sp>
      <p:sp>
        <p:nvSpPr>
          <p:cNvPr id="618" name="Google Shape;618;p66"/>
          <p:cNvSpPr txBox="1"/>
          <p:nvPr/>
        </p:nvSpPr>
        <p:spPr>
          <a:xfrm>
            <a:off x="7383969" y="3686725"/>
            <a:ext cx="1483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chemeClr val="accent3"/>
                </a:solidFill>
              </a:rPr>
              <a:t>Change strand</a:t>
            </a:r>
            <a:endParaRPr sz="1200" b="1">
              <a:solidFill>
                <a:schemeClr val="accent3"/>
              </a:solidFill>
            </a:endParaRPr>
          </a:p>
        </p:txBody>
      </p:sp>
      <p:pic>
        <p:nvPicPr>
          <p:cNvPr id="619" name="Google Shape;619;p6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58085" y="3956251"/>
            <a:ext cx="3572465" cy="997100"/>
          </a:xfrm>
          <a:prstGeom prst="rect">
            <a:avLst/>
          </a:prstGeom>
          <a:noFill/>
          <a:ln>
            <a:noFill/>
          </a:ln>
        </p:spPr>
      </p:pic>
      <p:sp>
        <p:nvSpPr>
          <p:cNvPr id="620" name="Google Shape;620;p66"/>
          <p:cNvSpPr txBox="1"/>
          <p:nvPr/>
        </p:nvSpPr>
        <p:spPr>
          <a:xfrm>
            <a:off x="212744" y="3632025"/>
            <a:ext cx="1483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chemeClr val="accent3"/>
                </a:solidFill>
              </a:rPr>
              <a:t>Show translation</a:t>
            </a:r>
            <a:endParaRPr sz="1200" b="1">
              <a:solidFill>
                <a:schemeClr val="accent3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67"/>
          <p:cNvSpPr txBox="1">
            <a:spLocks noGrp="1"/>
          </p:cNvSpPr>
          <p:nvPr>
            <p:ph type="body" idx="1"/>
          </p:nvPr>
        </p:nvSpPr>
        <p:spPr>
          <a:xfrm>
            <a:off x="338150" y="889825"/>
            <a:ext cx="5538600" cy="40341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400"/>
              <a:buChar char="✓"/>
            </a:pPr>
            <a:r>
              <a:rPr lang="en-GB" sz="1400"/>
              <a:t>Tracks can be loaded from local files, URLs, and remote track servers</a:t>
            </a:r>
            <a:endParaRPr sz="1400"/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 sz="1400"/>
              <a:t>File formats include:</a:t>
            </a:r>
            <a:endParaRPr sz="1400"/>
          </a:p>
          <a:p>
            <a:pPr marL="914400" lvl="1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 sz="1200"/>
              <a:t>BAM (SAM): Must be sorted and indexed</a:t>
            </a:r>
            <a:endParaRPr sz="1200"/>
          </a:p>
          <a:p>
            <a:pPr marL="914400" lvl="1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 sz="1200"/>
              <a:t>BED - bigBed</a:t>
            </a:r>
            <a:endParaRPr sz="1200"/>
          </a:p>
          <a:p>
            <a:pPr marL="914400" lvl="1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 sz="1200"/>
              <a:t>bedGraph</a:t>
            </a:r>
            <a:endParaRPr sz="1200"/>
          </a:p>
          <a:p>
            <a:pPr marL="914400" lvl="1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 sz="1200"/>
              <a:t>bigWig</a:t>
            </a:r>
            <a:endParaRPr sz="1200"/>
          </a:p>
          <a:p>
            <a:pPr marL="914400" lvl="1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 sz="1200"/>
              <a:t>narrowPeak, broadPeak (ENCODE)</a:t>
            </a:r>
            <a:endParaRPr sz="1200"/>
          </a:p>
          <a:p>
            <a:pPr marL="914400" lvl="1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 sz="1200"/>
              <a:t>GFF/GTF</a:t>
            </a:r>
            <a:endParaRPr sz="1200"/>
          </a:p>
          <a:p>
            <a:pPr marL="914400" lvl="1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 sz="1200"/>
              <a:t>VCF</a:t>
            </a:r>
            <a:endParaRPr sz="1200"/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 sz="1400"/>
              <a:t>Common attributes:</a:t>
            </a:r>
            <a:endParaRPr sz="1400"/>
          </a:p>
          <a:p>
            <a:pPr marL="914400" lvl="1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 sz="1200"/>
              <a:t>Name</a:t>
            </a:r>
            <a:endParaRPr sz="1200"/>
          </a:p>
          <a:p>
            <a:pPr marL="914400" lvl="1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 sz="1200"/>
              <a:t>Color</a:t>
            </a:r>
            <a:endParaRPr sz="1200"/>
          </a:p>
          <a:p>
            <a:pPr marL="914400" lvl="1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 sz="1200"/>
              <a:t>Height</a:t>
            </a:r>
            <a:endParaRPr sz="1200"/>
          </a:p>
        </p:txBody>
      </p:sp>
      <p:sp>
        <p:nvSpPr>
          <p:cNvPr id="626" name="Google Shape;626;p67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Loading tracks</a:t>
            </a:r>
            <a:endParaRPr/>
          </a:p>
        </p:txBody>
      </p:sp>
      <p:pic>
        <p:nvPicPr>
          <p:cNvPr id="627" name="Google Shape;627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2454276"/>
            <a:ext cx="4349575" cy="905210"/>
          </a:xfrm>
          <a:prstGeom prst="rect">
            <a:avLst/>
          </a:prstGeom>
          <a:noFill/>
          <a:ln>
            <a:noFill/>
          </a:ln>
        </p:spPr>
      </p:pic>
      <p:pic>
        <p:nvPicPr>
          <p:cNvPr id="628" name="Google Shape;628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58600" y="-9650"/>
            <a:ext cx="1085400" cy="1085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68"/>
          <p:cNvSpPr txBox="1">
            <a:spLocks noGrp="1"/>
          </p:cNvSpPr>
          <p:nvPr>
            <p:ph type="body" idx="1"/>
          </p:nvPr>
        </p:nvSpPr>
        <p:spPr>
          <a:xfrm>
            <a:off x="338150" y="889825"/>
            <a:ext cx="8347500" cy="2892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3020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Formats: bed, bigBed, gtf, gff, psl, and narrowPeak and broadPeak.</a:t>
            </a:r>
            <a:endParaRPr/>
          </a:p>
        </p:txBody>
      </p:sp>
      <p:sp>
        <p:nvSpPr>
          <p:cNvPr id="634" name="Google Shape;634;p6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Loading and displaying gene annotation</a:t>
            </a:r>
            <a:endParaRPr/>
          </a:p>
        </p:txBody>
      </p:sp>
      <p:pic>
        <p:nvPicPr>
          <p:cNvPr id="635" name="Google Shape;635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1775" y="1764427"/>
            <a:ext cx="2396901" cy="117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6" name="Google Shape;636;p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17625" y="1568480"/>
            <a:ext cx="2478101" cy="181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37" name="Google Shape;637;p6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43613" y="1508152"/>
            <a:ext cx="2994149" cy="168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6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023288" y="3739873"/>
            <a:ext cx="2180124" cy="126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9" name="Google Shape;639;p6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1875" y="3556363"/>
            <a:ext cx="2535250" cy="1419324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68"/>
          <p:cNvSpPr txBox="1">
            <a:spLocks noGrp="1"/>
          </p:cNvSpPr>
          <p:nvPr>
            <p:ph type="body" idx="1"/>
          </p:nvPr>
        </p:nvSpPr>
        <p:spPr>
          <a:xfrm>
            <a:off x="338150" y="1206650"/>
            <a:ext cx="7720200" cy="3606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3020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Display options:</a:t>
            </a:r>
            <a:endParaRPr/>
          </a:p>
          <a:p>
            <a:pPr marL="0" lvl="0" indent="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1" name="Google Shape;641;p68"/>
          <p:cNvSpPr txBox="1">
            <a:spLocks noGrp="1"/>
          </p:cNvSpPr>
          <p:nvPr>
            <p:ph type="body" idx="1"/>
          </p:nvPr>
        </p:nvSpPr>
        <p:spPr>
          <a:xfrm>
            <a:off x="338150" y="3080600"/>
            <a:ext cx="8347500" cy="5184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None/>
            </a:pPr>
            <a:endParaRPr sz="100"/>
          </a:p>
          <a:p>
            <a:pPr marL="457200" lvl="0" indent="-33020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Group and color by strand: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69"/>
          <p:cNvSpPr txBox="1">
            <a:spLocks noGrp="1"/>
          </p:cNvSpPr>
          <p:nvPr>
            <p:ph type="body" idx="1"/>
          </p:nvPr>
        </p:nvSpPr>
        <p:spPr>
          <a:xfrm>
            <a:off x="338150" y="889825"/>
            <a:ext cx="8347500" cy="2892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3020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Exploring feature details</a:t>
            </a:r>
            <a:endParaRPr/>
          </a:p>
        </p:txBody>
      </p:sp>
      <p:sp>
        <p:nvSpPr>
          <p:cNvPr id="647" name="Google Shape;647;p69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Loading and displaying gene annotation</a:t>
            </a:r>
            <a:endParaRPr/>
          </a:p>
        </p:txBody>
      </p:sp>
      <p:pic>
        <p:nvPicPr>
          <p:cNvPr id="648" name="Google Shape;648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0012" y="1591017"/>
            <a:ext cx="5551001" cy="3270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70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Loading peak tracks</a:t>
            </a:r>
            <a:endParaRPr/>
          </a:p>
        </p:txBody>
      </p:sp>
      <p:sp>
        <p:nvSpPr>
          <p:cNvPr id="654" name="Google Shape;654;p70"/>
          <p:cNvSpPr txBox="1"/>
          <p:nvPr/>
        </p:nvSpPr>
        <p:spPr>
          <a:xfrm>
            <a:off x="848100" y="1741100"/>
            <a:ext cx="28737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1"/>
              </a:solidFill>
            </a:endParaRPr>
          </a:p>
        </p:txBody>
      </p:sp>
      <p:sp>
        <p:nvSpPr>
          <p:cNvPr id="655" name="Google Shape;655;p70"/>
          <p:cNvSpPr txBox="1">
            <a:spLocks noGrp="1"/>
          </p:cNvSpPr>
          <p:nvPr>
            <p:ph type="body" idx="1"/>
          </p:nvPr>
        </p:nvSpPr>
        <p:spPr>
          <a:xfrm>
            <a:off x="5167350" y="1403700"/>
            <a:ext cx="2929500" cy="2892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3020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Track display options</a:t>
            </a:r>
            <a:endParaRPr/>
          </a:p>
        </p:txBody>
      </p:sp>
      <p:sp>
        <p:nvSpPr>
          <p:cNvPr id="656" name="Google Shape;656;p70"/>
          <p:cNvSpPr txBox="1">
            <a:spLocks noGrp="1"/>
          </p:cNvSpPr>
          <p:nvPr>
            <p:ph type="body" idx="1"/>
          </p:nvPr>
        </p:nvSpPr>
        <p:spPr>
          <a:xfrm>
            <a:off x="106650" y="3632250"/>
            <a:ext cx="3435000" cy="7224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3020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Change name and color</a:t>
            </a:r>
            <a:endParaRPr/>
          </a:p>
        </p:txBody>
      </p:sp>
      <p:pic>
        <p:nvPicPr>
          <p:cNvPr id="657" name="Google Shape;657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150" y="818450"/>
            <a:ext cx="4728549" cy="1971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58" name="Google Shape;658;p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2500" y="2815825"/>
            <a:ext cx="4991223" cy="1971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7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Loading signal tracks</a:t>
            </a:r>
            <a:endParaRPr/>
          </a:p>
        </p:txBody>
      </p:sp>
      <p:sp>
        <p:nvSpPr>
          <p:cNvPr id="664" name="Google Shape;664;p71"/>
          <p:cNvSpPr txBox="1"/>
          <p:nvPr/>
        </p:nvSpPr>
        <p:spPr>
          <a:xfrm>
            <a:off x="848100" y="1741100"/>
            <a:ext cx="28737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1"/>
              </a:solidFill>
            </a:endParaRPr>
          </a:p>
        </p:txBody>
      </p:sp>
      <p:sp>
        <p:nvSpPr>
          <p:cNvPr id="665" name="Google Shape;665;p71"/>
          <p:cNvSpPr txBox="1">
            <a:spLocks noGrp="1"/>
          </p:cNvSpPr>
          <p:nvPr>
            <p:ph type="body" idx="1"/>
          </p:nvPr>
        </p:nvSpPr>
        <p:spPr>
          <a:xfrm>
            <a:off x="338150" y="820000"/>
            <a:ext cx="6122400" cy="4023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3020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Quantitative tracks file format include: wig, bigWig, bedGraph</a:t>
            </a:r>
            <a:endParaRPr/>
          </a:p>
        </p:txBody>
      </p:sp>
      <p:pic>
        <p:nvPicPr>
          <p:cNvPr id="666" name="Google Shape;666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58600" y="-9650"/>
            <a:ext cx="1085400" cy="1085400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71"/>
          <p:cNvSpPr txBox="1">
            <a:spLocks noGrp="1"/>
          </p:cNvSpPr>
          <p:nvPr>
            <p:ph type="body" idx="1"/>
          </p:nvPr>
        </p:nvSpPr>
        <p:spPr>
          <a:xfrm>
            <a:off x="338150" y="2795750"/>
            <a:ext cx="6122400" cy="4023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3020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Display graph type</a:t>
            </a:r>
            <a:endParaRPr/>
          </a:p>
        </p:txBody>
      </p:sp>
      <p:pic>
        <p:nvPicPr>
          <p:cNvPr id="668" name="Google Shape;668;p7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73175" y="4028250"/>
            <a:ext cx="1801662" cy="1078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9" name="Google Shape;669;p71"/>
          <p:cNvPicPr preferRelativeResize="0"/>
          <p:nvPr/>
        </p:nvPicPr>
        <p:blipFill rotWithShape="1">
          <a:blip r:embed="rId5">
            <a:alphaModFix/>
          </a:blip>
          <a:srcRect b="9264"/>
          <a:stretch/>
        </p:blipFill>
        <p:spPr>
          <a:xfrm>
            <a:off x="3767707" y="2996900"/>
            <a:ext cx="1746409" cy="103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0" name="Google Shape;670;p71"/>
          <p:cNvPicPr preferRelativeResize="0"/>
          <p:nvPr/>
        </p:nvPicPr>
        <p:blipFill rotWithShape="1">
          <a:blip r:embed="rId6">
            <a:alphaModFix/>
          </a:blip>
          <a:srcRect b="6855"/>
          <a:stretch/>
        </p:blipFill>
        <p:spPr>
          <a:xfrm>
            <a:off x="5295250" y="4028250"/>
            <a:ext cx="1746400" cy="972257"/>
          </a:xfrm>
          <a:prstGeom prst="rect">
            <a:avLst/>
          </a:prstGeom>
          <a:noFill/>
          <a:ln>
            <a:noFill/>
          </a:ln>
        </p:spPr>
      </p:pic>
      <p:pic>
        <p:nvPicPr>
          <p:cNvPr id="671" name="Google Shape;671;p71"/>
          <p:cNvPicPr preferRelativeResize="0"/>
          <p:nvPr/>
        </p:nvPicPr>
        <p:blipFill rotWithShape="1">
          <a:blip r:embed="rId7">
            <a:alphaModFix/>
          </a:blip>
          <a:srcRect b="5767"/>
          <a:stretch/>
        </p:blipFill>
        <p:spPr>
          <a:xfrm>
            <a:off x="6641350" y="2834124"/>
            <a:ext cx="1889025" cy="10781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72" name="Google Shape;672;p7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773184" y="1316504"/>
            <a:ext cx="4687366" cy="1640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73" name="Google Shape;673;p71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38148" y="3078471"/>
            <a:ext cx="2302326" cy="1246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p7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Loading signal tracks</a:t>
            </a:r>
            <a:endParaRPr/>
          </a:p>
        </p:txBody>
      </p:sp>
      <p:sp>
        <p:nvSpPr>
          <p:cNvPr id="679" name="Google Shape;679;p72"/>
          <p:cNvSpPr txBox="1">
            <a:spLocks noGrp="1"/>
          </p:cNvSpPr>
          <p:nvPr>
            <p:ph type="body" idx="1"/>
          </p:nvPr>
        </p:nvSpPr>
        <p:spPr>
          <a:xfrm>
            <a:off x="338150" y="820000"/>
            <a:ext cx="6122400" cy="4023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3020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Data range: can be fixed or variable</a:t>
            </a:r>
            <a:endParaRPr/>
          </a:p>
        </p:txBody>
      </p:sp>
      <p:pic>
        <p:nvPicPr>
          <p:cNvPr id="680" name="Google Shape;680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58600" y="0"/>
            <a:ext cx="1085400" cy="1085400"/>
          </a:xfrm>
          <a:prstGeom prst="rect">
            <a:avLst/>
          </a:prstGeom>
          <a:noFill/>
          <a:ln>
            <a:noFill/>
          </a:ln>
        </p:spPr>
      </p:pic>
      <p:sp>
        <p:nvSpPr>
          <p:cNvPr id="681" name="Google Shape;681;p72"/>
          <p:cNvSpPr txBox="1"/>
          <p:nvPr/>
        </p:nvSpPr>
        <p:spPr>
          <a:xfrm>
            <a:off x="1077600" y="3589182"/>
            <a:ext cx="783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9900"/>
                </a:solidFill>
              </a:rPr>
              <a:t>Fixed</a:t>
            </a:r>
            <a:endParaRPr sz="1600" b="1" dirty="0">
              <a:solidFill>
                <a:srgbClr val="FF9900"/>
              </a:solidFill>
            </a:endParaRPr>
          </a:p>
        </p:txBody>
      </p:sp>
      <p:sp>
        <p:nvSpPr>
          <p:cNvPr id="682" name="Google Shape;682;p72"/>
          <p:cNvSpPr txBox="1"/>
          <p:nvPr/>
        </p:nvSpPr>
        <p:spPr>
          <a:xfrm>
            <a:off x="3463125" y="2515500"/>
            <a:ext cx="1201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rgbClr val="FF9900"/>
                </a:solidFill>
              </a:rPr>
              <a:t>Autoscale</a:t>
            </a:r>
            <a:endParaRPr sz="1600" b="1">
              <a:solidFill>
                <a:srgbClr val="FF9900"/>
              </a:solidFill>
            </a:endParaRPr>
          </a:p>
        </p:txBody>
      </p:sp>
      <p:sp>
        <p:nvSpPr>
          <p:cNvPr id="683" name="Google Shape;683;p72"/>
          <p:cNvSpPr txBox="1"/>
          <p:nvPr/>
        </p:nvSpPr>
        <p:spPr>
          <a:xfrm>
            <a:off x="6045225" y="3820325"/>
            <a:ext cx="23109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accent3"/>
                </a:solidFill>
              </a:rPr>
              <a:t>Autoscale + zoom-in</a:t>
            </a:r>
            <a:endParaRPr sz="1600" b="1">
              <a:solidFill>
                <a:schemeClr val="accent3"/>
              </a:solidFill>
            </a:endParaRPr>
          </a:p>
        </p:txBody>
      </p:sp>
      <p:pic>
        <p:nvPicPr>
          <p:cNvPr id="684" name="Google Shape;684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9950" y="1549307"/>
            <a:ext cx="2525899" cy="2098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5" name="Google Shape;685;p7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49363" y="2946600"/>
            <a:ext cx="2310900" cy="2009284"/>
          </a:xfrm>
          <a:prstGeom prst="rect">
            <a:avLst/>
          </a:prstGeom>
          <a:noFill/>
          <a:ln>
            <a:noFill/>
          </a:ln>
        </p:spPr>
      </p:pic>
      <p:pic>
        <p:nvPicPr>
          <p:cNvPr id="686" name="Google Shape;686;p7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21248" y="1582075"/>
            <a:ext cx="3369107" cy="223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7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Loading signal tracks</a:t>
            </a:r>
            <a:endParaRPr/>
          </a:p>
        </p:txBody>
      </p:sp>
      <p:sp>
        <p:nvSpPr>
          <p:cNvPr id="692" name="Google Shape;692;p73"/>
          <p:cNvSpPr txBox="1"/>
          <p:nvPr/>
        </p:nvSpPr>
        <p:spPr>
          <a:xfrm>
            <a:off x="848100" y="1741100"/>
            <a:ext cx="28737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1"/>
              </a:solidFill>
            </a:endParaRPr>
          </a:p>
        </p:txBody>
      </p:sp>
      <p:sp>
        <p:nvSpPr>
          <p:cNvPr id="693" name="Google Shape;693;p73"/>
          <p:cNvSpPr txBox="1">
            <a:spLocks noGrp="1"/>
          </p:cNvSpPr>
          <p:nvPr>
            <p:ph type="body" idx="1"/>
          </p:nvPr>
        </p:nvSpPr>
        <p:spPr>
          <a:xfrm>
            <a:off x="338150" y="820000"/>
            <a:ext cx="6122400" cy="4023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3020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Change name and color</a:t>
            </a:r>
            <a:endParaRPr/>
          </a:p>
        </p:txBody>
      </p:sp>
      <p:pic>
        <p:nvPicPr>
          <p:cNvPr id="694" name="Google Shape;694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6000" y="2172200"/>
            <a:ext cx="7749950" cy="2424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44950" y="528825"/>
            <a:ext cx="1698225" cy="1564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7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Loading regulatory features track</a:t>
            </a:r>
            <a:endParaRPr/>
          </a:p>
        </p:txBody>
      </p:sp>
      <p:sp>
        <p:nvSpPr>
          <p:cNvPr id="701" name="Google Shape;701;p74"/>
          <p:cNvSpPr txBox="1"/>
          <p:nvPr/>
        </p:nvSpPr>
        <p:spPr>
          <a:xfrm>
            <a:off x="848100" y="1741100"/>
            <a:ext cx="28737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1"/>
              </a:solidFill>
            </a:endParaRPr>
          </a:p>
        </p:txBody>
      </p:sp>
      <p:pic>
        <p:nvPicPr>
          <p:cNvPr id="702" name="Google Shape;702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200" y="829600"/>
            <a:ext cx="5565626" cy="25321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3" name="Google Shape;703;p7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47023" y="2172200"/>
            <a:ext cx="4785128" cy="2532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p7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Loading regulatory features track</a:t>
            </a:r>
            <a:endParaRPr/>
          </a:p>
        </p:txBody>
      </p:sp>
      <p:sp>
        <p:nvSpPr>
          <p:cNvPr id="709" name="Google Shape;709;p75"/>
          <p:cNvSpPr txBox="1"/>
          <p:nvPr/>
        </p:nvSpPr>
        <p:spPr>
          <a:xfrm>
            <a:off x="848100" y="1741100"/>
            <a:ext cx="28737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1"/>
              </a:solidFill>
            </a:endParaRPr>
          </a:p>
        </p:txBody>
      </p:sp>
      <p:pic>
        <p:nvPicPr>
          <p:cNvPr id="710" name="Google Shape;710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2200" y="1029650"/>
            <a:ext cx="8452201" cy="33504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p7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Questions?</a:t>
            </a:r>
            <a:endParaRPr/>
          </a:p>
        </p:txBody>
      </p:sp>
      <p:grpSp>
        <p:nvGrpSpPr>
          <p:cNvPr id="716" name="Google Shape;716;p76"/>
          <p:cNvGrpSpPr/>
          <p:nvPr/>
        </p:nvGrpSpPr>
        <p:grpSpPr>
          <a:xfrm>
            <a:off x="1788346" y="1314725"/>
            <a:ext cx="776475" cy="2406685"/>
            <a:chOff x="3226825" y="1139765"/>
            <a:chExt cx="776475" cy="2406685"/>
          </a:xfrm>
        </p:grpSpPr>
        <p:sp>
          <p:nvSpPr>
            <p:cNvPr id="717" name="Google Shape;717;p76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274E13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8" name="Google Shape;718;p76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274E13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19" name="Google Shape;719;p76"/>
          <p:cNvGrpSpPr/>
          <p:nvPr/>
        </p:nvGrpSpPr>
        <p:grpSpPr>
          <a:xfrm>
            <a:off x="6367779" y="1366550"/>
            <a:ext cx="776475" cy="2406685"/>
            <a:chOff x="3226825" y="1139765"/>
            <a:chExt cx="776475" cy="2406685"/>
          </a:xfrm>
        </p:grpSpPr>
        <p:sp>
          <p:nvSpPr>
            <p:cNvPr id="720" name="Google Shape;720;p76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B6D7A8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1" name="Google Shape;721;p76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B6D7A8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22" name="Google Shape;722;p76"/>
          <p:cNvGrpSpPr/>
          <p:nvPr/>
        </p:nvGrpSpPr>
        <p:grpSpPr>
          <a:xfrm>
            <a:off x="2933204" y="1366550"/>
            <a:ext cx="776475" cy="2406685"/>
            <a:chOff x="3226825" y="1139765"/>
            <a:chExt cx="776475" cy="2406685"/>
          </a:xfrm>
        </p:grpSpPr>
        <p:sp>
          <p:nvSpPr>
            <p:cNvPr id="723" name="Google Shape;723;p76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38761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4" name="Google Shape;724;p76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38761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25" name="Google Shape;725;p76"/>
          <p:cNvGrpSpPr/>
          <p:nvPr/>
        </p:nvGrpSpPr>
        <p:grpSpPr>
          <a:xfrm>
            <a:off x="4078063" y="1366550"/>
            <a:ext cx="776475" cy="2406685"/>
            <a:chOff x="3226825" y="1139765"/>
            <a:chExt cx="776475" cy="2406685"/>
          </a:xfrm>
        </p:grpSpPr>
        <p:sp>
          <p:nvSpPr>
            <p:cNvPr id="726" name="Google Shape;726;p76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6AA84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7" name="Google Shape;727;p76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6AA84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28" name="Google Shape;728;p76"/>
          <p:cNvGrpSpPr/>
          <p:nvPr/>
        </p:nvGrpSpPr>
        <p:grpSpPr>
          <a:xfrm>
            <a:off x="5222921" y="1366550"/>
            <a:ext cx="776475" cy="2406685"/>
            <a:chOff x="3226825" y="1139765"/>
            <a:chExt cx="776475" cy="2406685"/>
          </a:xfrm>
        </p:grpSpPr>
        <p:sp>
          <p:nvSpPr>
            <p:cNvPr id="729" name="Google Shape;729;p76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93C47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0" name="Google Shape;730;p76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93C47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77"/>
          <p:cNvSpPr txBox="1">
            <a:spLocks noGrp="1"/>
          </p:cNvSpPr>
          <p:nvPr>
            <p:ph type="body" idx="1"/>
          </p:nvPr>
        </p:nvSpPr>
        <p:spPr>
          <a:xfrm>
            <a:off x="403622" y="665164"/>
            <a:ext cx="931500" cy="931500"/>
          </a:xfrm>
          <a:prstGeom prst="rect">
            <a:avLst/>
          </a:prstGeom>
        </p:spPr>
        <p:txBody>
          <a:bodyPr spcFirstLastPara="1" wrap="square" lIns="0" tIns="0" rIns="91425" bIns="45700" anchor="ctr" anchorCtr="0">
            <a:noAutofit/>
          </a:bodyPr>
          <a:lstStyle/>
          <a:p>
            <a:pPr marL="0" lvl="0" indent="0" algn="ctr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-GB"/>
              <a:t> </a:t>
            </a:r>
            <a:endParaRPr/>
          </a:p>
        </p:txBody>
      </p:sp>
      <p:sp>
        <p:nvSpPr>
          <p:cNvPr id="737" name="Google Shape;737;p77"/>
          <p:cNvSpPr txBox="1">
            <a:spLocks noGrp="1"/>
          </p:cNvSpPr>
          <p:nvPr>
            <p:ph type="body" idx="2"/>
          </p:nvPr>
        </p:nvSpPr>
        <p:spPr>
          <a:xfrm>
            <a:off x="1335122" y="665164"/>
            <a:ext cx="2808000" cy="931500"/>
          </a:xfrm>
          <a:prstGeom prst="rect">
            <a:avLst/>
          </a:prstGeom>
        </p:spPr>
        <p:txBody>
          <a:bodyPr spcFirstLastPara="1" wrap="square" lIns="288000" tIns="0" rIns="91425" bIns="45700" anchor="ctr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/>
              <a:t>Hands-on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7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Before starting… files provenance</a:t>
            </a:r>
            <a:endParaRPr/>
          </a:p>
        </p:txBody>
      </p:sp>
      <p:pic>
        <p:nvPicPr>
          <p:cNvPr id="743" name="Google Shape;743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8825" y="978624"/>
            <a:ext cx="7810851" cy="343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79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Assignment</a:t>
            </a:r>
            <a:endParaRPr/>
          </a:p>
        </p:txBody>
      </p:sp>
      <p:sp>
        <p:nvSpPr>
          <p:cNvPr id="749" name="Google Shape;749;p79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30200" algn="l" rtl="0">
              <a:spcBef>
                <a:spcPts val="750"/>
              </a:spcBef>
              <a:spcAft>
                <a:spcPts val="0"/>
              </a:spcAft>
              <a:buSzPts val="1600"/>
              <a:buAutoNum type="arabicPeriod"/>
            </a:pPr>
            <a:r>
              <a:rPr lang="en-GB"/>
              <a:t>Start a clean IGV session.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-GB"/>
              <a:t>Select/load the correct reference genome (GRCh38/GRCm39/mm10)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-GB"/>
              <a:t>Load user-defined regions, signal tracks, peak tracks and regulatory elements annotation for the indicated epigenome: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GB"/>
              <a:t>Human, HCT116 (male, 48 years old).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GB"/>
              <a:t>Mouse, Forebrain E13.5.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-GB"/>
              <a:t>Rename, reorder, and color tracks by evidence layer, using the following color scale: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GB" b="1">
                <a:solidFill>
                  <a:srgbClr val="38761D"/>
                </a:solidFill>
              </a:rPr>
              <a:t>ATAC-seq</a:t>
            </a:r>
            <a:endParaRPr b="1">
              <a:solidFill>
                <a:srgbClr val="38761D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GB" b="1">
                <a:solidFill>
                  <a:schemeClr val="accent2"/>
                </a:solidFill>
              </a:rPr>
              <a:t>DNase-seq</a:t>
            </a:r>
            <a:endParaRPr b="1">
              <a:solidFill>
                <a:schemeClr val="accent2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GB" b="1">
                <a:solidFill>
                  <a:srgbClr val="FF0000"/>
                </a:solidFill>
              </a:rPr>
              <a:t>H3K4me3</a:t>
            </a:r>
            <a:endParaRPr b="1">
              <a:solidFill>
                <a:srgbClr val="0000FF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-GB"/>
              <a:t>Set adequate display options for signal and annotation tracks.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-GB"/>
              <a:t>Inspect the indicated locus and identify:	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GB"/>
              <a:t>Elements where CRE annotations are concordant.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GB"/>
              <a:t>One conflict between annotation or evidence layers.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GB"/>
              <a:t>One missing-context example.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GB"/>
              <a:t>Locus: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romanLcPeriod"/>
            </a:pPr>
            <a:r>
              <a:rPr lang="en-GB"/>
              <a:t>GRCh38, chr8:127,682,026-127,744,101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romanLcPeriod"/>
            </a:pPr>
            <a:r>
              <a:rPr lang="en-GB"/>
              <a:t>GRCm39/mm39, chr6:6,740,753-6,891,103; GRCm38/mm10 chr6:6,740,753-6,891,103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-GB"/>
              <a:t>Save an IGV session, screenshot, or launchable view.</a:t>
            </a:r>
            <a:endParaRPr/>
          </a:p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0" name="Google Shape;750;p79"/>
          <p:cNvSpPr txBox="1"/>
          <p:nvPr/>
        </p:nvSpPr>
        <p:spPr>
          <a:xfrm>
            <a:off x="2013600" y="2334975"/>
            <a:ext cx="3000000" cy="7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914400" lvl="1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GB" b="1">
                <a:solidFill>
                  <a:srgbClr val="F1C232"/>
                </a:solidFill>
              </a:rPr>
              <a:t>H3K27ac</a:t>
            </a:r>
            <a:endParaRPr b="1">
              <a:solidFill>
                <a:srgbClr val="F1C232"/>
              </a:solidFill>
            </a:endParaRPr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GB" b="1">
                <a:solidFill>
                  <a:schemeClr val="accent3"/>
                </a:solidFill>
              </a:rPr>
              <a:t>H3K4me1</a:t>
            </a:r>
            <a:endParaRPr b="1">
              <a:solidFill>
                <a:schemeClr val="accent3"/>
              </a:solidFill>
            </a:endParaRPr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GB" b="1">
                <a:solidFill>
                  <a:srgbClr val="0000FF"/>
                </a:solidFill>
              </a:rPr>
              <a:t>Custom regions</a:t>
            </a:r>
            <a:endParaRPr/>
          </a:p>
        </p:txBody>
      </p:sp>
      <p:pic>
        <p:nvPicPr>
          <p:cNvPr id="751" name="Google Shape;751;p79"/>
          <p:cNvPicPr preferRelativeResize="0"/>
          <p:nvPr/>
        </p:nvPicPr>
        <p:blipFill rotWithShape="1">
          <a:blip r:embed="rId3">
            <a:alphaModFix/>
          </a:blip>
          <a:srcRect t="14858" b="13570"/>
          <a:stretch/>
        </p:blipFill>
        <p:spPr>
          <a:xfrm>
            <a:off x="7300425" y="0"/>
            <a:ext cx="1843575" cy="1319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EMBL template">
      <a:dk1>
        <a:srgbClr val="000000"/>
      </a:dk1>
      <a:lt1>
        <a:srgbClr val="FFFFFF"/>
      </a:lt1>
      <a:dk2>
        <a:srgbClr val="007B53"/>
      </a:dk2>
      <a:lt2>
        <a:srgbClr val="707372"/>
      </a:lt2>
      <a:accent1>
        <a:srgbClr val="18974C"/>
      </a:accent1>
      <a:accent2>
        <a:srgbClr val="A1BE1F"/>
      </a:accent2>
      <a:accent3>
        <a:srgbClr val="F49E17"/>
      </a:accent3>
      <a:accent4>
        <a:srgbClr val="F4C61F"/>
      </a:accent4>
      <a:accent5>
        <a:srgbClr val="D41645"/>
      </a:accent5>
      <a:accent6>
        <a:srgbClr val="3B6FB6"/>
      </a:accent6>
      <a:hlink>
        <a:srgbClr val="2A57A3"/>
      </a:hlink>
      <a:folHlink>
        <a:srgbClr val="73459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779</Words>
  <Application>Microsoft Macintosh PowerPoint</Application>
  <PresentationFormat>On-screen Show (16:9)</PresentationFormat>
  <Paragraphs>126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5" baseType="lpstr">
      <vt:lpstr>Arial</vt:lpstr>
      <vt:lpstr>Roboto Medium</vt:lpstr>
      <vt:lpstr>Inter</vt:lpstr>
      <vt:lpstr>Arial Black</vt:lpstr>
      <vt:lpstr>Roboto</vt:lpstr>
      <vt:lpstr>Franklin Gothic</vt:lpstr>
      <vt:lpstr>Libre Franklin</vt:lpstr>
      <vt:lpstr>Libre Franklin Medium</vt:lpstr>
      <vt:lpstr>Courier New</vt:lpstr>
      <vt:lpstr>Roboto Thin</vt:lpstr>
      <vt:lpstr>Libre Franklin Thin</vt:lpstr>
      <vt:lpstr>Custom Design</vt:lpstr>
      <vt:lpstr>Visualization with Genome Browsers</vt:lpstr>
      <vt:lpstr>Session map</vt:lpstr>
      <vt:lpstr>PowerPoint Presentation</vt:lpstr>
      <vt:lpstr>PowerPoint Presentation</vt:lpstr>
      <vt:lpstr>Using genome browsers to visualise annotation</vt:lpstr>
      <vt:lpstr>Genome browsers </vt:lpstr>
      <vt:lpstr>The Integrative Genomics Viewer (IGV)</vt:lpstr>
      <vt:lpstr>Selecting genomes on IGV</vt:lpstr>
      <vt:lpstr>Loading new genomes on IGV</vt:lpstr>
      <vt:lpstr>Exploring the genome sequence on IGV</vt:lpstr>
      <vt:lpstr>Loading tracks</vt:lpstr>
      <vt:lpstr>Loading and displaying gene annotation</vt:lpstr>
      <vt:lpstr>Loading and displaying gene annotation</vt:lpstr>
      <vt:lpstr>Loading peak tracks</vt:lpstr>
      <vt:lpstr>Loading signal tracks</vt:lpstr>
      <vt:lpstr>Loading signal tracks</vt:lpstr>
      <vt:lpstr>Loading signal tracks</vt:lpstr>
      <vt:lpstr>Loading regulatory features track</vt:lpstr>
      <vt:lpstr>Loading regulatory features track</vt:lpstr>
      <vt:lpstr>Questions?</vt:lpstr>
      <vt:lpstr>PowerPoint Presentation</vt:lpstr>
      <vt:lpstr>Before starting… files provenance</vt:lpstr>
      <vt:lpstr>Assignment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Gabriela Merino</cp:lastModifiedBy>
  <cp:revision>1</cp:revision>
  <dcterms:modified xsi:type="dcterms:W3CDTF">2026-08-20T14:00:37Z</dcterms:modified>
</cp:coreProperties>
</file>