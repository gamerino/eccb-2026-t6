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1"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5143500" type="screen16x9"/>
  <p:notesSz cx="6858000" cy="9144000"/>
  <p:embeddedFontLst>
    <p:embeddedFont>
      <p:font typeface="Arial Black" panose="020B0604020202020204" pitchFamily="34" charset="0"/>
      <p:bold r:id="rId54"/>
    </p:embeddedFont>
    <p:embeddedFont>
      <p:font typeface="Franklin Gothic" panose="020B0603020102020204" pitchFamily="34" charset="0"/>
      <p:regular r:id="rId55"/>
      <p:bold r:id="rId56"/>
      <p:italic r:id="rId57"/>
      <p:boldItalic r:id="rId58"/>
    </p:embeddedFont>
    <p:embeddedFont>
      <p:font typeface="Libre Franklin" pitchFamily="2" charset="77"/>
      <p:regular r:id="rId59"/>
      <p:bold r:id="rId60"/>
      <p:italic r:id="rId61"/>
      <p:boldItalic r:id="rId62"/>
    </p:embeddedFont>
    <p:embeddedFont>
      <p:font typeface="Libre Franklin Medium" pitchFamily="2" charset="77"/>
      <p:regular r:id="rId63"/>
      <p:italic r:id="rId64"/>
    </p:embeddedFont>
    <p:embeddedFont>
      <p:font typeface="Libre Franklin Thin" pitchFamily="2" charset="77"/>
      <p:regular r:id="rId65"/>
      <p: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7"/>
  </p:normalViewPr>
  <p:slideViewPr>
    <p:cSldViewPr snapToGrid="0">
      <p:cViewPr varScale="1">
        <p:scale>
          <a:sx n="153" d="100"/>
          <a:sy n="153" d="100"/>
        </p:scale>
        <p:origin x="34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f67b3bfdd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3f67b3bfd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d0e1ed9864_0_10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d0e1ed9864_0_10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g3d0e1ed9864_0_10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f67b3bfdd1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f67b3bfdd1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f67b3bfdd1_0_14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f67b3bfdd1_0_1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f67b3bfdd1_0_15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f67b3bfdd1_0_1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f67b3bfdd1_0_15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f67b3bfdd1_0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f67b3bfdd1_0_15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f67b3bfdd1_0_1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f67b3bfdd1_0_15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3f67b3bfdd1_0_1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f3ee9d465e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3f3ee9d465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3f3ee9d465e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3f3ee9d465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f67b3bfdd1_0_9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3f67b3bfdd1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f67b3bfdd1_0_15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f67b3bfdd1_0_15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f67b3bfdd1_0_15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f67b3bfdd1_0_1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f67b3bfdd1_0_15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f67b3bfdd1_0_1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f67b3bfdd1_0_15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3f67b3bfdd1_0_1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3f3ee9d465e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3f3ee9d465e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f3ee9d465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f3ee9d46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f67b3bfdd1_0_15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3f67b3bfdd1_0_1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f3ee9d465e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f3ee9d465e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3f67b3bfdd1_0_15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3f67b3bfdd1_0_15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f3ee9d465e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3f3ee9d465e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f67b3bfdd1_0_16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3f67b3bfdd1_0_1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3f67b3bfdd1_0_1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3f67b3bfdd1_0_1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3f3ee9d465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4" name="Google Shape;704;g3f3ee9d465e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f3ee9d465e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3f3ee9d465e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f67b3bfdd1_0_16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3f67b3bfdd1_0_1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3f67b3bfdd1_0_16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3f67b3bfdd1_0_1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3f67b3bfdd1_0_1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3f67b3bfdd1_0_1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f67b3bfdd1_0_16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3f67b3bfdd1_0_16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f3ee9d465e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3f3ee9d465e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f3ee9d465e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3f3ee9d465e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3f3ee9d465e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3f3ee9d465e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f67b3bfdd1_0_1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3f67b3bfdd1_0_1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3f67b3bfdd1_0_1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3f67b3bfdd1_0_1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3f67b3bfdd1_0_17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3f67b3bfdd1_0_1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3f67b3bfdd1_0_2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3f67b3bfdd1_0_2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3f67b3bfdd1_0_2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3f67b3bfdd1_0_2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3f67b3bfdd1_0_2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3f67b3bfdd1_0_2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3f3ee9d465e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3f3ee9d465e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3f3ee9d465e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3f3ee9d465e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3f3ee9d465e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0" name="Google Shape;840;g3f3ee9d465e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3f67b3bfdd1_0_2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3f67b3bfdd1_0_2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3f3ee9d465e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7" name="Google Shape;857;g3f3ee9d465e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3f67b3bfdd1_0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3f67b3bfdd1_0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3f67b3bfdd1_0_27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3f67b3bfdd1_0_2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3f67b3bfdd1_0_2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3f67b3bfdd1_0_2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3f67b3bfdd1_0_27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1" name="Google Shape;891;g3f67b3bfdd1_0_2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3f3ee9d465e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3f3ee9d465e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f3ee9d465e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f3ee9d465e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f3ee9d465e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3f3ee9d465e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g3f3ee9d465e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2" name="Google Shape;922;g3f3ee9d465e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And_Elements_grey">
  <p:cSld name="Title_And_Elements_grey">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12" name="Google Shape;12;p2"/>
          <p:cNvSpPr txBox="1">
            <a:spLocks noGrp="1"/>
          </p:cNvSpPr>
          <p:nvPr>
            <p:ph type="body" idx="1"/>
          </p:nvPr>
        </p:nvSpPr>
        <p:spPr>
          <a:xfrm>
            <a:off x="338138" y="889824"/>
            <a:ext cx="8452200" cy="371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3"/>
        <p:cNvGrpSpPr/>
        <p:nvPr/>
      </p:nvGrpSpPr>
      <p:grpSpPr>
        <a:xfrm>
          <a:off x="0" y="0"/>
          <a:ext cx="0" cy="0"/>
          <a:chOff x="0" y="0"/>
          <a:chExt cx="0" cy="0"/>
        </a:xfrm>
      </p:grpSpPr>
      <p:sp>
        <p:nvSpPr>
          <p:cNvPr id="14" name="Google Shape;14;p3"/>
          <p:cNvSpPr/>
          <p:nvPr/>
        </p:nvSpPr>
        <p:spPr>
          <a:xfrm>
            <a:off x="7793831" y="4557712"/>
            <a:ext cx="1143000" cy="528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elements_white">
  <p:cSld name="Title_and_elements_white">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body" idx="1"/>
          </p:nvPr>
        </p:nvSpPr>
        <p:spPr>
          <a:xfrm>
            <a:off x="338138" y="889824"/>
            <a:ext cx="8452200" cy="371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8" name="Google Shape;18;p4"/>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1_Title_Slide">
  <p:cSld name="Title - South Building">
    <p:spTree>
      <p:nvGrpSpPr>
        <p:cNvPr id="1" name="Shape 20"/>
        <p:cNvGrpSpPr/>
        <p:nvPr/>
      </p:nvGrpSpPr>
      <p:grpSpPr>
        <a:xfrm>
          <a:off x="0" y="0"/>
          <a:ext cx="0" cy="0"/>
          <a:chOff x="0" y="0"/>
          <a:chExt cx="0" cy="0"/>
        </a:xfrm>
      </p:grpSpPr>
      <p:pic>
        <p:nvPicPr>
          <p:cNvPr id="21" name="Google Shape;21;p5"/>
          <p:cNvPicPr preferRelativeResize="0"/>
          <p:nvPr/>
        </p:nvPicPr>
        <p:blipFill>
          <a:blip r:embed="rId2">
            <a:alphaModFix/>
          </a:blip>
          <a:stretch>
            <a:fillRect/>
          </a:stretch>
        </p:blipFill>
        <p:spPr>
          <a:xfrm>
            <a:off x="4853567" y="0"/>
            <a:ext cx="4275376" cy="3283200"/>
          </a:xfrm>
          <a:prstGeom prst="rect">
            <a:avLst/>
          </a:prstGeom>
          <a:noFill/>
          <a:ln>
            <a:noFill/>
          </a:ln>
        </p:spPr>
      </p:pic>
      <p:pic>
        <p:nvPicPr>
          <p:cNvPr id="22" name="Google Shape;22;p5"/>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23" name="Google Shape;23;p5"/>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24" name="Google Shape;24;p5"/>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5" name="Google Shape;25;p5"/>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6" name="Google Shape;26;p5"/>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7" name="Google Shape;27;p5"/>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8" name="Google Shape;28;p5"/>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Title_Slide">
  <p:cSld name="2_Title_Cell">
    <p:spTree>
      <p:nvGrpSpPr>
        <p:cNvPr id="1"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l="50" r="50"/>
          <a:stretch/>
        </p:blipFill>
        <p:spPr>
          <a:xfrm>
            <a:off x="4862485" y="-5821"/>
            <a:ext cx="4281515" cy="3289111"/>
          </a:xfrm>
          <a:prstGeom prst="rect">
            <a:avLst/>
          </a:prstGeom>
          <a:noFill/>
          <a:ln>
            <a:noFill/>
          </a:ln>
        </p:spPr>
      </p:pic>
      <p:pic>
        <p:nvPicPr>
          <p:cNvPr id="31" name="Google Shape;31;p6"/>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32" name="Google Shape;32;p6"/>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33" name="Google Shape;33;p6"/>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4" name="Google Shape;34;p6"/>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5" name="Google Shape;35;p6"/>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6" name="Google Shape;36;p6"/>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7" name="Google Shape;37;p6"/>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p:spTree>
      <p:nvGrpSpPr>
        <p:cNvPr id="1" name="Shape 38"/>
        <p:cNvGrpSpPr/>
        <p:nvPr/>
      </p:nvGrpSpPr>
      <p:grpSpPr>
        <a:xfrm>
          <a:off x="0" y="0"/>
          <a:ext cx="0" cy="0"/>
          <a:chOff x="0" y="0"/>
          <a:chExt cx="0" cy="0"/>
        </a:xfrm>
      </p:grpSpPr>
      <p:pic>
        <p:nvPicPr>
          <p:cNvPr id="39" name="Google Shape;39;p7"/>
          <p:cNvPicPr preferRelativeResize="0"/>
          <p:nvPr/>
        </p:nvPicPr>
        <p:blipFill rotWithShape="1">
          <a:blip r:embed="rId2">
            <a:alphaModFix/>
          </a:blip>
          <a:srcRect l="50" r="50"/>
          <a:stretch/>
        </p:blipFill>
        <p:spPr>
          <a:xfrm>
            <a:off x="4862486" y="-5821"/>
            <a:ext cx="4281512" cy="3289109"/>
          </a:xfrm>
          <a:prstGeom prst="rect">
            <a:avLst/>
          </a:prstGeom>
          <a:noFill/>
          <a:ln>
            <a:noFill/>
          </a:ln>
        </p:spPr>
      </p:pic>
      <p:pic>
        <p:nvPicPr>
          <p:cNvPr id="40" name="Google Shape;40;p7"/>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41" name="Google Shape;41;p7"/>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42" name="Google Shape;42;p7"/>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3" name="Google Shape;43;p7"/>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4" name="Google Shape;44;p7"/>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5" name="Google Shape;45;p7"/>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6" name="Google Shape;46;p7"/>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2">
    <p:spTree>
      <p:nvGrpSpPr>
        <p:cNvPr id="1" name="Shape 47"/>
        <p:cNvGrpSpPr/>
        <p:nvPr/>
      </p:nvGrpSpPr>
      <p:grpSpPr>
        <a:xfrm>
          <a:off x="0" y="0"/>
          <a:ext cx="0" cy="0"/>
          <a:chOff x="0" y="0"/>
          <a:chExt cx="0" cy="0"/>
        </a:xfrm>
      </p:grpSpPr>
      <p:pic>
        <p:nvPicPr>
          <p:cNvPr id="48" name="Google Shape;48;p8"/>
          <p:cNvPicPr preferRelativeResize="0"/>
          <p:nvPr/>
        </p:nvPicPr>
        <p:blipFill rotWithShape="1">
          <a:blip r:embed="rId2">
            <a:alphaModFix/>
          </a:blip>
          <a:srcRect l="50" r="50"/>
          <a:stretch/>
        </p:blipFill>
        <p:spPr>
          <a:xfrm>
            <a:off x="4862485" y="-5821"/>
            <a:ext cx="4281515" cy="3289111"/>
          </a:xfrm>
          <a:prstGeom prst="rect">
            <a:avLst/>
          </a:prstGeom>
          <a:noFill/>
          <a:ln>
            <a:noFill/>
          </a:ln>
        </p:spPr>
      </p:pic>
      <p:pic>
        <p:nvPicPr>
          <p:cNvPr id="49" name="Google Shape;49;p8"/>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50" name="Google Shape;50;p8"/>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51" name="Google Shape;51;p8"/>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52" name="Google Shape;52;p8"/>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53" name="Google Shape;53;p8"/>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54" name="Google Shape;54;p8"/>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55" name="Google Shape;55;p8"/>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3">
    <p:spTree>
      <p:nvGrpSpPr>
        <p:cNvPr id="1" name="Shape 56"/>
        <p:cNvGrpSpPr/>
        <p:nvPr/>
      </p:nvGrpSpPr>
      <p:grpSpPr>
        <a:xfrm>
          <a:off x="0" y="0"/>
          <a:ext cx="0" cy="0"/>
          <a:chOff x="0" y="0"/>
          <a:chExt cx="0" cy="0"/>
        </a:xfrm>
      </p:grpSpPr>
      <p:pic>
        <p:nvPicPr>
          <p:cNvPr id="57" name="Google Shape;57;p9"/>
          <p:cNvPicPr preferRelativeResize="0"/>
          <p:nvPr/>
        </p:nvPicPr>
        <p:blipFill rotWithShape="1">
          <a:blip r:embed="rId2">
            <a:alphaModFix/>
          </a:blip>
          <a:srcRect l="50" r="50"/>
          <a:stretch/>
        </p:blipFill>
        <p:spPr>
          <a:xfrm>
            <a:off x="4862486" y="-5821"/>
            <a:ext cx="4281513" cy="3289109"/>
          </a:xfrm>
          <a:prstGeom prst="rect">
            <a:avLst/>
          </a:prstGeom>
          <a:noFill/>
          <a:ln>
            <a:noFill/>
          </a:ln>
        </p:spPr>
      </p:pic>
      <p:pic>
        <p:nvPicPr>
          <p:cNvPr id="58" name="Google Shape;58;p9"/>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59" name="Google Shape;59;p9"/>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60" name="Google Shape;60;p9"/>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61" name="Google Shape;61;p9"/>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62" name="Google Shape;62;p9"/>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63" name="Google Shape;63;p9"/>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64" name="Google Shape;64;p9"/>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4">
    <p:spTree>
      <p:nvGrpSpPr>
        <p:cNvPr id="1" name="Shape 65"/>
        <p:cNvGrpSpPr/>
        <p:nvPr/>
      </p:nvGrpSpPr>
      <p:grpSpPr>
        <a:xfrm>
          <a:off x="0" y="0"/>
          <a:ext cx="0" cy="0"/>
          <a:chOff x="0" y="0"/>
          <a:chExt cx="0" cy="0"/>
        </a:xfrm>
      </p:grpSpPr>
      <p:pic>
        <p:nvPicPr>
          <p:cNvPr id="66" name="Google Shape;66;p10"/>
          <p:cNvPicPr preferRelativeResize="0"/>
          <p:nvPr/>
        </p:nvPicPr>
        <p:blipFill rotWithShape="1">
          <a:blip r:embed="rId2">
            <a:alphaModFix/>
          </a:blip>
          <a:srcRect l="50" r="50"/>
          <a:stretch/>
        </p:blipFill>
        <p:spPr>
          <a:xfrm>
            <a:off x="4862486" y="-5821"/>
            <a:ext cx="4281512" cy="3289109"/>
          </a:xfrm>
          <a:prstGeom prst="rect">
            <a:avLst/>
          </a:prstGeom>
          <a:noFill/>
          <a:ln>
            <a:noFill/>
          </a:ln>
        </p:spPr>
      </p:pic>
      <p:pic>
        <p:nvPicPr>
          <p:cNvPr id="67" name="Google Shape;67;p10"/>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68" name="Google Shape;68;p10"/>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69" name="Google Shape;69;p10"/>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70" name="Google Shape;70;p10"/>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71" name="Google Shape;71;p10"/>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72" name="Google Shape;72;p10"/>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73" name="Google Shape;73;p10"/>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5">
    <p:spTree>
      <p:nvGrpSpPr>
        <p:cNvPr id="1" name="Shape 74"/>
        <p:cNvGrpSpPr/>
        <p:nvPr/>
      </p:nvGrpSpPr>
      <p:grpSpPr>
        <a:xfrm>
          <a:off x="0" y="0"/>
          <a:ext cx="0" cy="0"/>
          <a:chOff x="0" y="0"/>
          <a:chExt cx="0" cy="0"/>
        </a:xfrm>
      </p:grpSpPr>
      <p:pic>
        <p:nvPicPr>
          <p:cNvPr id="75" name="Google Shape;75;p11"/>
          <p:cNvPicPr preferRelativeResize="0"/>
          <p:nvPr/>
        </p:nvPicPr>
        <p:blipFill rotWithShape="1">
          <a:blip r:embed="rId2">
            <a:alphaModFix/>
          </a:blip>
          <a:srcRect l="50" r="50"/>
          <a:stretch/>
        </p:blipFill>
        <p:spPr>
          <a:xfrm>
            <a:off x="4862486" y="-5821"/>
            <a:ext cx="4281512" cy="3289107"/>
          </a:xfrm>
          <a:prstGeom prst="rect">
            <a:avLst/>
          </a:prstGeom>
          <a:noFill/>
          <a:ln>
            <a:noFill/>
          </a:ln>
        </p:spPr>
      </p:pic>
      <p:pic>
        <p:nvPicPr>
          <p:cNvPr id="76" name="Google Shape;76;p11"/>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77" name="Google Shape;77;p11"/>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78" name="Google Shape;78;p11"/>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79" name="Google Shape;79;p11"/>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80" name="Google Shape;80;p11"/>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81" name="Google Shape;81;p11"/>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82" name="Google Shape;82;p11"/>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6">
    <p:spTree>
      <p:nvGrpSpPr>
        <p:cNvPr id="1" name="Shape 83"/>
        <p:cNvGrpSpPr/>
        <p:nvPr/>
      </p:nvGrpSpPr>
      <p:grpSpPr>
        <a:xfrm>
          <a:off x="0" y="0"/>
          <a:ext cx="0" cy="0"/>
          <a:chOff x="0" y="0"/>
          <a:chExt cx="0" cy="0"/>
        </a:xfrm>
      </p:grpSpPr>
      <p:pic>
        <p:nvPicPr>
          <p:cNvPr id="84" name="Google Shape;84;p12"/>
          <p:cNvPicPr preferRelativeResize="0"/>
          <p:nvPr/>
        </p:nvPicPr>
        <p:blipFill rotWithShape="1">
          <a:blip r:embed="rId2">
            <a:alphaModFix/>
          </a:blip>
          <a:srcRect l="50" r="50"/>
          <a:stretch/>
        </p:blipFill>
        <p:spPr>
          <a:xfrm>
            <a:off x="4862486" y="-5821"/>
            <a:ext cx="4281512" cy="3289107"/>
          </a:xfrm>
          <a:prstGeom prst="rect">
            <a:avLst/>
          </a:prstGeom>
          <a:noFill/>
          <a:ln>
            <a:noFill/>
          </a:ln>
        </p:spPr>
      </p:pic>
      <p:pic>
        <p:nvPicPr>
          <p:cNvPr id="85" name="Google Shape;85;p12"/>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86" name="Google Shape;86;p12"/>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87" name="Google Shape;87;p12"/>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88" name="Google Shape;88;p12"/>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89" name="Google Shape;89;p12"/>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90" name="Google Shape;90;p12"/>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91" name="Google Shape;91;p12"/>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7">
    <p:spTree>
      <p:nvGrpSpPr>
        <p:cNvPr id="1" name="Shape 92"/>
        <p:cNvGrpSpPr/>
        <p:nvPr/>
      </p:nvGrpSpPr>
      <p:grpSpPr>
        <a:xfrm>
          <a:off x="0" y="0"/>
          <a:ext cx="0" cy="0"/>
          <a:chOff x="0" y="0"/>
          <a:chExt cx="0" cy="0"/>
        </a:xfrm>
      </p:grpSpPr>
      <p:pic>
        <p:nvPicPr>
          <p:cNvPr id="93" name="Google Shape;93;p13"/>
          <p:cNvPicPr preferRelativeResize="0"/>
          <p:nvPr/>
        </p:nvPicPr>
        <p:blipFill rotWithShape="1">
          <a:blip r:embed="rId2">
            <a:alphaModFix/>
          </a:blip>
          <a:srcRect l="50" r="50"/>
          <a:stretch/>
        </p:blipFill>
        <p:spPr>
          <a:xfrm>
            <a:off x="4862486" y="-5821"/>
            <a:ext cx="4281512" cy="3289107"/>
          </a:xfrm>
          <a:prstGeom prst="rect">
            <a:avLst/>
          </a:prstGeom>
          <a:noFill/>
          <a:ln>
            <a:noFill/>
          </a:ln>
        </p:spPr>
      </p:pic>
      <p:pic>
        <p:nvPicPr>
          <p:cNvPr id="94" name="Google Shape;94;p13"/>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95" name="Google Shape;95;p13"/>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96" name="Google Shape;96;p13"/>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97" name="Google Shape;97;p13"/>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98" name="Google Shape;98;p13"/>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99" name="Google Shape;99;p13"/>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00" name="Google Shape;100;p13"/>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8">
    <p:spTree>
      <p:nvGrpSpPr>
        <p:cNvPr id="1" name="Shape 101"/>
        <p:cNvGrpSpPr/>
        <p:nvPr/>
      </p:nvGrpSpPr>
      <p:grpSpPr>
        <a:xfrm>
          <a:off x="0" y="0"/>
          <a:ext cx="0" cy="0"/>
          <a:chOff x="0" y="0"/>
          <a:chExt cx="0" cy="0"/>
        </a:xfrm>
      </p:grpSpPr>
      <p:pic>
        <p:nvPicPr>
          <p:cNvPr id="102" name="Google Shape;102;p14"/>
          <p:cNvPicPr preferRelativeResize="0"/>
          <p:nvPr/>
        </p:nvPicPr>
        <p:blipFill rotWithShape="1">
          <a:blip r:embed="rId2">
            <a:alphaModFix/>
          </a:blip>
          <a:srcRect l="50" r="50"/>
          <a:stretch/>
        </p:blipFill>
        <p:spPr>
          <a:xfrm>
            <a:off x="4862486" y="-5821"/>
            <a:ext cx="4281512" cy="3289107"/>
          </a:xfrm>
          <a:prstGeom prst="rect">
            <a:avLst/>
          </a:prstGeom>
          <a:noFill/>
          <a:ln>
            <a:noFill/>
          </a:ln>
        </p:spPr>
      </p:pic>
      <p:pic>
        <p:nvPicPr>
          <p:cNvPr id="103" name="Google Shape;103;p14"/>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104" name="Google Shape;104;p14"/>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105" name="Google Shape;105;p14"/>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06" name="Google Shape;106;p14"/>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07" name="Google Shape;107;p14"/>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08" name="Google Shape;108;p14"/>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09" name="Google Shape;109;p14"/>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9">
    <p:spTree>
      <p:nvGrpSpPr>
        <p:cNvPr id="1" name="Shape 110"/>
        <p:cNvGrpSpPr/>
        <p:nvPr/>
      </p:nvGrpSpPr>
      <p:grpSpPr>
        <a:xfrm>
          <a:off x="0" y="0"/>
          <a:ext cx="0" cy="0"/>
          <a:chOff x="0" y="0"/>
          <a:chExt cx="0" cy="0"/>
        </a:xfrm>
      </p:grpSpPr>
      <p:pic>
        <p:nvPicPr>
          <p:cNvPr id="111" name="Google Shape;111;p15"/>
          <p:cNvPicPr preferRelativeResize="0"/>
          <p:nvPr/>
        </p:nvPicPr>
        <p:blipFill rotWithShape="1">
          <a:blip r:embed="rId2">
            <a:alphaModFix/>
          </a:blip>
          <a:srcRect l="50" r="50"/>
          <a:stretch/>
        </p:blipFill>
        <p:spPr>
          <a:xfrm>
            <a:off x="4862487" y="-5821"/>
            <a:ext cx="4281508" cy="3289107"/>
          </a:xfrm>
          <a:prstGeom prst="rect">
            <a:avLst/>
          </a:prstGeom>
          <a:noFill/>
          <a:ln>
            <a:noFill/>
          </a:ln>
        </p:spPr>
      </p:pic>
      <p:pic>
        <p:nvPicPr>
          <p:cNvPr id="112" name="Google Shape;112;p15"/>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113" name="Google Shape;113;p15"/>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114" name="Google Shape;114;p15"/>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15" name="Google Shape;115;p15"/>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16" name="Google Shape;116;p15"/>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17" name="Google Shape;117;p15"/>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18" name="Google Shape;118;p15"/>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10">
    <p:spTree>
      <p:nvGrpSpPr>
        <p:cNvPr id="1" name="Shape 119"/>
        <p:cNvGrpSpPr/>
        <p:nvPr/>
      </p:nvGrpSpPr>
      <p:grpSpPr>
        <a:xfrm>
          <a:off x="0" y="0"/>
          <a:ext cx="0" cy="0"/>
          <a:chOff x="0" y="0"/>
          <a:chExt cx="0" cy="0"/>
        </a:xfrm>
      </p:grpSpPr>
      <p:pic>
        <p:nvPicPr>
          <p:cNvPr id="120" name="Google Shape;120;p16"/>
          <p:cNvPicPr preferRelativeResize="0"/>
          <p:nvPr/>
        </p:nvPicPr>
        <p:blipFill rotWithShape="1">
          <a:blip r:embed="rId2">
            <a:alphaModFix/>
          </a:blip>
          <a:srcRect l="50" r="50"/>
          <a:stretch/>
        </p:blipFill>
        <p:spPr>
          <a:xfrm>
            <a:off x="4862487" y="-5821"/>
            <a:ext cx="4281508" cy="3289106"/>
          </a:xfrm>
          <a:prstGeom prst="rect">
            <a:avLst/>
          </a:prstGeom>
          <a:noFill/>
          <a:ln>
            <a:noFill/>
          </a:ln>
        </p:spPr>
      </p:pic>
      <p:pic>
        <p:nvPicPr>
          <p:cNvPr id="121" name="Google Shape;121;p16"/>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122" name="Google Shape;122;p16"/>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123" name="Google Shape;123;p16"/>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24" name="Google Shape;124;p16"/>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25" name="Google Shape;125;p16"/>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26" name="Google Shape;126;p16"/>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27" name="Google Shape;127;p16"/>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1_Title_Slide">
  <p:cSld name="2_Title_Slide 11">
    <p:spTree>
      <p:nvGrpSpPr>
        <p:cNvPr id="1" name="Shape 128"/>
        <p:cNvGrpSpPr/>
        <p:nvPr/>
      </p:nvGrpSpPr>
      <p:grpSpPr>
        <a:xfrm>
          <a:off x="0" y="0"/>
          <a:ext cx="0" cy="0"/>
          <a:chOff x="0" y="0"/>
          <a:chExt cx="0" cy="0"/>
        </a:xfrm>
      </p:grpSpPr>
      <p:pic>
        <p:nvPicPr>
          <p:cNvPr id="129" name="Google Shape;129;p17"/>
          <p:cNvPicPr preferRelativeResize="0"/>
          <p:nvPr/>
        </p:nvPicPr>
        <p:blipFill rotWithShape="1">
          <a:blip r:embed="rId2">
            <a:alphaModFix/>
          </a:blip>
          <a:srcRect l="50" r="50"/>
          <a:stretch/>
        </p:blipFill>
        <p:spPr>
          <a:xfrm>
            <a:off x="4862485" y="-5821"/>
            <a:ext cx="4281515" cy="3289111"/>
          </a:xfrm>
          <a:prstGeom prst="rect">
            <a:avLst/>
          </a:prstGeom>
          <a:noFill/>
          <a:ln>
            <a:noFill/>
          </a:ln>
        </p:spPr>
      </p:pic>
      <p:pic>
        <p:nvPicPr>
          <p:cNvPr id="130" name="Google Shape;130;p17"/>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131" name="Google Shape;131;p17"/>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132" name="Google Shape;132;p17"/>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33" name="Google Shape;133;p17"/>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34" name="Google Shape;134;p17"/>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35" name="Google Shape;135;p17"/>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36" name="Google Shape;136;p17"/>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1_Title_Slide">
  <p:cSld name="1_Title_Slide_TRAINING">
    <p:spTree>
      <p:nvGrpSpPr>
        <p:cNvPr id="1" name="Shape 137"/>
        <p:cNvGrpSpPr/>
        <p:nvPr/>
      </p:nvGrpSpPr>
      <p:grpSpPr>
        <a:xfrm>
          <a:off x="0" y="0"/>
          <a:ext cx="0" cy="0"/>
          <a:chOff x="0" y="0"/>
          <a:chExt cx="0" cy="0"/>
        </a:xfrm>
      </p:grpSpPr>
      <p:pic>
        <p:nvPicPr>
          <p:cNvPr id="138" name="Google Shape;138;p18"/>
          <p:cNvPicPr preferRelativeResize="0"/>
          <p:nvPr/>
        </p:nvPicPr>
        <p:blipFill rotWithShape="1">
          <a:blip r:embed="rId2">
            <a:alphaModFix/>
          </a:blip>
          <a:srcRect l="50" r="50"/>
          <a:stretch/>
        </p:blipFill>
        <p:spPr>
          <a:xfrm>
            <a:off x="4862487" y="-5821"/>
            <a:ext cx="4281508" cy="3289106"/>
          </a:xfrm>
          <a:prstGeom prst="rect">
            <a:avLst/>
          </a:prstGeom>
          <a:noFill/>
          <a:ln>
            <a:noFill/>
          </a:ln>
        </p:spPr>
      </p:pic>
      <p:pic>
        <p:nvPicPr>
          <p:cNvPr id="139" name="Google Shape;139;p18"/>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140" name="Google Shape;140;p18"/>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141" name="Google Shape;141;p18"/>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42" name="Google Shape;142;p18"/>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43" name="Google Shape;143;p18"/>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44" name="Google Shape;144;p18"/>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45" name="Google Shape;145;p18"/>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1_Title_Slide">
  <p:cSld name="1_Title_Slide_INDUSTRY">
    <p:spTree>
      <p:nvGrpSpPr>
        <p:cNvPr id="1" name="Shape 146"/>
        <p:cNvGrpSpPr/>
        <p:nvPr/>
      </p:nvGrpSpPr>
      <p:grpSpPr>
        <a:xfrm>
          <a:off x="0" y="0"/>
          <a:ext cx="0" cy="0"/>
          <a:chOff x="0" y="0"/>
          <a:chExt cx="0" cy="0"/>
        </a:xfrm>
      </p:grpSpPr>
      <p:pic>
        <p:nvPicPr>
          <p:cNvPr id="147" name="Google Shape;147;p19"/>
          <p:cNvPicPr preferRelativeResize="0"/>
          <p:nvPr/>
        </p:nvPicPr>
        <p:blipFill rotWithShape="1">
          <a:blip r:embed="rId2">
            <a:alphaModFix/>
          </a:blip>
          <a:srcRect l="50" r="50"/>
          <a:stretch/>
        </p:blipFill>
        <p:spPr>
          <a:xfrm>
            <a:off x="4862487" y="-5821"/>
            <a:ext cx="4281506" cy="3289105"/>
          </a:xfrm>
          <a:prstGeom prst="rect">
            <a:avLst/>
          </a:prstGeom>
          <a:noFill/>
          <a:ln>
            <a:noFill/>
          </a:ln>
        </p:spPr>
      </p:pic>
      <p:pic>
        <p:nvPicPr>
          <p:cNvPr id="148" name="Google Shape;148;p19"/>
          <p:cNvPicPr preferRelativeResize="0"/>
          <p:nvPr/>
        </p:nvPicPr>
        <p:blipFill rotWithShape="1">
          <a:blip r:embed="rId3">
            <a:alphaModFix/>
          </a:blip>
          <a:srcRect/>
          <a:stretch/>
        </p:blipFill>
        <p:spPr>
          <a:xfrm>
            <a:off x="1" y="-9492"/>
            <a:ext cx="6410225" cy="3292783"/>
          </a:xfrm>
          <a:prstGeom prst="rect">
            <a:avLst/>
          </a:prstGeom>
          <a:noFill/>
          <a:ln>
            <a:noFill/>
          </a:ln>
        </p:spPr>
      </p:pic>
      <p:pic>
        <p:nvPicPr>
          <p:cNvPr id="149" name="Google Shape;149;p19"/>
          <p:cNvPicPr preferRelativeResize="0"/>
          <p:nvPr/>
        </p:nvPicPr>
        <p:blipFill rotWithShape="1">
          <a:blip r:embed="rId4">
            <a:alphaModFix/>
          </a:blip>
          <a:srcRect/>
          <a:stretch/>
        </p:blipFill>
        <p:spPr>
          <a:xfrm>
            <a:off x="7162295" y="4298592"/>
            <a:ext cx="1610399" cy="496002"/>
          </a:xfrm>
          <a:prstGeom prst="rect">
            <a:avLst/>
          </a:prstGeom>
          <a:noFill/>
          <a:ln>
            <a:noFill/>
          </a:ln>
        </p:spPr>
      </p:pic>
      <p:sp>
        <p:nvSpPr>
          <p:cNvPr id="150" name="Google Shape;150;p19"/>
          <p:cNvSpPr txBox="1">
            <a:spLocks noGrp="1"/>
          </p:cNvSpPr>
          <p:nvPr>
            <p:ph type="body" idx="1"/>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51" name="Google Shape;151;p19"/>
          <p:cNvSpPr txBox="1">
            <a:spLocks noGrp="1"/>
          </p:cNvSpPr>
          <p:nvPr>
            <p:ph type="body" idx="2"/>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52" name="Google Shape;152;p19"/>
          <p:cNvSpPr txBox="1">
            <a:spLocks noGrp="1"/>
          </p:cNvSpPr>
          <p:nvPr>
            <p:ph type="body" idx="3"/>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53" name="Google Shape;153;p19"/>
          <p:cNvSpPr txBox="1">
            <a:spLocks noGrp="1"/>
          </p:cNvSpPr>
          <p:nvPr>
            <p:ph type="body" idx="4"/>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54" name="Google Shape;154;p19"/>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_Title_Slide">
  <p:cSld name="2_Title_Slide_NoImage">
    <p:spTree>
      <p:nvGrpSpPr>
        <p:cNvPr id="1" name="Shape 155"/>
        <p:cNvGrpSpPr/>
        <p:nvPr/>
      </p:nvGrpSpPr>
      <p:grpSpPr>
        <a:xfrm>
          <a:off x="0" y="0"/>
          <a:ext cx="0" cy="0"/>
          <a:chOff x="0" y="0"/>
          <a:chExt cx="0" cy="0"/>
        </a:xfrm>
      </p:grpSpPr>
      <p:pic>
        <p:nvPicPr>
          <p:cNvPr id="156" name="Google Shape;156;p20"/>
          <p:cNvPicPr preferRelativeResize="0"/>
          <p:nvPr/>
        </p:nvPicPr>
        <p:blipFill rotWithShape="1">
          <a:blip r:embed="rId2">
            <a:alphaModFix/>
          </a:blip>
          <a:srcRect/>
          <a:stretch/>
        </p:blipFill>
        <p:spPr>
          <a:xfrm>
            <a:off x="0" y="1"/>
            <a:ext cx="9143998" cy="3274221"/>
          </a:xfrm>
          <a:prstGeom prst="rect">
            <a:avLst/>
          </a:prstGeom>
          <a:noFill/>
          <a:ln>
            <a:noFill/>
          </a:ln>
        </p:spPr>
      </p:pic>
      <p:sp>
        <p:nvSpPr>
          <p:cNvPr id="157" name="Google Shape;157;p20"/>
          <p:cNvSpPr txBox="1">
            <a:spLocks noGrp="1"/>
          </p:cNvSpPr>
          <p:nvPr>
            <p:ph type="body" idx="1"/>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58" name="Google Shape;158;p20"/>
          <p:cNvSpPr txBox="1">
            <a:spLocks noGrp="1"/>
          </p:cNvSpPr>
          <p:nvPr>
            <p:ph type="body" idx="2"/>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59" name="Google Shape;159;p20"/>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20"/>
          <p:cNvSpPr txBox="1">
            <a:spLocks noGrp="1"/>
          </p:cNvSpPr>
          <p:nvPr>
            <p:ph type="body" idx="3"/>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61" name="Google Shape;161;p20"/>
          <p:cNvSpPr txBox="1">
            <a:spLocks noGrp="1"/>
          </p:cNvSpPr>
          <p:nvPr>
            <p:ph type="body" idx="4"/>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pic>
        <p:nvPicPr>
          <p:cNvPr id="162" name="Google Shape;162;p20"/>
          <p:cNvPicPr preferRelativeResize="0"/>
          <p:nvPr/>
        </p:nvPicPr>
        <p:blipFill rotWithShape="1">
          <a:blip r:embed="rId3">
            <a:alphaModFix/>
          </a:blip>
          <a:srcRect/>
          <a:stretch/>
        </p:blipFill>
        <p:spPr>
          <a:xfrm>
            <a:off x="7162295" y="4298592"/>
            <a:ext cx="1610399" cy="49600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1_Title_Slide">
  <p:cSld name="1_Title_Slide_noImage">
    <p:spTree>
      <p:nvGrpSpPr>
        <p:cNvPr id="1" name="Shape 163"/>
        <p:cNvGrpSpPr/>
        <p:nvPr/>
      </p:nvGrpSpPr>
      <p:grpSpPr>
        <a:xfrm>
          <a:off x="0" y="0"/>
          <a:ext cx="0" cy="0"/>
          <a:chOff x="0" y="0"/>
          <a:chExt cx="0" cy="0"/>
        </a:xfrm>
      </p:grpSpPr>
      <p:pic>
        <p:nvPicPr>
          <p:cNvPr id="164" name="Google Shape;164;p21"/>
          <p:cNvPicPr preferRelativeResize="0"/>
          <p:nvPr/>
        </p:nvPicPr>
        <p:blipFill rotWithShape="1">
          <a:blip r:embed="rId2">
            <a:alphaModFix/>
          </a:blip>
          <a:srcRect/>
          <a:stretch/>
        </p:blipFill>
        <p:spPr>
          <a:xfrm>
            <a:off x="0" y="1"/>
            <a:ext cx="9144000" cy="3274221"/>
          </a:xfrm>
          <a:prstGeom prst="rect">
            <a:avLst/>
          </a:prstGeom>
          <a:noFill/>
          <a:ln>
            <a:noFill/>
          </a:ln>
        </p:spPr>
      </p:pic>
      <p:sp>
        <p:nvSpPr>
          <p:cNvPr id="165" name="Google Shape;165;p21"/>
          <p:cNvSpPr txBox="1">
            <a:spLocks noGrp="1"/>
          </p:cNvSpPr>
          <p:nvPr>
            <p:ph type="body" idx="1"/>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66" name="Google Shape;166;p21"/>
          <p:cNvSpPr txBox="1">
            <a:spLocks noGrp="1"/>
          </p:cNvSpPr>
          <p:nvPr>
            <p:ph type="body" idx="2"/>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67" name="Google Shape;167;p21"/>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21"/>
          <p:cNvSpPr txBox="1">
            <a:spLocks noGrp="1"/>
          </p:cNvSpPr>
          <p:nvPr>
            <p:ph type="body" idx="3"/>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69" name="Google Shape;169;p21"/>
          <p:cNvSpPr txBox="1">
            <a:spLocks noGrp="1"/>
          </p:cNvSpPr>
          <p:nvPr>
            <p:ph type="body" idx="4"/>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pic>
        <p:nvPicPr>
          <p:cNvPr id="170" name="Google Shape;170;p21"/>
          <p:cNvPicPr preferRelativeResize="0"/>
          <p:nvPr/>
        </p:nvPicPr>
        <p:blipFill rotWithShape="1">
          <a:blip r:embed="rId3">
            <a:alphaModFix/>
          </a:blip>
          <a:srcRect/>
          <a:stretch/>
        </p:blipFill>
        <p:spPr>
          <a:xfrm>
            <a:off x="7162295" y="4298592"/>
            <a:ext cx="1610399" cy="49600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Title_Slide">
  <p:cSld name="1_Title_Slide_Staff_Association">
    <p:spTree>
      <p:nvGrpSpPr>
        <p:cNvPr id="1" name="Shape 171"/>
        <p:cNvGrpSpPr/>
        <p:nvPr/>
      </p:nvGrpSpPr>
      <p:grpSpPr>
        <a:xfrm>
          <a:off x="0" y="0"/>
          <a:ext cx="0" cy="0"/>
          <a:chOff x="0" y="0"/>
          <a:chExt cx="0" cy="0"/>
        </a:xfrm>
      </p:grpSpPr>
      <p:pic>
        <p:nvPicPr>
          <p:cNvPr id="172" name="Google Shape;172;p22"/>
          <p:cNvPicPr preferRelativeResize="0"/>
          <p:nvPr/>
        </p:nvPicPr>
        <p:blipFill rotWithShape="1">
          <a:blip r:embed="rId2">
            <a:alphaModFix/>
          </a:blip>
          <a:srcRect/>
          <a:stretch/>
        </p:blipFill>
        <p:spPr>
          <a:xfrm>
            <a:off x="0" y="1"/>
            <a:ext cx="9144000" cy="3274221"/>
          </a:xfrm>
          <a:prstGeom prst="rect">
            <a:avLst/>
          </a:prstGeom>
          <a:noFill/>
          <a:ln>
            <a:noFill/>
          </a:ln>
        </p:spPr>
      </p:pic>
      <p:sp>
        <p:nvSpPr>
          <p:cNvPr id="173" name="Google Shape;173;p22"/>
          <p:cNvSpPr txBox="1">
            <a:spLocks noGrp="1"/>
          </p:cNvSpPr>
          <p:nvPr>
            <p:ph type="body" idx="1"/>
          </p:nvPr>
        </p:nvSpPr>
        <p:spPr>
          <a:xfrm>
            <a:off x="640557" y="4457228"/>
            <a:ext cx="3037200" cy="2907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74" name="Google Shape;174;p22"/>
          <p:cNvSpPr txBox="1">
            <a:spLocks noGrp="1"/>
          </p:cNvSpPr>
          <p:nvPr>
            <p:ph type="body" idx="2"/>
          </p:nvPr>
        </p:nvSpPr>
        <p:spPr>
          <a:xfrm>
            <a:off x="640557" y="2310299"/>
            <a:ext cx="4867800" cy="5262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600"/>
              <a:buNone/>
              <a:defRPr b="1">
                <a:solidFill>
                  <a:schemeClr val="lt1"/>
                </a:solidFill>
              </a:defRPr>
            </a:lvl1pPr>
            <a:lvl2pPr marL="914400" lvl="1" indent="-228600" algn="l">
              <a:lnSpc>
                <a:spcPct val="90000"/>
              </a:lnSpc>
              <a:spcBef>
                <a:spcPts val="375"/>
              </a:spcBef>
              <a:spcAft>
                <a:spcPts val="0"/>
              </a:spcAft>
              <a:buSzPts val="1400"/>
              <a:buNone/>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75" name="Google Shape;175;p22"/>
          <p:cNvSpPr txBox="1">
            <a:spLocks noGrp="1"/>
          </p:cNvSpPr>
          <p:nvPr>
            <p:ph type="title"/>
          </p:nvPr>
        </p:nvSpPr>
        <p:spPr>
          <a:xfrm>
            <a:off x="640556" y="770936"/>
            <a:ext cx="5322000" cy="14154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529A43"/>
              </a:buClr>
              <a:buSzPts val="1650"/>
              <a:buFont typeface="Arial"/>
              <a:buNone/>
              <a:defRPr sz="3000" b="1" i="0" u="none" strike="noStrike" cap="none">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 name="Google Shape;176;p22"/>
          <p:cNvSpPr txBox="1">
            <a:spLocks noGrp="1"/>
          </p:cNvSpPr>
          <p:nvPr>
            <p:ph type="body" idx="3"/>
          </p:nvPr>
        </p:nvSpPr>
        <p:spPr>
          <a:xfrm>
            <a:off x="640556" y="3581009"/>
            <a:ext cx="3829200" cy="2919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b="1">
                <a:solidFill>
                  <a:schemeClr val="dk2"/>
                </a:solidFill>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77" name="Google Shape;177;p22"/>
          <p:cNvSpPr txBox="1">
            <a:spLocks noGrp="1"/>
          </p:cNvSpPr>
          <p:nvPr>
            <p:ph type="body" idx="4"/>
          </p:nvPr>
        </p:nvSpPr>
        <p:spPr>
          <a:xfrm>
            <a:off x="640557" y="3896005"/>
            <a:ext cx="3037200" cy="246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200"/>
              <a:buNone/>
              <a:defRPr sz="1200" b="1"/>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pic>
        <p:nvPicPr>
          <p:cNvPr id="178" name="Google Shape;178;p22"/>
          <p:cNvPicPr preferRelativeResize="0"/>
          <p:nvPr/>
        </p:nvPicPr>
        <p:blipFill rotWithShape="1">
          <a:blip r:embed="rId3">
            <a:alphaModFix/>
          </a:blip>
          <a:srcRect/>
          <a:stretch/>
        </p:blipFill>
        <p:spPr>
          <a:xfrm>
            <a:off x="7162295" y="4298592"/>
            <a:ext cx="1610399" cy="496002"/>
          </a:xfrm>
          <a:prstGeom prst="rect">
            <a:avLst/>
          </a:prstGeom>
          <a:noFill/>
          <a:ln>
            <a:noFill/>
          </a:ln>
        </p:spPr>
      </p:pic>
      <p:pic>
        <p:nvPicPr>
          <p:cNvPr id="179" name="Google Shape;179;p22"/>
          <p:cNvPicPr preferRelativeResize="0"/>
          <p:nvPr/>
        </p:nvPicPr>
        <p:blipFill rotWithShape="1">
          <a:blip r:embed="rId4">
            <a:alphaModFix/>
          </a:blip>
          <a:srcRect/>
          <a:stretch/>
        </p:blipFill>
        <p:spPr>
          <a:xfrm>
            <a:off x="4916925" y="4118125"/>
            <a:ext cx="2091450" cy="72763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taff Association grey ">
  <p:cSld name="Staff Association grey ">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23"/>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183" name="Google Shape;183;p23"/>
          <p:cNvSpPr txBox="1">
            <a:spLocks noGrp="1"/>
          </p:cNvSpPr>
          <p:nvPr>
            <p:ph type="body" idx="1"/>
          </p:nvPr>
        </p:nvSpPr>
        <p:spPr>
          <a:xfrm>
            <a:off x="338138" y="889824"/>
            <a:ext cx="8452200" cy="371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84" name="Google Shape;184;p23"/>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185" name="Google Shape;185;p23"/>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86" name="Google Shape;186;p23"/>
          <p:cNvPicPr preferRelativeResize="0"/>
          <p:nvPr/>
        </p:nvPicPr>
        <p:blipFill rotWithShape="1">
          <a:blip r:embed="rId2">
            <a:alphaModFix/>
          </a:blip>
          <a:srcRect/>
          <a:stretch/>
        </p:blipFill>
        <p:spPr>
          <a:xfrm>
            <a:off x="6524368" y="4628593"/>
            <a:ext cx="1202725" cy="41843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taff Association white">
  <p:cSld name="Staff Association white">
    <p:spTree>
      <p:nvGrpSpPr>
        <p:cNvPr id="1" name="Shape 187"/>
        <p:cNvGrpSpPr/>
        <p:nvPr/>
      </p:nvGrpSpPr>
      <p:grpSpPr>
        <a:xfrm>
          <a:off x="0" y="0"/>
          <a:ext cx="0" cy="0"/>
          <a:chOff x="0" y="0"/>
          <a:chExt cx="0" cy="0"/>
        </a:xfrm>
      </p:grpSpPr>
      <p:sp>
        <p:nvSpPr>
          <p:cNvPr id="188" name="Google Shape;188;p24"/>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24"/>
          <p:cNvSpPr txBox="1">
            <a:spLocks noGrp="1"/>
          </p:cNvSpPr>
          <p:nvPr>
            <p:ph type="body" idx="1"/>
          </p:nvPr>
        </p:nvSpPr>
        <p:spPr>
          <a:xfrm>
            <a:off x="338138" y="889824"/>
            <a:ext cx="8452200" cy="371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90" name="Google Shape;190;p24"/>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191" name="Google Shape;191;p24"/>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92" name="Google Shape;192;p24"/>
          <p:cNvPicPr preferRelativeResize="0"/>
          <p:nvPr/>
        </p:nvPicPr>
        <p:blipFill rotWithShape="1">
          <a:blip r:embed="rId2">
            <a:alphaModFix/>
          </a:blip>
          <a:srcRect/>
          <a:stretch/>
        </p:blipFill>
        <p:spPr>
          <a:xfrm>
            <a:off x="6524368" y="4628593"/>
            <a:ext cx="1202725" cy="41843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Elements_grey">
  <p:cSld name="Two Elements_grey">
    <p:spTree>
      <p:nvGrpSpPr>
        <p:cNvPr id="1" name="Shape 193"/>
        <p:cNvGrpSpPr/>
        <p:nvPr/>
      </p:nvGrpSpPr>
      <p:grpSpPr>
        <a:xfrm>
          <a:off x="0" y="0"/>
          <a:ext cx="0" cy="0"/>
          <a:chOff x="0" y="0"/>
          <a:chExt cx="0" cy="0"/>
        </a:xfrm>
      </p:grpSpPr>
      <p:sp>
        <p:nvSpPr>
          <p:cNvPr id="194" name="Google Shape;194;p25"/>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25"/>
          <p:cNvSpPr/>
          <p:nvPr/>
        </p:nvSpPr>
        <p:spPr>
          <a:xfrm>
            <a:off x="0" y="869951"/>
            <a:ext cx="9144000" cy="3754500"/>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6" name="Google Shape;196;p25"/>
          <p:cNvSpPr txBox="1">
            <a:spLocks noGrp="1"/>
          </p:cNvSpPr>
          <p:nvPr>
            <p:ph type="body" idx="1"/>
          </p:nvPr>
        </p:nvSpPr>
        <p:spPr>
          <a:xfrm>
            <a:off x="330994" y="992393"/>
            <a:ext cx="4227900" cy="350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97" name="Google Shape;197;p25"/>
          <p:cNvSpPr txBox="1">
            <a:spLocks noGrp="1"/>
          </p:cNvSpPr>
          <p:nvPr>
            <p:ph type="body" idx="2"/>
          </p:nvPr>
        </p:nvSpPr>
        <p:spPr>
          <a:xfrm>
            <a:off x="4572000" y="992393"/>
            <a:ext cx="4227900" cy="350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198" name="Google Shape;198;p25"/>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199" name="Google Shape;199;p25"/>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25"/>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Elements_white">
  <p:cSld name="Two Elements_white">
    <p:spTree>
      <p:nvGrpSpPr>
        <p:cNvPr id="1" name="Shape 201"/>
        <p:cNvGrpSpPr/>
        <p:nvPr/>
      </p:nvGrpSpPr>
      <p:grpSpPr>
        <a:xfrm>
          <a:off x="0" y="0"/>
          <a:ext cx="0" cy="0"/>
          <a:chOff x="0" y="0"/>
          <a:chExt cx="0" cy="0"/>
        </a:xfrm>
      </p:grpSpPr>
      <p:sp>
        <p:nvSpPr>
          <p:cNvPr id="202" name="Google Shape;202;p26"/>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3" name="Google Shape;203;p26"/>
          <p:cNvSpPr txBox="1">
            <a:spLocks noGrp="1"/>
          </p:cNvSpPr>
          <p:nvPr>
            <p:ph type="body" idx="1"/>
          </p:nvPr>
        </p:nvSpPr>
        <p:spPr>
          <a:xfrm>
            <a:off x="330994" y="992393"/>
            <a:ext cx="4227900" cy="350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04" name="Google Shape;204;p26"/>
          <p:cNvSpPr txBox="1">
            <a:spLocks noGrp="1"/>
          </p:cNvSpPr>
          <p:nvPr>
            <p:ph type="body" idx="2"/>
          </p:nvPr>
        </p:nvSpPr>
        <p:spPr>
          <a:xfrm>
            <a:off x="4572000" y="992393"/>
            <a:ext cx="4227900" cy="3501600"/>
          </a:xfrm>
          <a:prstGeom prst="rect">
            <a:avLst/>
          </a:prstGeom>
          <a:noFill/>
          <a:ln>
            <a:noFill/>
          </a:ln>
        </p:spPr>
        <p:txBody>
          <a:bodyPr spcFirstLastPara="1" wrap="square" lIns="0" tIns="45700" rIns="91425" bIns="45700" anchor="t" anchorCtr="0">
            <a:noAutofit/>
          </a:bodyPr>
          <a:lstStyle>
            <a:lvl1pPr marL="457200" lvl="0" indent="-330200" algn="l">
              <a:lnSpc>
                <a:spcPct val="90000"/>
              </a:lnSpc>
              <a:spcBef>
                <a:spcPts val="750"/>
              </a:spcBef>
              <a:spcAft>
                <a:spcPts val="0"/>
              </a:spcAft>
              <a:buSzPts val="1600"/>
              <a:buChar char="•"/>
              <a:defRPr sz="1600"/>
            </a:lvl1pPr>
            <a:lvl2pPr marL="914400" lvl="1" indent="-317500" algn="l">
              <a:lnSpc>
                <a:spcPct val="90000"/>
              </a:lnSpc>
              <a:spcBef>
                <a:spcPts val="375"/>
              </a:spcBef>
              <a:spcAft>
                <a:spcPts val="0"/>
              </a:spcAft>
              <a:buSzPts val="1400"/>
              <a:buChar char="•"/>
              <a:defRPr sz="1400"/>
            </a:lvl2pPr>
            <a:lvl3pPr marL="1371600" lvl="2" indent="-317500" algn="l">
              <a:lnSpc>
                <a:spcPct val="90000"/>
              </a:lnSpc>
              <a:spcBef>
                <a:spcPts val="375"/>
              </a:spcBef>
              <a:spcAft>
                <a:spcPts val="0"/>
              </a:spcAft>
              <a:buSzPts val="1400"/>
              <a:buChar char="•"/>
              <a:defRPr sz="1400"/>
            </a:lvl3pPr>
            <a:lvl4pPr marL="1828800" lvl="3" indent="-317500" algn="l">
              <a:lnSpc>
                <a:spcPct val="90000"/>
              </a:lnSpc>
              <a:spcBef>
                <a:spcPts val="375"/>
              </a:spcBef>
              <a:spcAft>
                <a:spcPts val="0"/>
              </a:spcAft>
              <a:buSzPts val="1400"/>
              <a:buChar char="•"/>
              <a:defRPr sz="1400"/>
            </a:lvl4pPr>
            <a:lvl5pPr marL="2286000" lvl="4" indent="-317500" algn="l">
              <a:lnSpc>
                <a:spcPct val="90000"/>
              </a:lnSpc>
              <a:spcBef>
                <a:spcPts val="375"/>
              </a:spcBef>
              <a:spcAft>
                <a:spcPts val="0"/>
              </a:spcAft>
              <a:buSzPts val="1400"/>
              <a:buChar char="•"/>
              <a:defRPr sz="14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05" name="Google Shape;205;p26"/>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06" name="Google Shape;206;p26"/>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26"/>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_Elements_grey_green">
  <p:cSld name="Two_Elements_grey_green">
    <p:spTree>
      <p:nvGrpSpPr>
        <p:cNvPr id="1" name="Shape 208"/>
        <p:cNvGrpSpPr/>
        <p:nvPr/>
      </p:nvGrpSpPr>
      <p:grpSpPr>
        <a:xfrm>
          <a:off x="0" y="0"/>
          <a:ext cx="0" cy="0"/>
          <a:chOff x="0" y="0"/>
          <a:chExt cx="0" cy="0"/>
        </a:xfrm>
      </p:grpSpPr>
      <p:sp>
        <p:nvSpPr>
          <p:cNvPr id="209" name="Google Shape;209;p27"/>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27"/>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211" name="Google Shape;211;p27"/>
          <p:cNvSpPr txBox="1">
            <a:spLocks noGrp="1"/>
          </p:cNvSpPr>
          <p:nvPr>
            <p:ph type="body" idx="1"/>
          </p:nvPr>
        </p:nvSpPr>
        <p:spPr>
          <a:xfrm>
            <a:off x="1" y="887016"/>
            <a:ext cx="3155100" cy="3720000"/>
          </a:xfrm>
          <a:prstGeom prst="rect">
            <a:avLst/>
          </a:prstGeom>
          <a:solidFill>
            <a:schemeClr val="accent1"/>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12" name="Google Shape;212;p27"/>
          <p:cNvSpPr txBox="1">
            <a:spLocks noGrp="1"/>
          </p:cNvSpPr>
          <p:nvPr>
            <p:ph type="body" idx="2"/>
          </p:nvPr>
        </p:nvSpPr>
        <p:spPr>
          <a:xfrm>
            <a:off x="3146611" y="887016"/>
            <a:ext cx="5997300" cy="3720000"/>
          </a:xfrm>
          <a:prstGeom prst="rect">
            <a:avLst/>
          </a:prstGeom>
          <a:no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accent1"/>
              </a:buClr>
              <a:buSzPts val="1600"/>
              <a:buChar char="•"/>
              <a:defRPr sz="1600">
                <a:solidFill>
                  <a:schemeClr val="dk1"/>
                </a:solidFill>
              </a:defRPr>
            </a:lvl1pPr>
            <a:lvl2pPr marL="914400" lvl="1" indent="-317500" algn="l">
              <a:lnSpc>
                <a:spcPct val="90000"/>
              </a:lnSpc>
              <a:spcBef>
                <a:spcPts val="375"/>
              </a:spcBef>
              <a:spcAft>
                <a:spcPts val="0"/>
              </a:spcAft>
              <a:buClr>
                <a:schemeClr val="accent1"/>
              </a:buClr>
              <a:buSzPts val="1400"/>
              <a:buChar char="•"/>
              <a:defRPr sz="1400">
                <a:solidFill>
                  <a:schemeClr val="dk1"/>
                </a:solidFill>
              </a:defRPr>
            </a:lvl2pPr>
            <a:lvl3pPr marL="1371600" lvl="2" indent="-317500" algn="l">
              <a:lnSpc>
                <a:spcPct val="90000"/>
              </a:lnSpc>
              <a:spcBef>
                <a:spcPts val="375"/>
              </a:spcBef>
              <a:spcAft>
                <a:spcPts val="0"/>
              </a:spcAft>
              <a:buClr>
                <a:schemeClr val="accent1"/>
              </a:buClr>
              <a:buSzPts val="1400"/>
              <a:buChar char="•"/>
              <a:defRPr sz="1400">
                <a:solidFill>
                  <a:schemeClr val="dk1"/>
                </a:solidFill>
              </a:defRPr>
            </a:lvl3pPr>
            <a:lvl4pPr marL="1828800" lvl="3" indent="-317500" algn="l">
              <a:lnSpc>
                <a:spcPct val="90000"/>
              </a:lnSpc>
              <a:spcBef>
                <a:spcPts val="375"/>
              </a:spcBef>
              <a:spcAft>
                <a:spcPts val="0"/>
              </a:spcAft>
              <a:buClr>
                <a:schemeClr val="accent1"/>
              </a:buClr>
              <a:buSzPts val="1400"/>
              <a:buChar char="•"/>
              <a:defRPr sz="1400">
                <a:solidFill>
                  <a:schemeClr val="dk1"/>
                </a:solidFill>
              </a:defRPr>
            </a:lvl4pPr>
            <a:lvl5pPr marL="2286000" lvl="4" indent="-317500" algn="l">
              <a:lnSpc>
                <a:spcPct val="90000"/>
              </a:lnSpc>
              <a:spcBef>
                <a:spcPts val="375"/>
              </a:spcBef>
              <a:spcAft>
                <a:spcPts val="0"/>
              </a:spcAft>
              <a:buClr>
                <a:schemeClr val="accent1"/>
              </a:buClr>
              <a:buSzPts val="1400"/>
              <a:buChar char="•"/>
              <a:defRPr sz="1400">
                <a:solidFill>
                  <a:schemeClr val="dk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13" name="Google Shape;213;p27"/>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14" name="Google Shape;214;p27"/>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27"/>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Elements_grey_green_right">
  <p:cSld name="Two Elements_grey_green_right">
    <p:spTree>
      <p:nvGrpSpPr>
        <p:cNvPr id="1" name="Shape 216"/>
        <p:cNvGrpSpPr/>
        <p:nvPr/>
      </p:nvGrpSpPr>
      <p:grpSpPr>
        <a:xfrm>
          <a:off x="0" y="0"/>
          <a:ext cx="0" cy="0"/>
          <a:chOff x="0" y="0"/>
          <a:chExt cx="0" cy="0"/>
        </a:xfrm>
      </p:grpSpPr>
      <p:sp>
        <p:nvSpPr>
          <p:cNvPr id="217" name="Google Shape;217;p28"/>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8" name="Google Shape;218;p28"/>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219" name="Google Shape;219;p28"/>
          <p:cNvSpPr txBox="1">
            <a:spLocks noGrp="1"/>
          </p:cNvSpPr>
          <p:nvPr>
            <p:ph type="body" idx="1"/>
          </p:nvPr>
        </p:nvSpPr>
        <p:spPr>
          <a:xfrm>
            <a:off x="5988844" y="887016"/>
            <a:ext cx="3155100" cy="3720000"/>
          </a:xfrm>
          <a:prstGeom prst="rect">
            <a:avLst/>
          </a:prstGeom>
          <a:solidFill>
            <a:schemeClr val="accent1"/>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20" name="Google Shape;220;p28"/>
          <p:cNvSpPr txBox="1">
            <a:spLocks noGrp="1"/>
          </p:cNvSpPr>
          <p:nvPr>
            <p:ph type="body" idx="2"/>
          </p:nvPr>
        </p:nvSpPr>
        <p:spPr>
          <a:xfrm>
            <a:off x="0" y="887016"/>
            <a:ext cx="5997300" cy="3720000"/>
          </a:xfrm>
          <a:prstGeom prst="rect">
            <a:avLst/>
          </a:prstGeom>
          <a:no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accent1"/>
              </a:buClr>
              <a:buSzPts val="1600"/>
              <a:buChar char="•"/>
              <a:defRPr sz="1600">
                <a:solidFill>
                  <a:schemeClr val="dk1"/>
                </a:solidFill>
              </a:defRPr>
            </a:lvl1pPr>
            <a:lvl2pPr marL="914400" lvl="1" indent="-317500" algn="l">
              <a:lnSpc>
                <a:spcPct val="90000"/>
              </a:lnSpc>
              <a:spcBef>
                <a:spcPts val="375"/>
              </a:spcBef>
              <a:spcAft>
                <a:spcPts val="0"/>
              </a:spcAft>
              <a:buClr>
                <a:schemeClr val="accent1"/>
              </a:buClr>
              <a:buSzPts val="1400"/>
              <a:buChar char="•"/>
              <a:defRPr sz="1400">
                <a:solidFill>
                  <a:schemeClr val="dk1"/>
                </a:solidFill>
              </a:defRPr>
            </a:lvl2pPr>
            <a:lvl3pPr marL="1371600" lvl="2" indent="-317500" algn="l">
              <a:lnSpc>
                <a:spcPct val="90000"/>
              </a:lnSpc>
              <a:spcBef>
                <a:spcPts val="375"/>
              </a:spcBef>
              <a:spcAft>
                <a:spcPts val="0"/>
              </a:spcAft>
              <a:buClr>
                <a:schemeClr val="accent1"/>
              </a:buClr>
              <a:buSzPts val="1400"/>
              <a:buChar char="•"/>
              <a:defRPr sz="1400">
                <a:solidFill>
                  <a:schemeClr val="dk1"/>
                </a:solidFill>
              </a:defRPr>
            </a:lvl3pPr>
            <a:lvl4pPr marL="1828800" lvl="3" indent="-317500" algn="l">
              <a:lnSpc>
                <a:spcPct val="90000"/>
              </a:lnSpc>
              <a:spcBef>
                <a:spcPts val="375"/>
              </a:spcBef>
              <a:spcAft>
                <a:spcPts val="0"/>
              </a:spcAft>
              <a:buClr>
                <a:schemeClr val="accent1"/>
              </a:buClr>
              <a:buSzPts val="1400"/>
              <a:buChar char="•"/>
              <a:defRPr sz="1400">
                <a:solidFill>
                  <a:schemeClr val="dk1"/>
                </a:solidFill>
              </a:defRPr>
            </a:lvl4pPr>
            <a:lvl5pPr marL="2286000" lvl="4" indent="-317500" algn="l">
              <a:lnSpc>
                <a:spcPct val="90000"/>
              </a:lnSpc>
              <a:spcBef>
                <a:spcPts val="375"/>
              </a:spcBef>
              <a:spcAft>
                <a:spcPts val="0"/>
              </a:spcAft>
              <a:buClr>
                <a:schemeClr val="accent1"/>
              </a:buClr>
              <a:buSzPts val="1400"/>
              <a:buChar char="•"/>
              <a:defRPr sz="1400">
                <a:solidFill>
                  <a:schemeClr val="dk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21" name="Google Shape;221;p28"/>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22" name="Google Shape;222;p28"/>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28"/>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Elements_grey_green_right">
  <p:cSld name="Three Elements_grey_green_right">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29"/>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227" name="Google Shape;227;p29"/>
          <p:cNvSpPr txBox="1">
            <a:spLocks noGrp="1"/>
          </p:cNvSpPr>
          <p:nvPr>
            <p:ph type="body" idx="1"/>
          </p:nvPr>
        </p:nvSpPr>
        <p:spPr>
          <a:xfrm>
            <a:off x="5988844" y="880036"/>
            <a:ext cx="3155100" cy="1856100"/>
          </a:xfrm>
          <a:prstGeom prst="rect">
            <a:avLst/>
          </a:prstGeom>
          <a:solidFill>
            <a:schemeClr val="accent1"/>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28" name="Google Shape;228;p29"/>
          <p:cNvSpPr txBox="1">
            <a:spLocks noGrp="1"/>
          </p:cNvSpPr>
          <p:nvPr>
            <p:ph type="body" idx="2"/>
          </p:nvPr>
        </p:nvSpPr>
        <p:spPr>
          <a:xfrm>
            <a:off x="0" y="887016"/>
            <a:ext cx="5997300" cy="3720000"/>
          </a:xfrm>
          <a:prstGeom prst="rect">
            <a:avLst/>
          </a:prstGeom>
          <a:no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accent1"/>
              </a:buClr>
              <a:buSzPts val="1600"/>
              <a:buChar char="•"/>
              <a:defRPr sz="1600">
                <a:solidFill>
                  <a:schemeClr val="dk1"/>
                </a:solidFill>
              </a:defRPr>
            </a:lvl1pPr>
            <a:lvl2pPr marL="914400" lvl="1" indent="-317500" algn="l">
              <a:lnSpc>
                <a:spcPct val="90000"/>
              </a:lnSpc>
              <a:spcBef>
                <a:spcPts val="375"/>
              </a:spcBef>
              <a:spcAft>
                <a:spcPts val="0"/>
              </a:spcAft>
              <a:buClr>
                <a:schemeClr val="accent1"/>
              </a:buClr>
              <a:buSzPts val="1400"/>
              <a:buChar char="•"/>
              <a:defRPr sz="1400">
                <a:solidFill>
                  <a:schemeClr val="dk1"/>
                </a:solidFill>
              </a:defRPr>
            </a:lvl2pPr>
            <a:lvl3pPr marL="1371600" lvl="2" indent="-317500" algn="l">
              <a:lnSpc>
                <a:spcPct val="90000"/>
              </a:lnSpc>
              <a:spcBef>
                <a:spcPts val="375"/>
              </a:spcBef>
              <a:spcAft>
                <a:spcPts val="0"/>
              </a:spcAft>
              <a:buClr>
                <a:schemeClr val="accent1"/>
              </a:buClr>
              <a:buSzPts val="1400"/>
              <a:buChar char="•"/>
              <a:defRPr sz="1400">
                <a:solidFill>
                  <a:schemeClr val="dk1"/>
                </a:solidFill>
              </a:defRPr>
            </a:lvl3pPr>
            <a:lvl4pPr marL="1828800" lvl="3" indent="-317500" algn="l">
              <a:lnSpc>
                <a:spcPct val="90000"/>
              </a:lnSpc>
              <a:spcBef>
                <a:spcPts val="375"/>
              </a:spcBef>
              <a:spcAft>
                <a:spcPts val="0"/>
              </a:spcAft>
              <a:buClr>
                <a:schemeClr val="accent1"/>
              </a:buClr>
              <a:buSzPts val="1400"/>
              <a:buChar char="•"/>
              <a:defRPr sz="1400">
                <a:solidFill>
                  <a:schemeClr val="dk1"/>
                </a:solidFill>
              </a:defRPr>
            </a:lvl4pPr>
            <a:lvl5pPr marL="2286000" lvl="4" indent="-317500" algn="l">
              <a:lnSpc>
                <a:spcPct val="90000"/>
              </a:lnSpc>
              <a:spcBef>
                <a:spcPts val="375"/>
              </a:spcBef>
              <a:spcAft>
                <a:spcPts val="0"/>
              </a:spcAft>
              <a:buClr>
                <a:schemeClr val="accent1"/>
              </a:buClr>
              <a:buSzPts val="1400"/>
              <a:buChar char="•"/>
              <a:defRPr sz="1400">
                <a:solidFill>
                  <a:schemeClr val="dk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29" name="Google Shape;229;p29"/>
          <p:cNvSpPr txBox="1">
            <a:spLocks noGrp="1"/>
          </p:cNvSpPr>
          <p:nvPr>
            <p:ph type="body" idx="3"/>
          </p:nvPr>
        </p:nvSpPr>
        <p:spPr>
          <a:xfrm>
            <a:off x="5988844" y="2757758"/>
            <a:ext cx="3155100" cy="1856100"/>
          </a:xfrm>
          <a:prstGeom prst="rect">
            <a:avLst/>
          </a:prstGeom>
          <a:solidFill>
            <a:schemeClr val="accent1"/>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30" name="Google Shape;230;p29"/>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31" name="Google Shape;231;p29"/>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29"/>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Elements_dark_grey">
  <p:cSld name="Three Elements_dark_grey">
    <p:spTree>
      <p:nvGrpSpPr>
        <p:cNvPr id="1" name="Shape 233"/>
        <p:cNvGrpSpPr/>
        <p:nvPr/>
      </p:nvGrpSpPr>
      <p:grpSpPr>
        <a:xfrm>
          <a:off x="0" y="0"/>
          <a:ext cx="0" cy="0"/>
          <a:chOff x="0" y="0"/>
          <a:chExt cx="0" cy="0"/>
        </a:xfrm>
      </p:grpSpPr>
      <p:sp>
        <p:nvSpPr>
          <p:cNvPr id="234" name="Google Shape;234;p30"/>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30"/>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236" name="Google Shape;236;p30"/>
          <p:cNvSpPr txBox="1">
            <a:spLocks noGrp="1"/>
          </p:cNvSpPr>
          <p:nvPr>
            <p:ph type="body" idx="1"/>
          </p:nvPr>
        </p:nvSpPr>
        <p:spPr>
          <a:xfrm>
            <a:off x="0" y="887016"/>
            <a:ext cx="5997300" cy="3720000"/>
          </a:xfrm>
          <a:prstGeom prst="rect">
            <a:avLst/>
          </a:prstGeom>
          <a:no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accent1"/>
              </a:buClr>
              <a:buSzPts val="1600"/>
              <a:buChar char="•"/>
              <a:defRPr sz="1600">
                <a:solidFill>
                  <a:schemeClr val="dk1"/>
                </a:solidFill>
              </a:defRPr>
            </a:lvl1pPr>
            <a:lvl2pPr marL="914400" lvl="1" indent="-317500" algn="l">
              <a:lnSpc>
                <a:spcPct val="90000"/>
              </a:lnSpc>
              <a:spcBef>
                <a:spcPts val="375"/>
              </a:spcBef>
              <a:spcAft>
                <a:spcPts val="0"/>
              </a:spcAft>
              <a:buClr>
                <a:schemeClr val="accent1"/>
              </a:buClr>
              <a:buSzPts val="1400"/>
              <a:buChar char="•"/>
              <a:defRPr sz="1400">
                <a:solidFill>
                  <a:schemeClr val="dk1"/>
                </a:solidFill>
              </a:defRPr>
            </a:lvl2pPr>
            <a:lvl3pPr marL="1371600" lvl="2" indent="-317500" algn="l">
              <a:lnSpc>
                <a:spcPct val="90000"/>
              </a:lnSpc>
              <a:spcBef>
                <a:spcPts val="375"/>
              </a:spcBef>
              <a:spcAft>
                <a:spcPts val="0"/>
              </a:spcAft>
              <a:buClr>
                <a:schemeClr val="accent1"/>
              </a:buClr>
              <a:buSzPts val="1400"/>
              <a:buChar char="•"/>
              <a:defRPr sz="1400">
                <a:solidFill>
                  <a:schemeClr val="dk1"/>
                </a:solidFill>
              </a:defRPr>
            </a:lvl3pPr>
            <a:lvl4pPr marL="1828800" lvl="3" indent="-317500" algn="l">
              <a:lnSpc>
                <a:spcPct val="90000"/>
              </a:lnSpc>
              <a:spcBef>
                <a:spcPts val="375"/>
              </a:spcBef>
              <a:spcAft>
                <a:spcPts val="0"/>
              </a:spcAft>
              <a:buClr>
                <a:schemeClr val="accent1"/>
              </a:buClr>
              <a:buSzPts val="1400"/>
              <a:buChar char="•"/>
              <a:defRPr sz="1400">
                <a:solidFill>
                  <a:schemeClr val="dk1"/>
                </a:solidFill>
              </a:defRPr>
            </a:lvl4pPr>
            <a:lvl5pPr marL="2286000" lvl="4" indent="-317500" algn="l">
              <a:lnSpc>
                <a:spcPct val="90000"/>
              </a:lnSpc>
              <a:spcBef>
                <a:spcPts val="375"/>
              </a:spcBef>
              <a:spcAft>
                <a:spcPts val="0"/>
              </a:spcAft>
              <a:buClr>
                <a:schemeClr val="accent1"/>
              </a:buClr>
              <a:buSzPts val="1400"/>
              <a:buChar char="•"/>
              <a:defRPr sz="1400">
                <a:solidFill>
                  <a:schemeClr val="dk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37" name="Google Shape;237;p30"/>
          <p:cNvSpPr txBox="1">
            <a:spLocks noGrp="1"/>
          </p:cNvSpPr>
          <p:nvPr>
            <p:ph type="body" idx="2"/>
          </p:nvPr>
        </p:nvSpPr>
        <p:spPr>
          <a:xfrm>
            <a:off x="5988844" y="880036"/>
            <a:ext cx="3155100" cy="1856100"/>
          </a:xfrm>
          <a:prstGeom prst="rect">
            <a:avLst/>
          </a:prstGeom>
          <a:solidFill>
            <a:schemeClr val="lt2"/>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38" name="Google Shape;238;p30"/>
          <p:cNvSpPr txBox="1">
            <a:spLocks noGrp="1"/>
          </p:cNvSpPr>
          <p:nvPr>
            <p:ph type="body" idx="3"/>
          </p:nvPr>
        </p:nvSpPr>
        <p:spPr>
          <a:xfrm>
            <a:off x="5988844" y="2757758"/>
            <a:ext cx="3155100" cy="1856100"/>
          </a:xfrm>
          <a:prstGeom prst="rect">
            <a:avLst/>
          </a:prstGeom>
          <a:solidFill>
            <a:schemeClr val="lt2"/>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39" name="Google Shape;239;p30"/>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40" name="Google Shape;240;p30"/>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30"/>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Elements_green_left_grey">
  <p:cSld name="Three Elements_green_left_grey">
    <p:spTree>
      <p:nvGrpSpPr>
        <p:cNvPr id="1" name="Shape 242"/>
        <p:cNvGrpSpPr/>
        <p:nvPr/>
      </p:nvGrpSpPr>
      <p:grpSpPr>
        <a:xfrm>
          <a:off x="0" y="0"/>
          <a:ext cx="0" cy="0"/>
          <a:chOff x="0" y="0"/>
          <a:chExt cx="0" cy="0"/>
        </a:xfrm>
      </p:grpSpPr>
      <p:sp>
        <p:nvSpPr>
          <p:cNvPr id="243" name="Google Shape;243;p31"/>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31"/>
          <p:cNvSpPr/>
          <p:nvPr/>
        </p:nvSpPr>
        <p:spPr>
          <a:xfrm>
            <a:off x="0" y="879475"/>
            <a:ext cx="9144000" cy="3734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245" name="Google Shape;245;p31"/>
          <p:cNvSpPr txBox="1">
            <a:spLocks noGrp="1"/>
          </p:cNvSpPr>
          <p:nvPr>
            <p:ph type="body" idx="1"/>
          </p:nvPr>
        </p:nvSpPr>
        <p:spPr>
          <a:xfrm>
            <a:off x="3146611" y="887016"/>
            <a:ext cx="5997300" cy="3720000"/>
          </a:xfrm>
          <a:prstGeom prst="rect">
            <a:avLst/>
          </a:prstGeom>
          <a:no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accent1"/>
              </a:buClr>
              <a:buSzPts val="1600"/>
              <a:buChar char="•"/>
              <a:defRPr sz="1600">
                <a:solidFill>
                  <a:schemeClr val="dk1"/>
                </a:solidFill>
              </a:defRPr>
            </a:lvl1pPr>
            <a:lvl2pPr marL="914400" lvl="1" indent="-317500" algn="l">
              <a:lnSpc>
                <a:spcPct val="90000"/>
              </a:lnSpc>
              <a:spcBef>
                <a:spcPts val="375"/>
              </a:spcBef>
              <a:spcAft>
                <a:spcPts val="0"/>
              </a:spcAft>
              <a:buClr>
                <a:schemeClr val="accent1"/>
              </a:buClr>
              <a:buSzPts val="1400"/>
              <a:buChar char="•"/>
              <a:defRPr sz="1400">
                <a:solidFill>
                  <a:schemeClr val="dk1"/>
                </a:solidFill>
              </a:defRPr>
            </a:lvl2pPr>
            <a:lvl3pPr marL="1371600" lvl="2" indent="-317500" algn="l">
              <a:lnSpc>
                <a:spcPct val="90000"/>
              </a:lnSpc>
              <a:spcBef>
                <a:spcPts val="375"/>
              </a:spcBef>
              <a:spcAft>
                <a:spcPts val="0"/>
              </a:spcAft>
              <a:buClr>
                <a:schemeClr val="accent1"/>
              </a:buClr>
              <a:buSzPts val="1400"/>
              <a:buChar char="•"/>
              <a:defRPr sz="1400">
                <a:solidFill>
                  <a:schemeClr val="dk1"/>
                </a:solidFill>
              </a:defRPr>
            </a:lvl3pPr>
            <a:lvl4pPr marL="1828800" lvl="3" indent="-317500" algn="l">
              <a:lnSpc>
                <a:spcPct val="90000"/>
              </a:lnSpc>
              <a:spcBef>
                <a:spcPts val="375"/>
              </a:spcBef>
              <a:spcAft>
                <a:spcPts val="0"/>
              </a:spcAft>
              <a:buClr>
                <a:schemeClr val="accent1"/>
              </a:buClr>
              <a:buSzPts val="1400"/>
              <a:buChar char="•"/>
              <a:defRPr sz="1400">
                <a:solidFill>
                  <a:schemeClr val="dk1"/>
                </a:solidFill>
              </a:defRPr>
            </a:lvl4pPr>
            <a:lvl5pPr marL="2286000" lvl="4" indent="-317500" algn="l">
              <a:lnSpc>
                <a:spcPct val="90000"/>
              </a:lnSpc>
              <a:spcBef>
                <a:spcPts val="375"/>
              </a:spcBef>
              <a:spcAft>
                <a:spcPts val="0"/>
              </a:spcAft>
              <a:buClr>
                <a:schemeClr val="accent1"/>
              </a:buClr>
              <a:buSzPts val="1400"/>
              <a:buChar char="•"/>
              <a:defRPr sz="1400">
                <a:solidFill>
                  <a:schemeClr val="dk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46" name="Google Shape;246;p31"/>
          <p:cNvSpPr txBox="1">
            <a:spLocks noGrp="1"/>
          </p:cNvSpPr>
          <p:nvPr>
            <p:ph type="body" idx="2"/>
          </p:nvPr>
        </p:nvSpPr>
        <p:spPr>
          <a:xfrm>
            <a:off x="794" y="880036"/>
            <a:ext cx="3155100" cy="1856100"/>
          </a:xfrm>
          <a:prstGeom prst="rect">
            <a:avLst/>
          </a:prstGeom>
          <a:solidFill>
            <a:schemeClr val="accent1"/>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47" name="Google Shape;247;p31"/>
          <p:cNvSpPr txBox="1">
            <a:spLocks noGrp="1"/>
          </p:cNvSpPr>
          <p:nvPr>
            <p:ph type="body" idx="3"/>
          </p:nvPr>
        </p:nvSpPr>
        <p:spPr>
          <a:xfrm>
            <a:off x="794" y="2757758"/>
            <a:ext cx="3155100" cy="1856100"/>
          </a:xfrm>
          <a:prstGeom prst="rect">
            <a:avLst/>
          </a:prstGeom>
          <a:solidFill>
            <a:schemeClr val="dk2"/>
          </a:solidFill>
          <a:ln>
            <a:noFill/>
          </a:ln>
        </p:spPr>
        <p:txBody>
          <a:bodyPr spcFirstLastPara="1" wrap="square" lIns="0" tIns="45700" rIns="91425" bIns="45700" anchor="ctr" anchorCtr="0">
            <a:noAutofit/>
          </a:bodyPr>
          <a:lstStyle>
            <a:lvl1pPr marL="457200" lvl="0" indent="-330200" algn="l">
              <a:lnSpc>
                <a:spcPct val="90000"/>
              </a:lnSpc>
              <a:spcBef>
                <a:spcPts val="750"/>
              </a:spcBef>
              <a:spcAft>
                <a:spcPts val="0"/>
              </a:spcAft>
              <a:buClr>
                <a:schemeClr val="lt1"/>
              </a:buClr>
              <a:buSzPts val="1600"/>
              <a:buChar char="•"/>
              <a:defRPr sz="1600">
                <a:solidFill>
                  <a:schemeClr val="lt1"/>
                </a:solidFill>
              </a:defRPr>
            </a:lvl1pPr>
            <a:lvl2pPr marL="914400" lvl="1" indent="-317500" algn="l">
              <a:lnSpc>
                <a:spcPct val="90000"/>
              </a:lnSpc>
              <a:spcBef>
                <a:spcPts val="375"/>
              </a:spcBef>
              <a:spcAft>
                <a:spcPts val="0"/>
              </a:spcAft>
              <a:buClr>
                <a:schemeClr val="lt1"/>
              </a:buClr>
              <a:buSzPts val="1400"/>
              <a:buChar char="•"/>
              <a:defRPr sz="1400">
                <a:solidFill>
                  <a:schemeClr val="lt1"/>
                </a:solidFill>
              </a:defRPr>
            </a:lvl2pPr>
            <a:lvl3pPr marL="1371600" lvl="2" indent="-317500" algn="l">
              <a:lnSpc>
                <a:spcPct val="90000"/>
              </a:lnSpc>
              <a:spcBef>
                <a:spcPts val="375"/>
              </a:spcBef>
              <a:spcAft>
                <a:spcPts val="0"/>
              </a:spcAft>
              <a:buClr>
                <a:schemeClr val="lt1"/>
              </a:buClr>
              <a:buSzPts val="1400"/>
              <a:buChar char="•"/>
              <a:defRPr sz="1400">
                <a:solidFill>
                  <a:schemeClr val="lt1"/>
                </a:solidFill>
              </a:defRPr>
            </a:lvl3pPr>
            <a:lvl4pPr marL="1828800" lvl="3" indent="-317500" algn="l">
              <a:lnSpc>
                <a:spcPct val="90000"/>
              </a:lnSpc>
              <a:spcBef>
                <a:spcPts val="375"/>
              </a:spcBef>
              <a:spcAft>
                <a:spcPts val="0"/>
              </a:spcAft>
              <a:buClr>
                <a:schemeClr val="lt1"/>
              </a:buClr>
              <a:buSzPts val="1400"/>
              <a:buChar char="•"/>
              <a:defRPr sz="1400">
                <a:solidFill>
                  <a:schemeClr val="lt1"/>
                </a:solidFill>
              </a:defRPr>
            </a:lvl4pPr>
            <a:lvl5pPr marL="2286000" lvl="4" indent="-317500" algn="l">
              <a:lnSpc>
                <a:spcPct val="90000"/>
              </a:lnSpc>
              <a:spcBef>
                <a:spcPts val="375"/>
              </a:spcBef>
              <a:spcAft>
                <a:spcPts val="0"/>
              </a:spcAft>
              <a:buClr>
                <a:schemeClr val="lt1"/>
              </a:buClr>
              <a:buSzPts val="1400"/>
              <a:buChar char="•"/>
              <a:defRPr sz="1400">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48" name="Google Shape;248;p31"/>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49" name="Google Shape;249;p31"/>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31"/>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ix Elements_green">
  <p:cSld name="Six Elements_green">
    <p:spTree>
      <p:nvGrpSpPr>
        <p:cNvPr id="1" name="Shape 251"/>
        <p:cNvGrpSpPr/>
        <p:nvPr/>
      </p:nvGrpSpPr>
      <p:grpSpPr>
        <a:xfrm>
          <a:off x="0" y="0"/>
          <a:ext cx="0" cy="0"/>
          <a:chOff x="0" y="0"/>
          <a:chExt cx="0" cy="0"/>
        </a:xfrm>
      </p:grpSpPr>
      <p:sp>
        <p:nvSpPr>
          <p:cNvPr id="252" name="Google Shape;252;p32"/>
          <p:cNvSpPr>
            <a:spLocks noGrp="1"/>
          </p:cNvSpPr>
          <p:nvPr>
            <p:ph type="pic" idx="2"/>
          </p:nvPr>
        </p:nvSpPr>
        <p:spPr>
          <a:xfrm>
            <a:off x="6103800" y="870349"/>
            <a:ext cx="3040200" cy="1865700"/>
          </a:xfrm>
          <a:prstGeom prst="rect">
            <a:avLst/>
          </a:prstGeom>
          <a:noFill/>
          <a:ln>
            <a:noFill/>
          </a:ln>
        </p:spPr>
      </p:sp>
      <p:sp>
        <p:nvSpPr>
          <p:cNvPr id="253" name="Google Shape;253;p32"/>
          <p:cNvSpPr>
            <a:spLocks noGrp="1"/>
          </p:cNvSpPr>
          <p:nvPr>
            <p:ph type="pic" idx="3"/>
          </p:nvPr>
        </p:nvSpPr>
        <p:spPr>
          <a:xfrm>
            <a:off x="0" y="870349"/>
            <a:ext cx="3040200" cy="1865700"/>
          </a:xfrm>
          <a:prstGeom prst="rect">
            <a:avLst/>
          </a:prstGeom>
          <a:noFill/>
          <a:ln>
            <a:noFill/>
          </a:ln>
        </p:spPr>
      </p:sp>
      <p:sp>
        <p:nvSpPr>
          <p:cNvPr id="254" name="Google Shape;254;p32"/>
          <p:cNvSpPr>
            <a:spLocks noGrp="1"/>
          </p:cNvSpPr>
          <p:nvPr>
            <p:ph type="pic" idx="4"/>
          </p:nvPr>
        </p:nvSpPr>
        <p:spPr>
          <a:xfrm>
            <a:off x="3051900" y="870349"/>
            <a:ext cx="3040200" cy="1865700"/>
          </a:xfrm>
          <a:prstGeom prst="rect">
            <a:avLst/>
          </a:prstGeom>
          <a:noFill/>
          <a:ln>
            <a:noFill/>
          </a:ln>
        </p:spPr>
      </p:sp>
      <p:sp>
        <p:nvSpPr>
          <p:cNvPr id="255" name="Google Shape;255;p32"/>
          <p:cNvSpPr txBox="1">
            <a:spLocks noGrp="1"/>
          </p:cNvSpPr>
          <p:nvPr>
            <p:ph type="body" idx="1"/>
          </p:nvPr>
        </p:nvSpPr>
        <p:spPr>
          <a:xfrm>
            <a:off x="6103144" y="2746675"/>
            <a:ext cx="3040800" cy="1864500"/>
          </a:xfrm>
          <a:prstGeom prst="rect">
            <a:avLst/>
          </a:prstGeom>
          <a:solidFill>
            <a:schemeClr val="accent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56" name="Google Shape;256;p32"/>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7" name="Google Shape;257;p32"/>
          <p:cNvSpPr txBox="1">
            <a:spLocks noGrp="1"/>
          </p:cNvSpPr>
          <p:nvPr>
            <p:ph type="body" idx="5"/>
          </p:nvPr>
        </p:nvSpPr>
        <p:spPr>
          <a:xfrm>
            <a:off x="1" y="2746675"/>
            <a:ext cx="3040800" cy="1864500"/>
          </a:xfrm>
          <a:prstGeom prst="rect">
            <a:avLst/>
          </a:prstGeom>
          <a:solidFill>
            <a:schemeClr val="accent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58" name="Google Shape;258;p32"/>
          <p:cNvSpPr txBox="1">
            <a:spLocks noGrp="1"/>
          </p:cNvSpPr>
          <p:nvPr>
            <p:ph type="body" idx="6"/>
          </p:nvPr>
        </p:nvSpPr>
        <p:spPr>
          <a:xfrm>
            <a:off x="3051573" y="2746675"/>
            <a:ext cx="3040800" cy="1864500"/>
          </a:xfrm>
          <a:prstGeom prst="rect">
            <a:avLst/>
          </a:prstGeom>
          <a:solidFill>
            <a:schemeClr val="dk2"/>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cxnSp>
        <p:nvCxnSpPr>
          <p:cNvPr id="259" name="Google Shape;259;p32"/>
          <p:cNvCxnSpPr/>
          <p:nvPr/>
        </p:nvCxnSpPr>
        <p:spPr>
          <a:xfrm>
            <a:off x="3051573" y="2736057"/>
            <a:ext cx="0" cy="1907400"/>
          </a:xfrm>
          <a:prstGeom prst="straightConnector1">
            <a:avLst/>
          </a:prstGeom>
          <a:noFill/>
          <a:ln w="12700" cap="flat" cmpd="sng">
            <a:solidFill>
              <a:schemeClr val="lt1"/>
            </a:solidFill>
            <a:prstDash val="solid"/>
            <a:miter lim="800000"/>
            <a:headEnd type="none" w="sm" len="sm"/>
            <a:tailEnd type="none" w="sm" len="sm"/>
          </a:ln>
        </p:spPr>
      </p:cxnSp>
      <p:cxnSp>
        <p:nvCxnSpPr>
          <p:cNvPr id="260" name="Google Shape;260;p32"/>
          <p:cNvCxnSpPr/>
          <p:nvPr/>
        </p:nvCxnSpPr>
        <p:spPr>
          <a:xfrm>
            <a:off x="6097513" y="2736057"/>
            <a:ext cx="0" cy="1907400"/>
          </a:xfrm>
          <a:prstGeom prst="straightConnector1">
            <a:avLst/>
          </a:prstGeom>
          <a:noFill/>
          <a:ln w="12700" cap="flat" cmpd="sng">
            <a:solidFill>
              <a:schemeClr val="lt1"/>
            </a:solidFill>
            <a:prstDash val="solid"/>
            <a:miter lim="800000"/>
            <a:headEnd type="none" w="sm" len="sm"/>
            <a:tailEnd type="none" w="sm" len="sm"/>
          </a:ln>
        </p:spPr>
      </p:cxnSp>
      <p:sp>
        <p:nvSpPr>
          <p:cNvPr id="261" name="Google Shape;261;p32"/>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62" name="Google Shape;262;p32"/>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32"/>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Eight Elements_green">
  <p:cSld name="Eight Elements_green">
    <p:spTree>
      <p:nvGrpSpPr>
        <p:cNvPr id="1" name="Shape 264"/>
        <p:cNvGrpSpPr/>
        <p:nvPr/>
      </p:nvGrpSpPr>
      <p:grpSpPr>
        <a:xfrm>
          <a:off x="0" y="0"/>
          <a:ext cx="0" cy="0"/>
          <a:chOff x="0" y="0"/>
          <a:chExt cx="0" cy="0"/>
        </a:xfrm>
      </p:grpSpPr>
      <p:sp>
        <p:nvSpPr>
          <p:cNvPr id="265" name="Google Shape;265;p33"/>
          <p:cNvSpPr>
            <a:spLocks noGrp="1"/>
          </p:cNvSpPr>
          <p:nvPr>
            <p:ph type="pic" idx="2"/>
          </p:nvPr>
        </p:nvSpPr>
        <p:spPr>
          <a:xfrm>
            <a:off x="0" y="879477"/>
            <a:ext cx="2276100" cy="1871700"/>
          </a:xfrm>
          <a:prstGeom prst="rect">
            <a:avLst/>
          </a:prstGeom>
          <a:noFill/>
          <a:ln>
            <a:noFill/>
          </a:ln>
        </p:spPr>
      </p:sp>
      <p:sp>
        <p:nvSpPr>
          <p:cNvPr id="266" name="Google Shape;266;p33"/>
          <p:cNvSpPr>
            <a:spLocks noGrp="1"/>
          </p:cNvSpPr>
          <p:nvPr>
            <p:ph type="pic" idx="3"/>
          </p:nvPr>
        </p:nvSpPr>
        <p:spPr>
          <a:xfrm>
            <a:off x="2289300" y="879477"/>
            <a:ext cx="2276100" cy="1871700"/>
          </a:xfrm>
          <a:prstGeom prst="rect">
            <a:avLst/>
          </a:prstGeom>
          <a:noFill/>
          <a:ln>
            <a:noFill/>
          </a:ln>
        </p:spPr>
      </p:sp>
      <p:sp>
        <p:nvSpPr>
          <p:cNvPr id="267" name="Google Shape;267;p33"/>
          <p:cNvSpPr>
            <a:spLocks noGrp="1"/>
          </p:cNvSpPr>
          <p:nvPr>
            <p:ph type="pic" idx="4"/>
          </p:nvPr>
        </p:nvSpPr>
        <p:spPr>
          <a:xfrm>
            <a:off x="4578599" y="879477"/>
            <a:ext cx="2279700" cy="1871700"/>
          </a:xfrm>
          <a:prstGeom prst="rect">
            <a:avLst/>
          </a:prstGeom>
          <a:noFill/>
          <a:ln>
            <a:noFill/>
          </a:ln>
        </p:spPr>
      </p:sp>
      <p:sp>
        <p:nvSpPr>
          <p:cNvPr id="268" name="Google Shape;268;p33"/>
          <p:cNvSpPr>
            <a:spLocks noGrp="1"/>
          </p:cNvSpPr>
          <p:nvPr>
            <p:ph type="pic" idx="5"/>
          </p:nvPr>
        </p:nvSpPr>
        <p:spPr>
          <a:xfrm>
            <a:off x="6867900" y="879477"/>
            <a:ext cx="2276100" cy="1871700"/>
          </a:xfrm>
          <a:prstGeom prst="rect">
            <a:avLst/>
          </a:prstGeom>
          <a:noFill/>
          <a:ln>
            <a:noFill/>
          </a:ln>
        </p:spPr>
      </p:sp>
      <p:sp>
        <p:nvSpPr>
          <p:cNvPr id="269" name="Google Shape;269;p33"/>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0" name="Google Shape;270;p33"/>
          <p:cNvSpPr txBox="1">
            <a:spLocks noGrp="1"/>
          </p:cNvSpPr>
          <p:nvPr>
            <p:ph type="body" idx="1"/>
          </p:nvPr>
        </p:nvSpPr>
        <p:spPr>
          <a:xfrm>
            <a:off x="1" y="2761060"/>
            <a:ext cx="2279700" cy="1850100"/>
          </a:xfrm>
          <a:prstGeom prst="rect">
            <a:avLst/>
          </a:prstGeom>
          <a:solidFill>
            <a:schemeClr val="accent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71" name="Google Shape;271;p33"/>
          <p:cNvSpPr txBox="1">
            <a:spLocks noGrp="1"/>
          </p:cNvSpPr>
          <p:nvPr>
            <p:ph type="body" idx="6"/>
          </p:nvPr>
        </p:nvSpPr>
        <p:spPr>
          <a:xfrm>
            <a:off x="2288060" y="2761060"/>
            <a:ext cx="2279700" cy="1850100"/>
          </a:xfrm>
          <a:prstGeom prst="rect">
            <a:avLst/>
          </a:prstGeom>
          <a:solidFill>
            <a:schemeClr val="dk2"/>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72" name="Google Shape;272;p33"/>
          <p:cNvSpPr txBox="1">
            <a:spLocks noGrp="1"/>
          </p:cNvSpPr>
          <p:nvPr>
            <p:ph type="body" idx="7"/>
          </p:nvPr>
        </p:nvSpPr>
        <p:spPr>
          <a:xfrm>
            <a:off x="4576119" y="2761060"/>
            <a:ext cx="2279700" cy="1850100"/>
          </a:xfrm>
          <a:prstGeom prst="rect">
            <a:avLst/>
          </a:prstGeom>
          <a:solidFill>
            <a:schemeClr val="accent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73" name="Google Shape;273;p33"/>
          <p:cNvSpPr txBox="1">
            <a:spLocks noGrp="1"/>
          </p:cNvSpPr>
          <p:nvPr>
            <p:ph type="body" idx="8"/>
          </p:nvPr>
        </p:nvSpPr>
        <p:spPr>
          <a:xfrm>
            <a:off x="6864178" y="2761060"/>
            <a:ext cx="2279700" cy="1850100"/>
          </a:xfrm>
          <a:prstGeom prst="rect">
            <a:avLst/>
          </a:prstGeom>
          <a:solidFill>
            <a:schemeClr val="dk2"/>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cxnSp>
        <p:nvCxnSpPr>
          <p:cNvPr id="274" name="Google Shape;274;p33"/>
          <p:cNvCxnSpPr/>
          <p:nvPr/>
        </p:nvCxnSpPr>
        <p:spPr>
          <a:xfrm>
            <a:off x="2285095" y="2742235"/>
            <a:ext cx="0" cy="1875300"/>
          </a:xfrm>
          <a:prstGeom prst="straightConnector1">
            <a:avLst/>
          </a:prstGeom>
          <a:noFill/>
          <a:ln w="12700" cap="flat" cmpd="sng">
            <a:solidFill>
              <a:schemeClr val="lt1"/>
            </a:solidFill>
            <a:prstDash val="solid"/>
            <a:miter lim="800000"/>
            <a:headEnd type="none" w="sm" len="sm"/>
            <a:tailEnd type="none" w="sm" len="sm"/>
          </a:ln>
        </p:spPr>
      </p:cxnSp>
      <p:cxnSp>
        <p:nvCxnSpPr>
          <p:cNvPr id="275" name="Google Shape;275;p33"/>
          <p:cNvCxnSpPr/>
          <p:nvPr/>
        </p:nvCxnSpPr>
        <p:spPr>
          <a:xfrm>
            <a:off x="4571578" y="2742235"/>
            <a:ext cx="0" cy="1875300"/>
          </a:xfrm>
          <a:prstGeom prst="straightConnector1">
            <a:avLst/>
          </a:prstGeom>
          <a:noFill/>
          <a:ln w="12700" cap="flat" cmpd="sng">
            <a:solidFill>
              <a:schemeClr val="lt1"/>
            </a:solidFill>
            <a:prstDash val="solid"/>
            <a:miter lim="800000"/>
            <a:headEnd type="none" w="sm" len="sm"/>
            <a:tailEnd type="none" w="sm" len="sm"/>
          </a:ln>
        </p:spPr>
      </p:cxnSp>
      <p:cxnSp>
        <p:nvCxnSpPr>
          <p:cNvPr id="276" name="Google Shape;276;p33"/>
          <p:cNvCxnSpPr/>
          <p:nvPr/>
        </p:nvCxnSpPr>
        <p:spPr>
          <a:xfrm>
            <a:off x="6869932" y="2742235"/>
            <a:ext cx="0" cy="1875300"/>
          </a:xfrm>
          <a:prstGeom prst="straightConnector1">
            <a:avLst/>
          </a:prstGeom>
          <a:noFill/>
          <a:ln w="12700" cap="flat" cmpd="sng">
            <a:solidFill>
              <a:schemeClr val="lt1"/>
            </a:solidFill>
            <a:prstDash val="solid"/>
            <a:miter lim="800000"/>
            <a:headEnd type="none" w="sm" len="sm"/>
            <a:tailEnd type="none" w="sm" len="sm"/>
          </a:ln>
        </p:spPr>
      </p:cxnSp>
      <p:sp>
        <p:nvSpPr>
          <p:cNvPr id="277" name="Google Shape;277;p33"/>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78" name="Google Shape;278;p33"/>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9" name="Google Shape;279;p33"/>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Eight Elements_grey">
  <p:cSld name="Eight Elements_grey">
    <p:spTree>
      <p:nvGrpSpPr>
        <p:cNvPr id="1" name="Shape 280"/>
        <p:cNvGrpSpPr/>
        <p:nvPr/>
      </p:nvGrpSpPr>
      <p:grpSpPr>
        <a:xfrm>
          <a:off x="0" y="0"/>
          <a:ext cx="0" cy="0"/>
          <a:chOff x="0" y="0"/>
          <a:chExt cx="0" cy="0"/>
        </a:xfrm>
      </p:grpSpPr>
      <p:sp>
        <p:nvSpPr>
          <p:cNvPr id="281" name="Google Shape;281;p34"/>
          <p:cNvSpPr>
            <a:spLocks noGrp="1"/>
          </p:cNvSpPr>
          <p:nvPr>
            <p:ph type="pic" idx="2"/>
          </p:nvPr>
        </p:nvSpPr>
        <p:spPr>
          <a:xfrm>
            <a:off x="0" y="879477"/>
            <a:ext cx="2276100" cy="1871700"/>
          </a:xfrm>
          <a:prstGeom prst="rect">
            <a:avLst/>
          </a:prstGeom>
          <a:noFill/>
          <a:ln>
            <a:noFill/>
          </a:ln>
        </p:spPr>
      </p:sp>
      <p:sp>
        <p:nvSpPr>
          <p:cNvPr id="282" name="Google Shape;282;p34"/>
          <p:cNvSpPr>
            <a:spLocks noGrp="1"/>
          </p:cNvSpPr>
          <p:nvPr>
            <p:ph type="pic" idx="3"/>
          </p:nvPr>
        </p:nvSpPr>
        <p:spPr>
          <a:xfrm>
            <a:off x="2289300" y="879477"/>
            <a:ext cx="2276100" cy="1871700"/>
          </a:xfrm>
          <a:prstGeom prst="rect">
            <a:avLst/>
          </a:prstGeom>
          <a:noFill/>
          <a:ln>
            <a:noFill/>
          </a:ln>
        </p:spPr>
      </p:sp>
      <p:sp>
        <p:nvSpPr>
          <p:cNvPr id="283" name="Google Shape;283;p34"/>
          <p:cNvSpPr>
            <a:spLocks noGrp="1"/>
          </p:cNvSpPr>
          <p:nvPr>
            <p:ph type="pic" idx="4"/>
          </p:nvPr>
        </p:nvSpPr>
        <p:spPr>
          <a:xfrm>
            <a:off x="4578599" y="879477"/>
            <a:ext cx="2279700" cy="1871700"/>
          </a:xfrm>
          <a:prstGeom prst="rect">
            <a:avLst/>
          </a:prstGeom>
          <a:noFill/>
          <a:ln>
            <a:noFill/>
          </a:ln>
        </p:spPr>
      </p:sp>
      <p:sp>
        <p:nvSpPr>
          <p:cNvPr id="284" name="Google Shape;284;p34"/>
          <p:cNvSpPr>
            <a:spLocks noGrp="1"/>
          </p:cNvSpPr>
          <p:nvPr>
            <p:ph type="pic" idx="5"/>
          </p:nvPr>
        </p:nvSpPr>
        <p:spPr>
          <a:xfrm>
            <a:off x="6867900" y="879477"/>
            <a:ext cx="2276100" cy="1871700"/>
          </a:xfrm>
          <a:prstGeom prst="rect">
            <a:avLst/>
          </a:prstGeom>
          <a:noFill/>
          <a:ln>
            <a:noFill/>
          </a:ln>
        </p:spPr>
      </p:sp>
      <p:sp>
        <p:nvSpPr>
          <p:cNvPr id="285" name="Google Shape;285;p34"/>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6" name="Google Shape;286;p34"/>
          <p:cNvSpPr txBox="1">
            <a:spLocks noGrp="1"/>
          </p:cNvSpPr>
          <p:nvPr>
            <p:ph type="body" idx="1"/>
          </p:nvPr>
        </p:nvSpPr>
        <p:spPr>
          <a:xfrm>
            <a:off x="1" y="2761060"/>
            <a:ext cx="2279700" cy="1850100"/>
          </a:xfrm>
          <a:prstGeom prst="rect">
            <a:avLst/>
          </a:prstGeom>
          <a:solidFill>
            <a:srgbClr val="A8ABAA"/>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87" name="Google Shape;287;p34"/>
          <p:cNvSpPr txBox="1">
            <a:spLocks noGrp="1"/>
          </p:cNvSpPr>
          <p:nvPr>
            <p:ph type="body" idx="6"/>
          </p:nvPr>
        </p:nvSpPr>
        <p:spPr>
          <a:xfrm>
            <a:off x="2288060" y="2761060"/>
            <a:ext cx="2279700" cy="1850100"/>
          </a:xfrm>
          <a:prstGeom prst="rect">
            <a:avLst/>
          </a:prstGeom>
          <a:solidFill>
            <a:schemeClr val="lt2"/>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88" name="Google Shape;288;p34"/>
          <p:cNvSpPr txBox="1">
            <a:spLocks noGrp="1"/>
          </p:cNvSpPr>
          <p:nvPr>
            <p:ph type="body" idx="7"/>
          </p:nvPr>
        </p:nvSpPr>
        <p:spPr>
          <a:xfrm>
            <a:off x="4576119" y="2761060"/>
            <a:ext cx="2279700" cy="1850100"/>
          </a:xfrm>
          <a:prstGeom prst="rect">
            <a:avLst/>
          </a:prstGeom>
          <a:solidFill>
            <a:srgbClr val="A8ABAA"/>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289" name="Google Shape;289;p34"/>
          <p:cNvSpPr txBox="1">
            <a:spLocks noGrp="1"/>
          </p:cNvSpPr>
          <p:nvPr>
            <p:ph type="body" idx="8"/>
          </p:nvPr>
        </p:nvSpPr>
        <p:spPr>
          <a:xfrm>
            <a:off x="6864178" y="2761060"/>
            <a:ext cx="2279700" cy="1850100"/>
          </a:xfrm>
          <a:prstGeom prst="rect">
            <a:avLst/>
          </a:prstGeom>
          <a:solidFill>
            <a:schemeClr val="lt2"/>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sz="1600">
                <a:solidFill>
                  <a:schemeClr val="lt1"/>
                </a:solidFill>
              </a:defRPr>
            </a:lvl1pPr>
            <a:lvl2pPr marL="914400" lvl="1" indent="-317500" algn="ctr">
              <a:lnSpc>
                <a:spcPct val="90000"/>
              </a:lnSpc>
              <a:spcBef>
                <a:spcPts val="375"/>
              </a:spcBef>
              <a:spcAft>
                <a:spcPts val="0"/>
              </a:spcAft>
              <a:buSzPts val="1400"/>
              <a:buChar char="•"/>
              <a:defRPr>
                <a:solidFill>
                  <a:schemeClr val="lt1"/>
                </a:solidFill>
              </a:defRPr>
            </a:lvl2pPr>
            <a:lvl3pPr marL="1371600" lvl="2" indent="-317500" algn="ctr">
              <a:lnSpc>
                <a:spcPct val="90000"/>
              </a:lnSpc>
              <a:spcBef>
                <a:spcPts val="375"/>
              </a:spcBef>
              <a:spcAft>
                <a:spcPts val="0"/>
              </a:spcAft>
              <a:buSzPts val="1400"/>
              <a:buChar char="•"/>
              <a:defRPr>
                <a:solidFill>
                  <a:schemeClr val="lt1"/>
                </a:solidFill>
              </a:defRPr>
            </a:lvl3pPr>
            <a:lvl4pPr marL="1828800" lvl="3" indent="-317500" algn="ctr">
              <a:lnSpc>
                <a:spcPct val="90000"/>
              </a:lnSpc>
              <a:spcBef>
                <a:spcPts val="375"/>
              </a:spcBef>
              <a:spcAft>
                <a:spcPts val="0"/>
              </a:spcAft>
              <a:buSzPts val="1400"/>
              <a:buChar char="•"/>
              <a:defRPr>
                <a:solidFill>
                  <a:schemeClr val="lt1"/>
                </a:solidFill>
              </a:defRPr>
            </a:lvl4pPr>
            <a:lvl5pPr marL="2286000" lvl="4" indent="-317500" algn="ctr">
              <a:lnSpc>
                <a:spcPct val="90000"/>
              </a:lnSpc>
              <a:spcBef>
                <a:spcPts val="375"/>
              </a:spcBef>
              <a:spcAft>
                <a:spcPts val="0"/>
              </a:spcAft>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cxnSp>
        <p:nvCxnSpPr>
          <p:cNvPr id="290" name="Google Shape;290;p34"/>
          <p:cNvCxnSpPr/>
          <p:nvPr/>
        </p:nvCxnSpPr>
        <p:spPr>
          <a:xfrm>
            <a:off x="2285095" y="2742235"/>
            <a:ext cx="0" cy="1875300"/>
          </a:xfrm>
          <a:prstGeom prst="straightConnector1">
            <a:avLst/>
          </a:prstGeom>
          <a:noFill/>
          <a:ln w="12700" cap="flat" cmpd="sng">
            <a:solidFill>
              <a:schemeClr val="lt1"/>
            </a:solidFill>
            <a:prstDash val="solid"/>
            <a:miter lim="800000"/>
            <a:headEnd type="none" w="sm" len="sm"/>
            <a:tailEnd type="none" w="sm" len="sm"/>
          </a:ln>
        </p:spPr>
      </p:cxnSp>
      <p:cxnSp>
        <p:nvCxnSpPr>
          <p:cNvPr id="291" name="Google Shape;291;p34"/>
          <p:cNvCxnSpPr/>
          <p:nvPr/>
        </p:nvCxnSpPr>
        <p:spPr>
          <a:xfrm>
            <a:off x="4571578" y="2742235"/>
            <a:ext cx="0" cy="1875300"/>
          </a:xfrm>
          <a:prstGeom prst="straightConnector1">
            <a:avLst/>
          </a:prstGeom>
          <a:noFill/>
          <a:ln w="12700" cap="flat" cmpd="sng">
            <a:solidFill>
              <a:schemeClr val="lt1"/>
            </a:solidFill>
            <a:prstDash val="solid"/>
            <a:miter lim="800000"/>
            <a:headEnd type="none" w="sm" len="sm"/>
            <a:tailEnd type="none" w="sm" len="sm"/>
          </a:ln>
        </p:spPr>
      </p:cxnSp>
      <p:cxnSp>
        <p:nvCxnSpPr>
          <p:cNvPr id="292" name="Google Shape;292;p34"/>
          <p:cNvCxnSpPr/>
          <p:nvPr/>
        </p:nvCxnSpPr>
        <p:spPr>
          <a:xfrm>
            <a:off x="6869932" y="2742235"/>
            <a:ext cx="0" cy="1875300"/>
          </a:xfrm>
          <a:prstGeom prst="straightConnector1">
            <a:avLst/>
          </a:prstGeom>
          <a:noFill/>
          <a:ln w="12700" cap="flat" cmpd="sng">
            <a:solidFill>
              <a:schemeClr val="lt1"/>
            </a:solidFill>
            <a:prstDash val="solid"/>
            <a:miter lim="800000"/>
            <a:headEnd type="none" w="sm" len="sm"/>
            <a:tailEnd type="none" w="sm" len="sm"/>
          </a:ln>
        </p:spPr>
      </p:cxnSp>
      <p:sp>
        <p:nvSpPr>
          <p:cNvPr id="293" name="Google Shape;293;p34"/>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94" name="Google Shape;294;p34"/>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34"/>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_with_Footer">
  <p:cSld name="Blank_with_Footer">
    <p:spTree>
      <p:nvGrpSpPr>
        <p:cNvPr id="1" name="Shape 296"/>
        <p:cNvGrpSpPr/>
        <p:nvPr/>
      </p:nvGrpSpPr>
      <p:grpSpPr>
        <a:xfrm>
          <a:off x="0" y="0"/>
          <a:ext cx="0" cy="0"/>
          <a:chOff x="0" y="0"/>
          <a:chExt cx="0" cy="0"/>
        </a:xfrm>
      </p:grpSpPr>
      <p:sp>
        <p:nvSpPr>
          <p:cNvPr id="297" name="Google Shape;297;p35"/>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298" name="Google Shape;298;p35"/>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9" name="Google Shape;299;p35"/>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85">
          <p15:clr>
            <a:srgbClr val="FBAE40"/>
          </p15:clr>
        </p15:guide>
        <p15:guide id="2" pos="2160">
          <p15:clr>
            <a:srgbClr val="FBAE40"/>
          </p15:clr>
        </p15:guide>
        <p15:guide id="3" orient="horz" pos="1964">
          <p15:clr>
            <a:srgbClr val="FBAE40"/>
          </p15:clr>
        </p15:guide>
        <p15:guide id="4" orient="horz" pos="1742">
          <p15:clr>
            <a:srgbClr val="FBAE40"/>
          </p15:clr>
        </p15:guide>
        <p15:guide id="5" orient="horz" pos="1521">
          <p15:clr>
            <a:srgbClr val="FBAE40"/>
          </p15:clr>
        </p15:guide>
        <p15:guide id="6" orient="horz" pos="1300">
          <p15:clr>
            <a:srgbClr val="FBAE40"/>
          </p15:clr>
        </p15:guide>
        <p15:guide id="7" orient="horz" pos="1079">
          <p15:clr>
            <a:srgbClr val="FBAE40"/>
          </p15:clr>
        </p15:guide>
        <p15:guide id="8" orient="horz" pos="858">
          <p15:clr>
            <a:srgbClr val="FBAE40"/>
          </p15:clr>
        </p15:guide>
        <p15:guide id="9" orient="horz" pos="637">
          <p15:clr>
            <a:srgbClr val="FBAE40"/>
          </p15:clr>
        </p15:guide>
        <p15:guide id="10" orient="horz" pos="411">
          <p15:clr>
            <a:srgbClr val="FBAE40"/>
          </p15:clr>
        </p15:guide>
        <p15:guide id="11" orient="horz" pos="194">
          <p15:clr>
            <a:srgbClr val="FBAE40"/>
          </p15:clr>
        </p15:guide>
        <p15:guide id="12" pos="2381">
          <p15:clr>
            <a:srgbClr val="FBAE40"/>
          </p15:clr>
        </p15:guide>
        <p15:guide id="13" pos="2603">
          <p15:clr>
            <a:srgbClr val="FBAE40"/>
          </p15:clr>
        </p15:guide>
        <p15:guide id="14" pos="2824">
          <p15:clr>
            <a:srgbClr val="FBAE40"/>
          </p15:clr>
        </p15:guide>
        <p15:guide id="15" pos="3044">
          <p15:clr>
            <a:srgbClr val="FBAE40"/>
          </p15:clr>
        </p15:guide>
        <p15:guide id="16" pos="3266">
          <p15:clr>
            <a:srgbClr val="FBAE40"/>
          </p15:clr>
        </p15:guide>
        <p15:guide id="17" pos="3487">
          <p15:clr>
            <a:srgbClr val="FBAE40"/>
          </p15:clr>
        </p15:guide>
        <p15:guide id="18" pos="3708">
          <p15:clr>
            <a:srgbClr val="FBAE40"/>
          </p15:clr>
        </p15:guide>
        <p15:guide id="19" pos="3929">
          <p15:clr>
            <a:srgbClr val="FBAE40"/>
          </p15:clr>
        </p15:guide>
        <p15:guide id="20" pos="4151">
          <p15:clr>
            <a:srgbClr val="FBAE40"/>
          </p15:clr>
        </p15:guide>
        <p15:guide id="21" pos="1939">
          <p15:clr>
            <a:srgbClr val="FBAE40"/>
          </p15:clr>
        </p15:guide>
        <p15:guide id="22" pos="1718">
          <p15:clr>
            <a:srgbClr val="FBAE40"/>
          </p15:clr>
        </p15:guide>
        <p15:guide id="23" pos="1496">
          <p15:clr>
            <a:srgbClr val="FBAE40"/>
          </p15:clr>
        </p15:guide>
        <p15:guide id="24" pos="1276">
          <p15:clr>
            <a:srgbClr val="FBAE40"/>
          </p15:clr>
        </p15:guide>
        <p15:guide id="25" pos="1055">
          <p15:clr>
            <a:srgbClr val="FBAE40"/>
          </p15:clr>
        </p15:guide>
        <p15:guide id="26" pos="833">
          <p15:clr>
            <a:srgbClr val="FBAE40"/>
          </p15:clr>
        </p15:guide>
        <p15:guide id="27" pos="612">
          <p15:clr>
            <a:srgbClr val="FBAE40"/>
          </p15:clr>
        </p15:guide>
        <p15:guide id="28" pos="391">
          <p15:clr>
            <a:srgbClr val="FBAE40"/>
          </p15:clr>
        </p15:guide>
        <p15:guide id="29" pos="17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ivider_individual_image">
  <p:cSld name="Divider_individual_image">
    <p:spTree>
      <p:nvGrpSpPr>
        <p:cNvPr id="1" name="Shape 300"/>
        <p:cNvGrpSpPr/>
        <p:nvPr/>
      </p:nvGrpSpPr>
      <p:grpSpPr>
        <a:xfrm>
          <a:off x="0" y="0"/>
          <a:ext cx="0" cy="0"/>
          <a:chOff x="0" y="0"/>
          <a:chExt cx="0" cy="0"/>
        </a:xfrm>
      </p:grpSpPr>
      <p:sp>
        <p:nvSpPr>
          <p:cNvPr id="301" name="Google Shape;301;p36"/>
          <p:cNvSpPr>
            <a:spLocks noGrp="1"/>
          </p:cNvSpPr>
          <p:nvPr>
            <p:ph type="pic" idx="2"/>
          </p:nvPr>
        </p:nvSpPr>
        <p:spPr>
          <a:xfrm>
            <a:off x="0" y="2"/>
            <a:ext cx="9144000" cy="4623300"/>
          </a:xfrm>
          <a:prstGeom prst="rect">
            <a:avLst/>
          </a:prstGeom>
          <a:noFill/>
          <a:ln>
            <a:noFill/>
          </a:ln>
        </p:spPr>
      </p:sp>
      <p:sp>
        <p:nvSpPr>
          <p:cNvPr id="302" name="Google Shape;302;p36"/>
          <p:cNvSpPr txBox="1">
            <a:spLocks noGrp="1"/>
          </p:cNvSpPr>
          <p:nvPr>
            <p:ph type="title"/>
          </p:nvPr>
        </p:nvSpPr>
        <p:spPr>
          <a:xfrm>
            <a:off x="0" y="1112941"/>
            <a:ext cx="75276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accent1"/>
              </a:buClr>
              <a:buSzPts val="2700"/>
              <a:buFont typeface="Arial"/>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36"/>
          <p:cNvSpPr txBox="1">
            <a:spLocks noGrp="1"/>
          </p:cNvSpPr>
          <p:nvPr>
            <p:ph type="body" idx="1"/>
          </p:nvPr>
        </p:nvSpPr>
        <p:spPr>
          <a:xfrm>
            <a:off x="0" y="1638301"/>
            <a:ext cx="7535400" cy="927600"/>
          </a:xfrm>
          <a:prstGeom prst="rect">
            <a:avLst/>
          </a:prstGeom>
          <a:noFill/>
          <a:ln>
            <a:noFill/>
          </a:ln>
        </p:spPr>
        <p:txBody>
          <a:bodyPr spcFirstLastPara="1" wrap="square" lIns="0" tIns="45700" rIns="91425" bIns="45700" anchor="t" anchorCtr="0">
            <a:noAutofit/>
          </a:bodyPr>
          <a:lstStyle>
            <a:lvl1pPr marL="457200" lvl="0" indent="-228600" algn="l">
              <a:lnSpc>
                <a:spcPct val="90000"/>
              </a:lnSpc>
              <a:spcBef>
                <a:spcPts val="750"/>
              </a:spcBef>
              <a:spcAft>
                <a:spcPts val="0"/>
              </a:spcAft>
              <a:buSzPts val="1800"/>
              <a:buNone/>
              <a:defRPr sz="18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04" name="Google Shape;304;p36"/>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05" name="Google Shape;305;p36"/>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6" name="Google Shape;306;p36"/>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line_2">
  <p:cSld name="Section Headline_2">
    <p:spTree>
      <p:nvGrpSpPr>
        <p:cNvPr id="1"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a:stretch/>
        </p:blipFill>
        <p:spPr>
          <a:xfrm>
            <a:off x="-2" y="1"/>
            <a:ext cx="9144002" cy="5143500"/>
          </a:xfrm>
          <a:prstGeom prst="rect">
            <a:avLst/>
          </a:prstGeom>
          <a:noFill/>
          <a:ln>
            <a:noFill/>
          </a:ln>
        </p:spPr>
      </p:pic>
      <p:sp>
        <p:nvSpPr>
          <p:cNvPr id="309" name="Google Shape;309;p37"/>
          <p:cNvSpPr txBox="1">
            <a:spLocks noGrp="1"/>
          </p:cNvSpPr>
          <p:nvPr>
            <p:ph type="body" idx="1"/>
          </p:nvPr>
        </p:nvSpPr>
        <p:spPr>
          <a:xfrm>
            <a:off x="4939075" y="3225498"/>
            <a:ext cx="931500" cy="931500"/>
          </a:xfrm>
          <a:prstGeom prst="rect">
            <a:avLst/>
          </a:prstGeom>
          <a:solidFill>
            <a:srgbClr val="009E49"/>
          </a:solidFill>
          <a:ln>
            <a:noFill/>
          </a:ln>
        </p:spPr>
        <p:txBody>
          <a:bodyPr spcFirstLastPara="1" wrap="square" lIns="0" tIns="0" rIns="91425" bIns="45700" anchor="ctr" anchorCtr="0">
            <a:noAutofit/>
          </a:bodyPr>
          <a:lstStyle>
            <a:lvl1pPr marL="457200" lvl="0" indent="-228600" algn="ctr">
              <a:lnSpc>
                <a:spcPct val="90000"/>
              </a:lnSpc>
              <a:spcBef>
                <a:spcPts val="750"/>
              </a:spcBef>
              <a:spcAft>
                <a:spcPts val="0"/>
              </a:spcAft>
              <a:buSzPts val="1800"/>
              <a:buNone/>
              <a:defRPr sz="1800" b="0">
                <a:solidFill>
                  <a:schemeClr val="lt1"/>
                </a:solidFill>
                <a:latin typeface="Arial Black"/>
                <a:ea typeface="Arial Black"/>
                <a:cs typeface="Arial Black"/>
                <a:sym typeface="Arial Black"/>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228600" algn="l">
              <a:lnSpc>
                <a:spcPct val="90000"/>
              </a:lnSpc>
              <a:spcBef>
                <a:spcPts val="375"/>
              </a:spcBef>
              <a:spcAft>
                <a:spcPts val="0"/>
              </a:spcAft>
              <a:buSzPts val="1400"/>
              <a:buNone/>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10" name="Google Shape;310;p37"/>
          <p:cNvSpPr txBox="1">
            <a:spLocks noGrp="1"/>
          </p:cNvSpPr>
          <p:nvPr>
            <p:ph type="body" idx="2"/>
          </p:nvPr>
        </p:nvSpPr>
        <p:spPr>
          <a:xfrm>
            <a:off x="5870575" y="3225498"/>
            <a:ext cx="2808000" cy="931500"/>
          </a:xfrm>
          <a:prstGeom prst="rect">
            <a:avLst/>
          </a:prstGeom>
          <a:solidFill>
            <a:schemeClr val="lt1"/>
          </a:solidFill>
          <a:ln>
            <a:noFill/>
          </a:ln>
        </p:spPr>
        <p:txBody>
          <a:bodyPr spcFirstLastPara="1" wrap="square" lIns="288000" tIns="0" rIns="91425" bIns="45700" anchor="ctr" anchorCtr="0">
            <a:noAutofit/>
          </a:bodyPr>
          <a:lstStyle>
            <a:lvl1pPr marL="457200" marR="0" lvl="0" indent="-228600" algn="l">
              <a:lnSpc>
                <a:spcPct val="100000"/>
              </a:lnSpc>
              <a:spcBef>
                <a:spcPts val="300"/>
              </a:spcBef>
              <a:spcAft>
                <a:spcPts val="0"/>
              </a:spcAft>
              <a:buClr>
                <a:srgbClr val="529A43"/>
              </a:buClr>
              <a:buSzPts val="1500"/>
              <a:buFont typeface="Arial"/>
              <a:buNone/>
              <a:defRPr sz="15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line_3">
  <p:cSld name="Section Headline_3">
    <p:spTree>
      <p:nvGrpSpPr>
        <p:cNvPr id="1" name="Shape 311"/>
        <p:cNvGrpSpPr/>
        <p:nvPr/>
      </p:nvGrpSpPr>
      <p:grpSpPr>
        <a:xfrm>
          <a:off x="0" y="0"/>
          <a:ext cx="0" cy="0"/>
          <a:chOff x="0" y="0"/>
          <a:chExt cx="0" cy="0"/>
        </a:xfrm>
      </p:grpSpPr>
      <p:pic>
        <p:nvPicPr>
          <p:cNvPr id="312" name="Google Shape;312;p38"/>
          <p:cNvPicPr preferRelativeResize="0"/>
          <p:nvPr/>
        </p:nvPicPr>
        <p:blipFill rotWithShape="1">
          <a:blip r:embed="rId2">
            <a:alphaModFix/>
          </a:blip>
          <a:srcRect/>
          <a:stretch/>
        </p:blipFill>
        <p:spPr>
          <a:xfrm>
            <a:off x="0" y="2"/>
            <a:ext cx="9143998" cy="5143498"/>
          </a:xfrm>
          <a:prstGeom prst="rect">
            <a:avLst/>
          </a:prstGeom>
          <a:noFill/>
          <a:ln>
            <a:noFill/>
          </a:ln>
        </p:spPr>
      </p:pic>
      <p:sp>
        <p:nvSpPr>
          <p:cNvPr id="313" name="Google Shape;313;p38"/>
          <p:cNvSpPr/>
          <p:nvPr/>
        </p:nvSpPr>
        <p:spPr>
          <a:xfrm>
            <a:off x="0" y="0"/>
            <a:ext cx="9144000" cy="5143500"/>
          </a:xfrm>
          <a:prstGeom prst="rect">
            <a:avLst/>
          </a:prstGeom>
          <a:solidFill>
            <a:schemeClr val="accent4">
              <a:alpha val="29804"/>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p:txBody>
      </p:sp>
      <p:sp>
        <p:nvSpPr>
          <p:cNvPr id="314" name="Google Shape;314;p38"/>
          <p:cNvSpPr txBox="1">
            <a:spLocks noGrp="1"/>
          </p:cNvSpPr>
          <p:nvPr>
            <p:ph type="body" idx="1"/>
          </p:nvPr>
        </p:nvSpPr>
        <p:spPr>
          <a:xfrm>
            <a:off x="403622" y="665164"/>
            <a:ext cx="931500" cy="931500"/>
          </a:xfrm>
          <a:prstGeom prst="rect">
            <a:avLst/>
          </a:prstGeom>
          <a:solidFill>
            <a:srgbClr val="009E49"/>
          </a:solidFill>
          <a:ln>
            <a:noFill/>
          </a:ln>
        </p:spPr>
        <p:txBody>
          <a:bodyPr spcFirstLastPara="1" wrap="square" lIns="0" tIns="0" rIns="91425" bIns="45700" anchor="ctr" anchorCtr="0">
            <a:noAutofit/>
          </a:bodyPr>
          <a:lstStyle>
            <a:lvl1pPr marL="457200" lvl="0" indent="-228600" algn="ctr">
              <a:lnSpc>
                <a:spcPct val="90000"/>
              </a:lnSpc>
              <a:spcBef>
                <a:spcPts val="750"/>
              </a:spcBef>
              <a:spcAft>
                <a:spcPts val="0"/>
              </a:spcAft>
              <a:buSzPts val="1800"/>
              <a:buNone/>
              <a:defRPr sz="1800" b="0">
                <a:solidFill>
                  <a:schemeClr val="lt1"/>
                </a:solidFill>
                <a:latin typeface="Arial Black"/>
                <a:ea typeface="Arial Black"/>
                <a:cs typeface="Arial Black"/>
                <a:sym typeface="Arial Black"/>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228600" algn="l">
              <a:lnSpc>
                <a:spcPct val="90000"/>
              </a:lnSpc>
              <a:spcBef>
                <a:spcPts val="375"/>
              </a:spcBef>
              <a:spcAft>
                <a:spcPts val="0"/>
              </a:spcAft>
              <a:buSzPts val="1400"/>
              <a:buNone/>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15" name="Google Shape;315;p38"/>
          <p:cNvSpPr txBox="1">
            <a:spLocks noGrp="1"/>
          </p:cNvSpPr>
          <p:nvPr>
            <p:ph type="body" idx="2"/>
          </p:nvPr>
        </p:nvSpPr>
        <p:spPr>
          <a:xfrm>
            <a:off x="1335122" y="665164"/>
            <a:ext cx="2808000" cy="931500"/>
          </a:xfrm>
          <a:prstGeom prst="rect">
            <a:avLst/>
          </a:prstGeom>
          <a:solidFill>
            <a:schemeClr val="lt1"/>
          </a:solidFill>
          <a:ln>
            <a:noFill/>
          </a:ln>
        </p:spPr>
        <p:txBody>
          <a:bodyPr spcFirstLastPara="1" wrap="square" lIns="288000" tIns="0" rIns="91425" bIns="45700" anchor="ctr" anchorCtr="0">
            <a:noAutofit/>
          </a:bodyPr>
          <a:lstStyle>
            <a:lvl1pPr marL="457200" marR="0" lvl="0" indent="-228600" algn="l">
              <a:lnSpc>
                <a:spcPct val="100000"/>
              </a:lnSpc>
              <a:spcBef>
                <a:spcPts val="300"/>
              </a:spcBef>
              <a:spcAft>
                <a:spcPts val="0"/>
              </a:spcAft>
              <a:buClr>
                <a:srgbClr val="529A43"/>
              </a:buClr>
              <a:buSzPts val="1500"/>
              <a:buFont typeface="Arial"/>
              <a:buNone/>
              <a:defRPr sz="15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line_4">
  <p:cSld name="Section Headline_4">
    <p:spTree>
      <p:nvGrpSpPr>
        <p:cNvPr id="1" name="Shape 316"/>
        <p:cNvGrpSpPr/>
        <p:nvPr/>
      </p:nvGrpSpPr>
      <p:grpSpPr>
        <a:xfrm>
          <a:off x="0" y="0"/>
          <a:ext cx="0" cy="0"/>
          <a:chOff x="0" y="0"/>
          <a:chExt cx="0" cy="0"/>
        </a:xfrm>
      </p:grpSpPr>
      <p:sp>
        <p:nvSpPr>
          <p:cNvPr id="317" name="Google Shape;317;p39"/>
          <p:cNvSpPr/>
          <p:nvPr/>
        </p:nvSpPr>
        <p:spPr>
          <a:xfrm>
            <a:off x="0" y="0"/>
            <a:ext cx="9144000" cy="5143500"/>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accent3"/>
              </a:solidFill>
              <a:latin typeface="Arial"/>
              <a:ea typeface="Arial"/>
              <a:cs typeface="Arial"/>
              <a:sym typeface="Arial"/>
            </a:endParaRPr>
          </a:p>
        </p:txBody>
      </p:sp>
      <p:sp>
        <p:nvSpPr>
          <p:cNvPr id="318" name="Google Shape;318;p39"/>
          <p:cNvSpPr>
            <a:spLocks noGrp="1"/>
          </p:cNvSpPr>
          <p:nvPr>
            <p:ph type="pic" idx="2"/>
          </p:nvPr>
        </p:nvSpPr>
        <p:spPr>
          <a:xfrm>
            <a:off x="0" y="0"/>
            <a:ext cx="9144000" cy="5143500"/>
          </a:xfrm>
          <a:prstGeom prst="rect">
            <a:avLst/>
          </a:prstGeom>
          <a:noFill/>
          <a:ln>
            <a:noFill/>
          </a:ln>
        </p:spPr>
      </p:sp>
      <p:sp>
        <p:nvSpPr>
          <p:cNvPr id="319" name="Google Shape;319;p39"/>
          <p:cNvSpPr txBox="1">
            <a:spLocks noGrp="1"/>
          </p:cNvSpPr>
          <p:nvPr>
            <p:ph type="body" idx="1"/>
          </p:nvPr>
        </p:nvSpPr>
        <p:spPr>
          <a:xfrm>
            <a:off x="1298972" y="884238"/>
            <a:ext cx="931500" cy="931500"/>
          </a:xfrm>
          <a:prstGeom prst="rect">
            <a:avLst/>
          </a:prstGeom>
          <a:solidFill>
            <a:srgbClr val="009E49"/>
          </a:solidFill>
          <a:ln>
            <a:noFill/>
          </a:ln>
        </p:spPr>
        <p:txBody>
          <a:bodyPr spcFirstLastPara="1" wrap="square" lIns="0" tIns="0" rIns="91425" bIns="45700" anchor="ctr" anchorCtr="0">
            <a:noAutofit/>
          </a:bodyPr>
          <a:lstStyle>
            <a:lvl1pPr marL="457200" lvl="0" indent="-228600" algn="ctr">
              <a:lnSpc>
                <a:spcPct val="90000"/>
              </a:lnSpc>
              <a:spcBef>
                <a:spcPts val="750"/>
              </a:spcBef>
              <a:spcAft>
                <a:spcPts val="0"/>
              </a:spcAft>
              <a:buSzPts val="1800"/>
              <a:buNone/>
              <a:defRPr sz="1800" b="0">
                <a:solidFill>
                  <a:schemeClr val="lt1"/>
                </a:solidFill>
                <a:latin typeface="Arial Black"/>
                <a:ea typeface="Arial Black"/>
                <a:cs typeface="Arial Black"/>
                <a:sym typeface="Arial Black"/>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228600" algn="l">
              <a:lnSpc>
                <a:spcPct val="90000"/>
              </a:lnSpc>
              <a:spcBef>
                <a:spcPts val="375"/>
              </a:spcBef>
              <a:spcAft>
                <a:spcPts val="0"/>
              </a:spcAft>
              <a:buSzPts val="1400"/>
              <a:buNone/>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20" name="Google Shape;320;p39"/>
          <p:cNvSpPr txBox="1">
            <a:spLocks noGrp="1"/>
          </p:cNvSpPr>
          <p:nvPr>
            <p:ph type="body" idx="3"/>
          </p:nvPr>
        </p:nvSpPr>
        <p:spPr>
          <a:xfrm>
            <a:off x="2230472" y="884238"/>
            <a:ext cx="2808000" cy="931500"/>
          </a:xfrm>
          <a:prstGeom prst="rect">
            <a:avLst/>
          </a:prstGeom>
          <a:solidFill>
            <a:schemeClr val="lt1"/>
          </a:solidFill>
          <a:ln>
            <a:noFill/>
          </a:ln>
        </p:spPr>
        <p:txBody>
          <a:bodyPr spcFirstLastPara="1" wrap="square" lIns="288000" tIns="0" rIns="91425" bIns="45700" anchor="ctr" anchorCtr="0">
            <a:noAutofit/>
          </a:bodyPr>
          <a:lstStyle>
            <a:lvl1pPr marL="457200" lvl="0" indent="-228600" algn="l">
              <a:lnSpc>
                <a:spcPct val="90000"/>
              </a:lnSpc>
              <a:spcBef>
                <a:spcPts val="750"/>
              </a:spcBef>
              <a:spcAft>
                <a:spcPts val="0"/>
              </a:spcAft>
              <a:buSzPts val="1500"/>
              <a:buNone/>
              <a:defRPr sz="15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line_5">
  <p:cSld name="Section Headline_5">
    <p:spTree>
      <p:nvGrpSpPr>
        <p:cNvPr id="1" name="Shape 321"/>
        <p:cNvGrpSpPr/>
        <p:nvPr/>
      </p:nvGrpSpPr>
      <p:grpSpPr>
        <a:xfrm>
          <a:off x="0" y="0"/>
          <a:ext cx="0" cy="0"/>
          <a:chOff x="0" y="0"/>
          <a:chExt cx="0" cy="0"/>
        </a:xfrm>
      </p:grpSpPr>
      <p:sp>
        <p:nvSpPr>
          <p:cNvPr id="322" name="Google Shape;322;p40"/>
          <p:cNvSpPr/>
          <p:nvPr/>
        </p:nvSpPr>
        <p:spPr>
          <a:xfrm>
            <a:off x="0" y="0"/>
            <a:ext cx="9144000" cy="5143500"/>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accent3"/>
              </a:solidFill>
              <a:latin typeface="Arial"/>
              <a:ea typeface="Arial"/>
              <a:cs typeface="Arial"/>
              <a:sym typeface="Arial"/>
            </a:endParaRPr>
          </a:p>
        </p:txBody>
      </p:sp>
      <p:sp>
        <p:nvSpPr>
          <p:cNvPr id="323" name="Google Shape;323;p40"/>
          <p:cNvSpPr>
            <a:spLocks noGrp="1"/>
          </p:cNvSpPr>
          <p:nvPr>
            <p:ph type="pic" idx="2"/>
          </p:nvPr>
        </p:nvSpPr>
        <p:spPr>
          <a:xfrm>
            <a:off x="0" y="0"/>
            <a:ext cx="9144000" cy="5143500"/>
          </a:xfrm>
          <a:prstGeom prst="rect">
            <a:avLst/>
          </a:prstGeom>
          <a:noFill/>
          <a:ln>
            <a:noFill/>
          </a:ln>
        </p:spPr>
      </p:sp>
      <p:sp>
        <p:nvSpPr>
          <p:cNvPr id="324" name="Google Shape;324;p40"/>
          <p:cNvSpPr txBox="1">
            <a:spLocks noGrp="1"/>
          </p:cNvSpPr>
          <p:nvPr>
            <p:ph type="body" idx="1"/>
          </p:nvPr>
        </p:nvSpPr>
        <p:spPr>
          <a:xfrm>
            <a:off x="4939075" y="3225498"/>
            <a:ext cx="931500" cy="931500"/>
          </a:xfrm>
          <a:prstGeom prst="rect">
            <a:avLst/>
          </a:prstGeom>
          <a:solidFill>
            <a:srgbClr val="009E49"/>
          </a:solidFill>
          <a:ln>
            <a:noFill/>
          </a:ln>
        </p:spPr>
        <p:txBody>
          <a:bodyPr spcFirstLastPara="1" wrap="square" lIns="0" tIns="0" rIns="91425" bIns="45700" anchor="ctr" anchorCtr="0">
            <a:noAutofit/>
          </a:bodyPr>
          <a:lstStyle>
            <a:lvl1pPr marL="457200" lvl="0" indent="-228600" algn="ctr">
              <a:lnSpc>
                <a:spcPct val="90000"/>
              </a:lnSpc>
              <a:spcBef>
                <a:spcPts val="750"/>
              </a:spcBef>
              <a:spcAft>
                <a:spcPts val="0"/>
              </a:spcAft>
              <a:buSzPts val="1800"/>
              <a:buNone/>
              <a:defRPr sz="1800" b="0">
                <a:solidFill>
                  <a:schemeClr val="lt1"/>
                </a:solidFill>
                <a:latin typeface="Arial Black"/>
                <a:ea typeface="Arial Black"/>
                <a:cs typeface="Arial Black"/>
                <a:sym typeface="Arial Black"/>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228600" algn="l">
              <a:lnSpc>
                <a:spcPct val="90000"/>
              </a:lnSpc>
              <a:spcBef>
                <a:spcPts val="375"/>
              </a:spcBef>
              <a:spcAft>
                <a:spcPts val="0"/>
              </a:spcAft>
              <a:buSzPts val="1400"/>
              <a:buNone/>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25" name="Google Shape;325;p40"/>
          <p:cNvSpPr txBox="1">
            <a:spLocks noGrp="1"/>
          </p:cNvSpPr>
          <p:nvPr>
            <p:ph type="body" idx="3"/>
          </p:nvPr>
        </p:nvSpPr>
        <p:spPr>
          <a:xfrm>
            <a:off x="5870575" y="3225498"/>
            <a:ext cx="2808000" cy="931500"/>
          </a:xfrm>
          <a:prstGeom prst="rect">
            <a:avLst/>
          </a:prstGeom>
          <a:solidFill>
            <a:schemeClr val="lt1"/>
          </a:solidFill>
          <a:ln>
            <a:noFill/>
          </a:ln>
        </p:spPr>
        <p:txBody>
          <a:bodyPr spcFirstLastPara="1" wrap="square" lIns="288000" tIns="0" rIns="91425" bIns="45700" anchor="ctr" anchorCtr="0">
            <a:noAutofit/>
          </a:bodyPr>
          <a:lstStyle>
            <a:lvl1pPr marL="457200" marR="0" lvl="0" indent="-228600" algn="l">
              <a:lnSpc>
                <a:spcPct val="100000"/>
              </a:lnSpc>
              <a:spcBef>
                <a:spcPts val="300"/>
              </a:spcBef>
              <a:spcAft>
                <a:spcPts val="0"/>
              </a:spcAft>
              <a:buClr>
                <a:srgbClr val="529A43"/>
              </a:buClr>
              <a:buSzPts val="1500"/>
              <a:buFont typeface="Arial"/>
              <a:buNone/>
              <a:defRPr sz="1500"/>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6"/>
        <p:cNvGrpSpPr/>
        <p:nvPr/>
      </p:nvGrpSpPr>
      <p:grpSpPr>
        <a:xfrm>
          <a:off x="0" y="0"/>
          <a:ext cx="0" cy="0"/>
          <a:chOff x="0" y="0"/>
          <a:chExt cx="0" cy="0"/>
        </a:xfrm>
      </p:grpSpPr>
      <p:cxnSp>
        <p:nvCxnSpPr>
          <p:cNvPr id="327" name="Google Shape;327;p41"/>
          <p:cNvCxnSpPr/>
          <p:nvPr/>
        </p:nvCxnSpPr>
        <p:spPr>
          <a:xfrm rot="10800000">
            <a:off x="-8" y="2749548"/>
            <a:ext cx="6096000" cy="0"/>
          </a:xfrm>
          <a:prstGeom prst="straightConnector1">
            <a:avLst/>
          </a:prstGeom>
          <a:solidFill>
            <a:schemeClr val="accent1"/>
          </a:solidFill>
          <a:ln w="9525" cap="flat" cmpd="sng">
            <a:solidFill>
              <a:schemeClr val="lt1"/>
            </a:solidFill>
            <a:prstDash val="solid"/>
            <a:round/>
            <a:headEnd type="none" w="sm" len="sm"/>
            <a:tailEnd type="none" w="sm" len="sm"/>
          </a:ln>
        </p:spPr>
      </p:cxnSp>
      <p:sp>
        <p:nvSpPr>
          <p:cNvPr id="328" name="Google Shape;328;p41"/>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41"/>
          <p:cNvSpPr txBox="1">
            <a:spLocks noGrp="1"/>
          </p:cNvSpPr>
          <p:nvPr>
            <p:ph type="body" idx="1"/>
          </p:nvPr>
        </p:nvSpPr>
        <p:spPr>
          <a:xfrm>
            <a:off x="5962650" y="870348"/>
            <a:ext cx="3181200" cy="3773100"/>
          </a:xfrm>
          <a:prstGeom prst="rect">
            <a:avLst/>
          </a:prstGeom>
          <a:solidFill>
            <a:srgbClr val="C4C7C6"/>
          </a:solidFill>
          <a:ln>
            <a:noFill/>
          </a:ln>
        </p:spPr>
        <p:txBody>
          <a:bodyPr spcFirstLastPara="1" wrap="square" lIns="0" tIns="45700" rIns="0" bIns="45700" anchor="ctr" anchorCtr="0">
            <a:noAutofit/>
          </a:bodyPr>
          <a:lstStyle>
            <a:lvl1pPr marL="457200" lvl="0" indent="-228600" algn="ctr">
              <a:lnSpc>
                <a:spcPct val="90000"/>
              </a:lnSpc>
              <a:spcBef>
                <a:spcPts val="750"/>
              </a:spcBef>
              <a:spcAft>
                <a:spcPts val="0"/>
              </a:spcAft>
              <a:buSzPts val="1600"/>
              <a:buNone/>
              <a:defRPr/>
            </a:lvl1pPr>
            <a:lvl2pPr marL="914400" lvl="1" indent="-317500" algn="l">
              <a:lnSpc>
                <a:spcPct val="90000"/>
              </a:lnSpc>
              <a:spcBef>
                <a:spcPts val="375"/>
              </a:spcBef>
              <a:spcAft>
                <a:spcPts val="0"/>
              </a:spcAft>
              <a:buSzPts val="1400"/>
              <a:buChar char="•"/>
              <a:defRPr/>
            </a:lvl2pPr>
            <a:lvl3pPr marL="1371600" lvl="2" indent="-317500" algn="l">
              <a:lnSpc>
                <a:spcPct val="90000"/>
              </a:lnSpc>
              <a:spcBef>
                <a:spcPts val="375"/>
              </a:spcBef>
              <a:spcAft>
                <a:spcPts val="0"/>
              </a:spcAft>
              <a:buSzPts val="1400"/>
              <a:buChar char="•"/>
              <a:defRPr/>
            </a:lvl3pPr>
            <a:lvl4pPr marL="1828800" lvl="3" indent="-317500" algn="l">
              <a:lnSpc>
                <a:spcPct val="90000"/>
              </a:lnSpc>
              <a:spcBef>
                <a:spcPts val="375"/>
              </a:spcBef>
              <a:spcAft>
                <a:spcPts val="0"/>
              </a:spcAft>
              <a:buSzPts val="1400"/>
              <a:buChar char="•"/>
              <a:defRPr/>
            </a:lvl4pPr>
            <a:lvl5pPr marL="2286000" lvl="4" indent="-317500" algn="l">
              <a:lnSpc>
                <a:spcPct val="90000"/>
              </a:lnSpc>
              <a:spcBef>
                <a:spcPts val="375"/>
              </a:spcBef>
              <a:spcAft>
                <a:spcPts val="0"/>
              </a:spcAft>
              <a:buSzPts val="14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30" name="Google Shape;330;p41"/>
          <p:cNvSpPr txBox="1">
            <a:spLocks noGrp="1"/>
          </p:cNvSpPr>
          <p:nvPr>
            <p:ph type="body" idx="2"/>
          </p:nvPr>
        </p:nvSpPr>
        <p:spPr>
          <a:xfrm>
            <a:off x="-18510" y="2759927"/>
            <a:ext cx="5981100" cy="1883400"/>
          </a:xfrm>
          <a:prstGeom prst="rect">
            <a:avLst/>
          </a:prstGeom>
          <a:solidFill>
            <a:srgbClr val="E1E3E1"/>
          </a:solidFill>
          <a:ln>
            <a:noFill/>
          </a:ln>
        </p:spPr>
        <p:txBody>
          <a:bodyPr spcFirstLastPara="1" wrap="square" lIns="0" tIns="45700" rIns="0" bIns="45700" anchor="ctr" anchorCtr="0">
            <a:noAutofit/>
          </a:bodyPr>
          <a:lstStyle>
            <a:lvl1pPr marL="457200" lvl="0" indent="-228600" algn="ctr">
              <a:lnSpc>
                <a:spcPct val="90000"/>
              </a:lnSpc>
              <a:spcBef>
                <a:spcPts val="750"/>
              </a:spcBef>
              <a:spcAft>
                <a:spcPts val="0"/>
              </a:spcAft>
              <a:buSzPts val="1600"/>
              <a:buNone/>
              <a:defRPr/>
            </a:lvl1pPr>
            <a:lvl2pPr marL="914400" lvl="1" indent="-317500" algn="l">
              <a:lnSpc>
                <a:spcPct val="90000"/>
              </a:lnSpc>
              <a:spcBef>
                <a:spcPts val="375"/>
              </a:spcBef>
              <a:spcAft>
                <a:spcPts val="0"/>
              </a:spcAft>
              <a:buSzPts val="1400"/>
              <a:buChar char="•"/>
              <a:defRPr/>
            </a:lvl2pPr>
            <a:lvl3pPr marL="1371600" lvl="2" indent="-317500" algn="l">
              <a:lnSpc>
                <a:spcPct val="90000"/>
              </a:lnSpc>
              <a:spcBef>
                <a:spcPts val="375"/>
              </a:spcBef>
              <a:spcAft>
                <a:spcPts val="0"/>
              </a:spcAft>
              <a:buSzPts val="1400"/>
              <a:buChar char="•"/>
              <a:defRPr/>
            </a:lvl3pPr>
            <a:lvl4pPr marL="1828800" lvl="3" indent="-317500" algn="l">
              <a:lnSpc>
                <a:spcPct val="90000"/>
              </a:lnSpc>
              <a:spcBef>
                <a:spcPts val="375"/>
              </a:spcBef>
              <a:spcAft>
                <a:spcPts val="0"/>
              </a:spcAft>
              <a:buSzPts val="1400"/>
              <a:buChar char="•"/>
              <a:defRPr/>
            </a:lvl4pPr>
            <a:lvl5pPr marL="2286000" lvl="4" indent="-317500" algn="l">
              <a:lnSpc>
                <a:spcPct val="90000"/>
              </a:lnSpc>
              <a:spcBef>
                <a:spcPts val="375"/>
              </a:spcBef>
              <a:spcAft>
                <a:spcPts val="0"/>
              </a:spcAft>
              <a:buSzPts val="14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31" name="Google Shape;331;p41"/>
          <p:cNvSpPr txBox="1">
            <a:spLocks noGrp="1"/>
          </p:cNvSpPr>
          <p:nvPr>
            <p:ph type="body" idx="3"/>
          </p:nvPr>
        </p:nvSpPr>
        <p:spPr>
          <a:xfrm>
            <a:off x="-18510" y="870348"/>
            <a:ext cx="5981100" cy="1874100"/>
          </a:xfrm>
          <a:prstGeom prst="rect">
            <a:avLst/>
          </a:prstGeom>
          <a:solidFill>
            <a:schemeClr val="accent1"/>
          </a:solidFill>
          <a:ln>
            <a:noFill/>
          </a:ln>
        </p:spPr>
        <p:txBody>
          <a:bodyPr spcFirstLastPara="1" wrap="square" lIns="0" tIns="45700" rIns="0" bIns="45700" anchor="ctr" anchorCtr="0">
            <a:noAutofit/>
          </a:bodyPr>
          <a:lstStyle>
            <a:lvl1pPr marL="457200" lvl="0" indent="-228600" algn="ctr">
              <a:lnSpc>
                <a:spcPct val="90000"/>
              </a:lnSpc>
              <a:spcBef>
                <a:spcPts val="750"/>
              </a:spcBef>
              <a:spcAft>
                <a:spcPts val="0"/>
              </a:spcAft>
              <a:buSzPts val="1600"/>
              <a:buNone/>
              <a:defRPr>
                <a:solidFill>
                  <a:schemeClr val="lt1"/>
                </a:solidFill>
              </a:defRPr>
            </a:lvl1pPr>
            <a:lvl2pPr marL="914400" lvl="1" indent="-317500" algn="l">
              <a:lnSpc>
                <a:spcPct val="90000"/>
              </a:lnSpc>
              <a:spcBef>
                <a:spcPts val="375"/>
              </a:spcBef>
              <a:spcAft>
                <a:spcPts val="0"/>
              </a:spcAft>
              <a:buClr>
                <a:schemeClr val="lt1"/>
              </a:buClr>
              <a:buSzPts val="1400"/>
              <a:buChar char="•"/>
              <a:defRPr>
                <a:solidFill>
                  <a:schemeClr val="lt1"/>
                </a:solidFill>
              </a:defRPr>
            </a:lvl2pPr>
            <a:lvl3pPr marL="1371600" lvl="2" indent="-317500" algn="l">
              <a:lnSpc>
                <a:spcPct val="90000"/>
              </a:lnSpc>
              <a:spcBef>
                <a:spcPts val="375"/>
              </a:spcBef>
              <a:spcAft>
                <a:spcPts val="0"/>
              </a:spcAft>
              <a:buClr>
                <a:schemeClr val="lt1"/>
              </a:buClr>
              <a:buSzPts val="1400"/>
              <a:buChar char="•"/>
              <a:defRPr>
                <a:solidFill>
                  <a:schemeClr val="lt1"/>
                </a:solidFill>
              </a:defRPr>
            </a:lvl3pPr>
            <a:lvl4pPr marL="1828800" lvl="3" indent="-317500" algn="l">
              <a:lnSpc>
                <a:spcPct val="90000"/>
              </a:lnSpc>
              <a:spcBef>
                <a:spcPts val="375"/>
              </a:spcBef>
              <a:spcAft>
                <a:spcPts val="0"/>
              </a:spcAft>
              <a:buClr>
                <a:schemeClr val="lt1"/>
              </a:buClr>
              <a:buSzPts val="1400"/>
              <a:buChar char="•"/>
              <a:defRPr>
                <a:solidFill>
                  <a:schemeClr val="lt1"/>
                </a:solidFill>
              </a:defRPr>
            </a:lvl4pPr>
            <a:lvl5pPr marL="2286000" lvl="4" indent="-317500" algn="l">
              <a:lnSpc>
                <a:spcPct val="90000"/>
              </a:lnSpc>
              <a:spcBef>
                <a:spcPts val="375"/>
              </a:spcBef>
              <a:spcAft>
                <a:spcPts val="0"/>
              </a:spcAft>
              <a:buClr>
                <a:schemeClr val="lt1"/>
              </a:buClr>
              <a:buSzPts val="1400"/>
              <a:buChar char="•"/>
              <a:defRPr>
                <a:solidFill>
                  <a:schemeClr val="lt1"/>
                </a:solidFill>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32" name="Google Shape;332;p41"/>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33" name="Google Shape;333;p41"/>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4" name="Google Shape;334;p41"/>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ustom layout 2">
  <p:cSld name="custom layout 2">
    <p:spTree>
      <p:nvGrpSpPr>
        <p:cNvPr id="1" name="Shape 335"/>
        <p:cNvGrpSpPr/>
        <p:nvPr/>
      </p:nvGrpSpPr>
      <p:grpSpPr>
        <a:xfrm>
          <a:off x="0" y="0"/>
          <a:ext cx="0" cy="0"/>
          <a:chOff x="0" y="0"/>
          <a:chExt cx="0" cy="0"/>
        </a:xfrm>
      </p:grpSpPr>
      <p:sp>
        <p:nvSpPr>
          <p:cNvPr id="336" name="Google Shape;336;p42"/>
          <p:cNvSpPr/>
          <p:nvPr/>
        </p:nvSpPr>
        <p:spPr>
          <a:xfrm>
            <a:off x="0" y="870348"/>
            <a:ext cx="9144000" cy="3758700"/>
          </a:xfrm>
          <a:prstGeom prst="rect">
            <a:avLst/>
          </a:prstGeom>
          <a:solidFill>
            <a:srgbClr val="F2F2F2"/>
          </a:solidFill>
          <a:ln>
            <a:noFill/>
          </a:ln>
        </p:spPr>
        <p:txBody>
          <a:bodyPr spcFirstLastPara="1" wrap="square" lIns="91425" tIns="45725" rIns="91425" bIns="45725" anchor="t"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Franklin Gothic"/>
              <a:ea typeface="Franklin Gothic"/>
              <a:cs typeface="Franklin Gothic"/>
              <a:sym typeface="Franklin Gothic"/>
            </a:endParaRPr>
          </a:p>
        </p:txBody>
      </p:sp>
      <p:sp>
        <p:nvSpPr>
          <p:cNvPr id="337" name="Google Shape;337;p42"/>
          <p:cNvSpPr txBox="1">
            <a:spLocks noGrp="1"/>
          </p:cNvSpPr>
          <p:nvPr>
            <p:ph type="body" idx="1"/>
          </p:nvPr>
        </p:nvSpPr>
        <p:spPr>
          <a:xfrm>
            <a:off x="5962650" y="870348"/>
            <a:ext cx="3181200" cy="9396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0" tIns="54000" rIns="0" bIns="0" anchor="ctr" anchorCtr="0">
            <a:noAutofit/>
          </a:bodyPr>
          <a:lstStyle>
            <a:lvl1pPr marL="457200" lvl="0" indent="-228600" algn="ctr">
              <a:lnSpc>
                <a:spcPct val="100000"/>
              </a:lnSpc>
              <a:spcBef>
                <a:spcPts val="300"/>
              </a:spcBef>
              <a:spcAft>
                <a:spcPts val="0"/>
              </a:spcAft>
              <a:buSzPts val="1700"/>
              <a:buFont typeface="Libre Franklin"/>
              <a:buNone/>
              <a:defRPr sz="16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38" name="Google Shape;338;p42"/>
          <p:cNvSpPr txBox="1">
            <a:spLocks noGrp="1"/>
          </p:cNvSpPr>
          <p:nvPr>
            <p:ph type="body" idx="2"/>
          </p:nvPr>
        </p:nvSpPr>
        <p:spPr>
          <a:xfrm>
            <a:off x="5962650" y="1810044"/>
            <a:ext cx="3181200" cy="9396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0" tIns="54000" rIns="0" bIns="0" anchor="ctr" anchorCtr="0">
            <a:noAutofit/>
          </a:bodyPr>
          <a:lstStyle>
            <a:lvl1pPr marL="457200" lvl="0" indent="-228600" algn="ctr">
              <a:lnSpc>
                <a:spcPct val="100000"/>
              </a:lnSpc>
              <a:spcBef>
                <a:spcPts val="300"/>
              </a:spcBef>
              <a:spcAft>
                <a:spcPts val="0"/>
              </a:spcAft>
              <a:buSzPts val="1700"/>
              <a:buFont typeface="Libre Franklin"/>
              <a:buNone/>
              <a:defRPr sz="16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39" name="Google Shape;339;p42"/>
          <p:cNvSpPr txBox="1">
            <a:spLocks noGrp="1"/>
          </p:cNvSpPr>
          <p:nvPr>
            <p:ph type="body" idx="3"/>
          </p:nvPr>
        </p:nvSpPr>
        <p:spPr>
          <a:xfrm>
            <a:off x="5962650" y="2749740"/>
            <a:ext cx="3181200" cy="9396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0" tIns="54000" rIns="0" bIns="0" anchor="ctr" anchorCtr="0">
            <a:noAutofit/>
          </a:bodyPr>
          <a:lstStyle>
            <a:lvl1pPr marL="457200" lvl="0" indent="-228600" algn="ctr">
              <a:lnSpc>
                <a:spcPct val="100000"/>
              </a:lnSpc>
              <a:spcBef>
                <a:spcPts val="300"/>
              </a:spcBef>
              <a:spcAft>
                <a:spcPts val="0"/>
              </a:spcAft>
              <a:buSzPts val="1700"/>
              <a:buFont typeface="Libre Franklin"/>
              <a:buNone/>
              <a:defRPr sz="16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40" name="Google Shape;340;p42"/>
          <p:cNvSpPr txBox="1">
            <a:spLocks noGrp="1"/>
          </p:cNvSpPr>
          <p:nvPr>
            <p:ph type="body" idx="4"/>
          </p:nvPr>
        </p:nvSpPr>
        <p:spPr>
          <a:xfrm>
            <a:off x="5962650" y="3689436"/>
            <a:ext cx="3181200" cy="9396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0" tIns="54000" rIns="0" bIns="0" anchor="ctr" anchorCtr="0">
            <a:noAutofit/>
          </a:bodyPr>
          <a:lstStyle>
            <a:lvl1pPr marL="457200" lvl="0" indent="-228600" algn="ctr">
              <a:lnSpc>
                <a:spcPct val="100000"/>
              </a:lnSpc>
              <a:spcBef>
                <a:spcPts val="300"/>
              </a:spcBef>
              <a:spcAft>
                <a:spcPts val="0"/>
              </a:spcAft>
              <a:buSzPts val="1700"/>
              <a:buFont typeface="Libre Franklin"/>
              <a:buNone/>
              <a:defRPr sz="16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41" name="Google Shape;341;p42"/>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2" name="Google Shape;342;p42"/>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43" name="Google Shape;343;p42"/>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42"/>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ustom layout 3">
  <p:cSld name="custom layout 3">
    <p:spTree>
      <p:nvGrpSpPr>
        <p:cNvPr id="1" name="Shape 345"/>
        <p:cNvGrpSpPr/>
        <p:nvPr/>
      </p:nvGrpSpPr>
      <p:grpSpPr>
        <a:xfrm>
          <a:off x="0" y="0"/>
          <a:ext cx="0" cy="0"/>
          <a:chOff x="0" y="0"/>
          <a:chExt cx="0" cy="0"/>
        </a:xfrm>
      </p:grpSpPr>
      <p:sp>
        <p:nvSpPr>
          <p:cNvPr id="346" name="Google Shape;346;p43"/>
          <p:cNvSpPr/>
          <p:nvPr/>
        </p:nvSpPr>
        <p:spPr>
          <a:xfrm>
            <a:off x="0" y="2764154"/>
            <a:ext cx="9144000" cy="18792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b="0" i="0" u="none" strike="noStrike" cap="none">
              <a:solidFill>
                <a:schemeClr val="lt1"/>
              </a:solidFill>
              <a:latin typeface="Arial"/>
              <a:ea typeface="Arial"/>
              <a:cs typeface="Arial"/>
              <a:sym typeface="Arial"/>
            </a:endParaRPr>
          </a:p>
        </p:txBody>
      </p:sp>
      <p:sp>
        <p:nvSpPr>
          <p:cNvPr id="347" name="Google Shape;347;p43"/>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8" name="Google Shape;348;p43"/>
          <p:cNvSpPr>
            <a:spLocks noGrp="1"/>
          </p:cNvSpPr>
          <p:nvPr>
            <p:ph type="pic" idx="2"/>
          </p:nvPr>
        </p:nvSpPr>
        <p:spPr>
          <a:xfrm>
            <a:off x="-1" y="879476"/>
            <a:ext cx="3048000" cy="1871700"/>
          </a:xfrm>
          <a:prstGeom prst="rect">
            <a:avLst/>
          </a:prstGeom>
          <a:noFill/>
          <a:ln>
            <a:noFill/>
          </a:ln>
        </p:spPr>
      </p:sp>
      <p:sp>
        <p:nvSpPr>
          <p:cNvPr id="349" name="Google Shape;349;p43"/>
          <p:cNvSpPr>
            <a:spLocks noGrp="1"/>
          </p:cNvSpPr>
          <p:nvPr>
            <p:ph type="pic" idx="3"/>
          </p:nvPr>
        </p:nvSpPr>
        <p:spPr>
          <a:xfrm>
            <a:off x="3048001" y="879475"/>
            <a:ext cx="3048000" cy="1871700"/>
          </a:xfrm>
          <a:prstGeom prst="rect">
            <a:avLst/>
          </a:prstGeom>
          <a:noFill/>
          <a:ln>
            <a:noFill/>
          </a:ln>
        </p:spPr>
      </p:sp>
      <p:sp>
        <p:nvSpPr>
          <p:cNvPr id="350" name="Google Shape;350;p43"/>
          <p:cNvSpPr>
            <a:spLocks noGrp="1"/>
          </p:cNvSpPr>
          <p:nvPr>
            <p:ph type="pic" idx="4"/>
          </p:nvPr>
        </p:nvSpPr>
        <p:spPr>
          <a:xfrm>
            <a:off x="6096004" y="879475"/>
            <a:ext cx="3048000" cy="1871700"/>
          </a:xfrm>
          <a:prstGeom prst="rect">
            <a:avLst/>
          </a:prstGeom>
          <a:noFill/>
          <a:ln>
            <a:noFill/>
          </a:ln>
        </p:spPr>
      </p:sp>
      <p:sp>
        <p:nvSpPr>
          <p:cNvPr id="351" name="Google Shape;351;p43"/>
          <p:cNvSpPr txBox="1">
            <a:spLocks noGrp="1"/>
          </p:cNvSpPr>
          <p:nvPr>
            <p:ph type="body" idx="1"/>
          </p:nvPr>
        </p:nvSpPr>
        <p:spPr>
          <a:xfrm>
            <a:off x="-1" y="2764154"/>
            <a:ext cx="3048000" cy="1863900"/>
          </a:xfrm>
          <a:prstGeom prst="rect">
            <a:avLst/>
          </a:prstGeom>
          <a:noFill/>
          <a:ln>
            <a:noFill/>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52" name="Google Shape;352;p43"/>
          <p:cNvSpPr txBox="1">
            <a:spLocks noGrp="1"/>
          </p:cNvSpPr>
          <p:nvPr>
            <p:ph type="body" idx="5"/>
          </p:nvPr>
        </p:nvSpPr>
        <p:spPr>
          <a:xfrm>
            <a:off x="6095976" y="2764154"/>
            <a:ext cx="3048000" cy="1863900"/>
          </a:xfrm>
          <a:prstGeom prst="rect">
            <a:avLst/>
          </a:prstGeom>
          <a:noFill/>
          <a:ln>
            <a:noFill/>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53" name="Google Shape;353;p43"/>
          <p:cNvSpPr txBox="1">
            <a:spLocks noGrp="1"/>
          </p:cNvSpPr>
          <p:nvPr>
            <p:ph type="body" idx="6"/>
          </p:nvPr>
        </p:nvSpPr>
        <p:spPr>
          <a:xfrm>
            <a:off x="-1" y="4049438"/>
            <a:ext cx="3048000" cy="594000"/>
          </a:xfrm>
          <a:prstGeom prst="rect">
            <a:avLst/>
          </a:prstGeom>
          <a:solidFill>
            <a:schemeClr val="dk2"/>
          </a:solidFill>
          <a:ln w="9525" cap="flat" cmpd="sng">
            <a:solidFill>
              <a:schemeClr val="lt1"/>
            </a:solidFill>
            <a:prstDash val="solid"/>
            <a:round/>
            <a:headEnd type="none" w="sm" len="sm"/>
            <a:tailEnd type="none" w="sm" len="sm"/>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Thin"/>
              <a:buNone/>
              <a:defRPr sz="1200" b="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54" name="Google Shape;354;p43"/>
          <p:cNvSpPr txBox="1">
            <a:spLocks noGrp="1"/>
          </p:cNvSpPr>
          <p:nvPr>
            <p:ph type="body" idx="7"/>
          </p:nvPr>
        </p:nvSpPr>
        <p:spPr>
          <a:xfrm>
            <a:off x="3047987" y="4049438"/>
            <a:ext cx="3048000" cy="594000"/>
          </a:xfrm>
          <a:prstGeom prst="rect">
            <a:avLst/>
          </a:prstGeom>
          <a:solidFill>
            <a:schemeClr val="dk2"/>
          </a:solidFill>
          <a:ln w="9525" cap="flat" cmpd="sng">
            <a:solidFill>
              <a:schemeClr val="lt1"/>
            </a:solidFill>
            <a:prstDash val="solid"/>
            <a:round/>
            <a:headEnd type="none" w="sm" len="sm"/>
            <a:tailEnd type="none" w="sm" len="sm"/>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Thin"/>
              <a:buNone/>
              <a:defRPr sz="1200" b="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55" name="Google Shape;355;p43"/>
          <p:cNvSpPr txBox="1">
            <a:spLocks noGrp="1"/>
          </p:cNvSpPr>
          <p:nvPr>
            <p:ph type="body" idx="8"/>
          </p:nvPr>
        </p:nvSpPr>
        <p:spPr>
          <a:xfrm>
            <a:off x="6095976" y="4049438"/>
            <a:ext cx="3048000" cy="594000"/>
          </a:xfrm>
          <a:prstGeom prst="rect">
            <a:avLst/>
          </a:prstGeom>
          <a:solidFill>
            <a:schemeClr val="dk2"/>
          </a:solidFill>
          <a:ln w="9525" cap="flat" cmpd="sng">
            <a:solidFill>
              <a:schemeClr val="lt1"/>
            </a:solidFill>
            <a:prstDash val="solid"/>
            <a:round/>
            <a:headEnd type="none" w="sm" len="sm"/>
            <a:tailEnd type="none" w="sm" len="sm"/>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Thin"/>
              <a:buNone/>
              <a:defRPr sz="1200" b="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56" name="Google Shape;356;p43"/>
          <p:cNvSpPr txBox="1">
            <a:spLocks noGrp="1"/>
          </p:cNvSpPr>
          <p:nvPr>
            <p:ph type="body" idx="9"/>
          </p:nvPr>
        </p:nvSpPr>
        <p:spPr>
          <a:xfrm>
            <a:off x="3063239" y="2764154"/>
            <a:ext cx="3048000" cy="1980000"/>
          </a:xfrm>
          <a:prstGeom prst="rect">
            <a:avLst/>
          </a:prstGeom>
          <a:noFill/>
          <a:ln w="9525" cap="flat" cmpd="sng">
            <a:solidFill>
              <a:schemeClr val="lt1"/>
            </a:solidFill>
            <a:prstDash val="solid"/>
            <a:round/>
            <a:headEnd type="none" w="sm" len="sm"/>
            <a:tailEnd type="none" w="sm" len="sm"/>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57" name="Google Shape;357;p43"/>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58" name="Google Shape;358;p43"/>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9" name="Google Shape;359;p43"/>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ustom layout 6">
  <p:cSld name="custom layout 6">
    <p:spTree>
      <p:nvGrpSpPr>
        <p:cNvPr id="1" name="Shape 360"/>
        <p:cNvGrpSpPr/>
        <p:nvPr/>
      </p:nvGrpSpPr>
      <p:grpSpPr>
        <a:xfrm>
          <a:off x="0" y="0"/>
          <a:ext cx="0" cy="0"/>
          <a:chOff x="0" y="0"/>
          <a:chExt cx="0" cy="0"/>
        </a:xfrm>
      </p:grpSpPr>
      <p:sp>
        <p:nvSpPr>
          <p:cNvPr id="361" name="Google Shape;361;p44"/>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2" name="Google Shape;362;p44"/>
          <p:cNvSpPr>
            <a:spLocks noGrp="1"/>
          </p:cNvSpPr>
          <p:nvPr>
            <p:ph type="pic" idx="2"/>
          </p:nvPr>
        </p:nvSpPr>
        <p:spPr>
          <a:xfrm>
            <a:off x="-1" y="879476"/>
            <a:ext cx="3048000" cy="1871700"/>
          </a:xfrm>
          <a:prstGeom prst="rect">
            <a:avLst/>
          </a:prstGeom>
          <a:noFill/>
          <a:ln>
            <a:noFill/>
          </a:ln>
        </p:spPr>
      </p:sp>
      <p:sp>
        <p:nvSpPr>
          <p:cNvPr id="363" name="Google Shape;363;p44"/>
          <p:cNvSpPr>
            <a:spLocks noGrp="1"/>
          </p:cNvSpPr>
          <p:nvPr>
            <p:ph type="pic" idx="3"/>
          </p:nvPr>
        </p:nvSpPr>
        <p:spPr>
          <a:xfrm>
            <a:off x="3048001" y="879475"/>
            <a:ext cx="3048000" cy="1871700"/>
          </a:xfrm>
          <a:prstGeom prst="rect">
            <a:avLst/>
          </a:prstGeom>
          <a:noFill/>
          <a:ln>
            <a:noFill/>
          </a:ln>
        </p:spPr>
      </p:sp>
      <p:sp>
        <p:nvSpPr>
          <p:cNvPr id="364" name="Google Shape;364;p44"/>
          <p:cNvSpPr>
            <a:spLocks noGrp="1"/>
          </p:cNvSpPr>
          <p:nvPr>
            <p:ph type="pic" idx="4"/>
          </p:nvPr>
        </p:nvSpPr>
        <p:spPr>
          <a:xfrm>
            <a:off x="6096004" y="879475"/>
            <a:ext cx="3048000" cy="1871700"/>
          </a:xfrm>
          <a:prstGeom prst="rect">
            <a:avLst/>
          </a:prstGeom>
          <a:noFill/>
          <a:ln>
            <a:noFill/>
          </a:ln>
        </p:spPr>
      </p:sp>
      <p:sp>
        <p:nvSpPr>
          <p:cNvPr id="365" name="Google Shape;365;p44"/>
          <p:cNvSpPr txBox="1">
            <a:spLocks noGrp="1"/>
          </p:cNvSpPr>
          <p:nvPr>
            <p:ph type="body" idx="1"/>
          </p:nvPr>
        </p:nvSpPr>
        <p:spPr>
          <a:xfrm>
            <a:off x="-1" y="2764153"/>
            <a:ext cx="3048000" cy="4572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66" name="Google Shape;366;p44"/>
          <p:cNvSpPr txBox="1">
            <a:spLocks noGrp="1"/>
          </p:cNvSpPr>
          <p:nvPr>
            <p:ph type="body" idx="5"/>
          </p:nvPr>
        </p:nvSpPr>
        <p:spPr>
          <a:xfrm>
            <a:off x="3048004" y="2764153"/>
            <a:ext cx="3048000" cy="4554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67" name="Google Shape;367;p44"/>
          <p:cNvSpPr txBox="1">
            <a:spLocks noGrp="1"/>
          </p:cNvSpPr>
          <p:nvPr>
            <p:ph type="body" idx="6"/>
          </p:nvPr>
        </p:nvSpPr>
        <p:spPr>
          <a:xfrm>
            <a:off x="-1" y="3219449"/>
            <a:ext cx="3048000" cy="1440000"/>
          </a:xfrm>
          <a:prstGeom prst="rect">
            <a:avLst/>
          </a:prstGeom>
          <a:solidFill>
            <a:srgbClr val="BFBFBF"/>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68" name="Google Shape;368;p44"/>
          <p:cNvSpPr txBox="1">
            <a:spLocks noGrp="1"/>
          </p:cNvSpPr>
          <p:nvPr>
            <p:ph type="body" idx="7"/>
          </p:nvPr>
        </p:nvSpPr>
        <p:spPr>
          <a:xfrm>
            <a:off x="6095993" y="2764153"/>
            <a:ext cx="3048000" cy="4554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69" name="Google Shape;369;p44"/>
          <p:cNvSpPr txBox="1">
            <a:spLocks noGrp="1"/>
          </p:cNvSpPr>
          <p:nvPr>
            <p:ph type="body" idx="8"/>
          </p:nvPr>
        </p:nvSpPr>
        <p:spPr>
          <a:xfrm>
            <a:off x="6095993" y="3219449"/>
            <a:ext cx="3048000" cy="1440000"/>
          </a:xfrm>
          <a:prstGeom prst="rect">
            <a:avLst/>
          </a:prstGeom>
          <a:solidFill>
            <a:srgbClr val="BFBFBF"/>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70" name="Google Shape;370;p44"/>
          <p:cNvSpPr txBox="1">
            <a:spLocks noGrp="1"/>
          </p:cNvSpPr>
          <p:nvPr>
            <p:ph type="body" idx="9"/>
          </p:nvPr>
        </p:nvSpPr>
        <p:spPr>
          <a:xfrm>
            <a:off x="3048004" y="3219449"/>
            <a:ext cx="3048000" cy="1440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71" name="Google Shape;371;p44"/>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72" name="Google Shape;372;p44"/>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44"/>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ustom layout 7">
  <p:cSld name="custom layout 7">
    <p:spTree>
      <p:nvGrpSpPr>
        <p:cNvPr id="1" name="Shape 374"/>
        <p:cNvGrpSpPr/>
        <p:nvPr/>
      </p:nvGrpSpPr>
      <p:grpSpPr>
        <a:xfrm>
          <a:off x="0" y="0"/>
          <a:ext cx="0" cy="0"/>
          <a:chOff x="0" y="0"/>
          <a:chExt cx="0" cy="0"/>
        </a:xfrm>
      </p:grpSpPr>
      <p:sp>
        <p:nvSpPr>
          <p:cNvPr id="375" name="Google Shape;375;p45"/>
          <p:cNvSpPr txBox="1">
            <a:spLocks noGrp="1"/>
          </p:cNvSpPr>
          <p:nvPr>
            <p:ph type="body" idx="1"/>
          </p:nvPr>
        </p:nvSpPr>
        <p:spPr>
          <a:xfrm>
            <a:off x="5976156" y="1356109"/>
            <a:ext cx="3167700" cy="2322900"/>
          </a:xfrm>
          <a:prstGeom prst="rect">
            <a:avLst/>
          </a:prstGeom>
          <a:solidFill>
            <a:srgbClr val="E1E3E1"/>
          </a:solidFill>
          <a:ln>
            <a:noFill/>
          </a:ln>
        </p:spPr>
        <p:txBody>
          <a:bodyPr spcFirstLastPara="1" wrap="square" lIns="216000" tIns="45700" rIns="91425" bIns="45700" anchor="ctr" anchorCtr="0">
            <a:noAutofit/>
          </a:bodyPr>
          <a:lstStyle>
            <a:lvl1pPr marL="457200" lvl="0" indent="-342900" algn="l">
              <a:lnSpc>
                <a:spcPct val="90000"/>
              </a:lnSpc>
              <a:spcBef>
                <a:spcPts val="750"/>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76" name="Google Shape;376;p45"/>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7" name="Google Shape;377;p45"/>
          <p:cNvSpPr txBox="1">
            <a:spLocks noGrp="1"/>
          </p:cNvSpPr>
          <p:nvPr>
            <p:ph type="body" idx="2"/>
          </p:nvPr>
        </p:nvSpPr>
        <p:spPr>
          <a:xfrm>
            <a:off x="1" y="3687365"/>
            <a:ext cx="5976900" cy="9408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78" name="Google Shape;378;p45"/>
          <p:cNvSpPr txBox="1">
            <a:spLocks noGrp="1"/>
          </p:cNvSpPr>
          <p:nvPr>
            <p:ph type="body" idx="3"/>
          </p:nvPr>
        </p:nvSpPr>
        <p:spPr>
          <a:xfrm>
            <a:off x="5976902" y="3687366"/>
            <a:ext cx="3167100" cy="9408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79" name="Google Shape;379;p45"/>
          <p:cNvSpPr txBox="1">
            <a:spLocks noGrp="1"/>
          </p:cNvSpPr>
          <p:nvPr>
            <p:ph type="body" idx="4"/>
          </p:nvPr>
        </p:nvSpPr>
        <p:spPr>
          <a:xfrm>
            <a:off x="0" y="1338146"/>
            <a:ext cx="5962800" cy="2340900"/>
          </a:xfrm>
          <a:prstGeom prst="rect">
            <a:avLst/>
          </a:prstGeom>
          <a:noFill/>
          <a:ln>
            <a:noFill/>
          </a:ln>
        </p:spPr>
        <p:txBody>
          <a:bodyPr spcFirstLastPara="1" wrap="square" lIns="216000" tIns="45700" rIns="91425" bIns="45700" anchor="ctr" anchorCtr="0">
            <a:noAutofit/>
          </a:bodyPr>
          <a:lstStyle>
            <a:lvl1pPr marL="457200" lvl="0" indent="-342900" algn="l">
              <a:lnSpc>
                <a:spcPct val="90000"/>
              </a:lnSpc>
              <a:spcBef>
                <a:spcPts val="750"/>
              </a:spcBef>
              <a:spcAft>
                <a:spcPts val="0"/>
              </a:spcAft>
              <a:buSzPts val="1800"/>
              <a:buChar char="•"/>
              <a:defRPr/>
            </a:lvl1pPr>
            <a:lvl2pPr marL="914400" lvl="1" indent="-342900" algn="l">
              <a:lnSpc>
                <a:spcPct val="90000"/>
              </a:lnSpc>
              <a:spcBef>
                <a:spcPts val="375"/>
              </a:spcBef>
              <a:spcAft>
                <a:spcPts val="0"/>
              </a:spcAft>
              <a:buSzPts val="1800"/>
              <a:buChar char="•"/>
              <a:defRPr/>
            </a:lvl2pPr>
            <a:lvl3pPr marL="1371600" lvl="2" indent="-342900" algn="l">
              <a:lnSpc>
                <a:spcPct val="90000"/>
              </a:lnSpc>
              <a:spcBef>
                <a:spcPts val="375"/>
              </a:spcBef>
              <a:spcAft>
                <a:spcPts val="0"/>
              </a:spcAft>
              <a:buSzPts val="1800"/>
              <a:buChar char="•"/>
              <a:defRPr/>
            </a:lvl3pPr>
            <a:lvl4pPr marL="1828800" lvl="3" indent="-342900" algn="l">
              <a:lnSpc>
                <a:spcPct val="90000"/>
              </a:lnSpc>
              <a:spcBef>
                <a:spcPts val="375"/>
              </a:spcBef>
              <a:spcAft>
                <a:spcPts val="0"/>
              </a:spcAft>
              <a:buSzPts val="1800"/>
              <a:buChar char="•"/>
              <a:defRPr/>
            </a:lvl4pPr>
            <a:lvl5pPr marL="2286000" lvl="4" indent="-342900" algn="l">
              <a:lnSpc>
                <a:spcPct val="90000"/>
              </a:lnSpc>
              <a:spcBef>
                <a:spcPts val="375"/>
              </a:spcBef>
              <a:spcAft>
                <a:spcPts val="0"/>
              </a:spcAft>
              <a:buSzPts val="18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380" name="Google Shape;380;p45"/>
          <p:cNvSpPr txBox="1">
            <a:spLocks noGrp="1"/>
          </p:cNvSpPr>
          <p:nvPr>
            <p:ph type="body" idx="5"/>
          </p:nvPr>
        </p:nvSpPr>
        <p:spPr>
          <a:xfrm>
            <a:off x="-1" y="879475"/>
            <a:ext cx="9144000" cy="468300"/>
          </a:xfrm>
          <a:prstGeom prst="rect">
            <a:avLst/>
          </a:prstGeom>
          <a:solidFill>
            <a:schemeClr val="accent1"/>
          </a:solidFill>
          <a:ln>
            <a:noFill/>
          </a:ln>
        </p:spPr>
        <p:txBody>
          <a:bodyPr spcFirstLastPara="1" wrap="square" lIns="144000" tIns="0" rIns="54000" bIns="0" anchor="ctr" anchorCtr="0">
            <a:noAutofit/>
          </a:bodyPr>
          <a:lstStyle>
            <a:lvl1pPr marL="457200" lvl="0" indent="-228600" algn="l">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81" name="Google Shape;381;p45"/>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82" name="Google Shape;382;p45"/>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3" name="Google Shape;383;p45"/>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ustom layout 8">
  <p:cSld name="custom layout 8">
    <p:spTree>
      <p:nvGrpSpPr>
        <p:cNvPr id="1" name="Shape 384"/>
        <p:cNvGrpSpPr/>
        <p:nvPr/>
      </p:nvGrpSpPr>
      <p:grpSpPr>
        <a:xfrm>
          <a:off x="0" y="0"/>
          <a:ext cx="0" cy="0"/>
          <a:chOff x="0" y="0"/>
          <a:chExt cx="0" cy="0"/>
        </a:xfrm>
      </p:grpSpPr>
      <p:sp>
        <p:nvSpPr>
          <p:cNvPr id="385" name="Google Shape;385;p46"/>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386" name="Google Shape;386;p46"/>
          <p:cNvCxnSpPr/>
          <p:nvPr/>
        </p:nvCxnSpPr>
        <p:spPr>
          <a:xfrm>
            <a:off x="-1" y="868209"/>
            <a:ext cx="9144000" cy="0"/>
          </a:xfrm>
          <a:prstGeom prst="straightConnector1">
            <a:avLst/>
          </a:prstGeom>
          <a:noFill/>
          <a:ln w="9525" cap="flat" cmpd="sng">
            <a:solidFill>
              <a:srgbClr val="C4C7C6"/>
            </a:solidFill>
            <a:prstDash val="solid"/>
            <a:miter lim="800000"/>
            <a:headEnd type="none" w="sm" len="sm"/>
            <a:tailEnd type="none" w="sm" len="sm"/>
          </a:ln>
        </p:spPr>
      </p:cxnSp>
      <p:sp>
        <p:nvSpPr>
          <p:cNvPr id="387" name="Google Shape;387;p46"/>
          <p:cNvSpPr txBox="1">
            <a:spLocks noGrp="1"/>
          </p:cNvSpPr>
          <p:nvPr>
            <p:ph type="body" idx="1"/>
          </p:nvPr>
        </p:nvSpPr>
        <p:spPr>
          <a:xfrm>
            <a:off x="0" y="4156473"/>
            <a:ext cx="9144000" cy="4716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88" name="Google Shape;388;p46"/>
          <p:cNvSpPr>
            <a:spLocks noGrp="1"/>
          </p:cNvSpPr>
          <p:nvPr>
            <p:ph type="pic" idx="2"/>
          </p:nvPr>
        </p:nvSpPr>
        <p:spPr>
          <a:xfrm>
            <a:off x="-1" y="876301"/>
            <a:ext cx="3048000" cy="3281100"/>
          </a:xfrm>
          <a:prstGeom prst="rect">
            <a:avLst/>
          </a:prstGeom>
          <a:noFill/>
          <a:ln>
            <a:noFill/>
          </a:ln>
        </p:spPr>
      </p:sp>
      <p:sp>
        <p:nvSpPr>
          <p:cNvPr id="389" name="Google Shape;389;p46"/>
          <p:cNvSpPr>
            <a:spLocks noGrp="1"/>
          </p:cNvSpPr>
          <p:nvPr>
            <p:ph type="pic" idx="3"/>
          </p:nvPr>
        </p:nvSpPr>
        <p:spPr>
          <a:xfrm>
            <a:off x="6096004" y="876301"/>
            <a:ext cx="3048000" cy="3281100"/>
          </a:xfrm>
          <a:prstGeom prst="rect">
            <a:avLst/>
          </a:prstGeom>
          <a:noFill/>
          <a:ln>
            <a:noFill/>
          </a:ln>
        </p:spPr>
      </p:sp>
      <p:sp>
        <p:nvSpPr>
          <p:cNvPr id="390" name="Google Shape;390;p46"/>
          <p:cNvSpPr txBox="1">
            <a:spLocks noGrp="1"/>
          </p:cNvSpPr>
          <p:nvPr>
            <p:ph type="body" idx="4"/>
          </p:nvPr>
        </p:nvSpPr>
        <p:spPr>
          <a:xfrm>
            <a:off x="3048004" y="876301"/>
            <a:ext cx="3048000" cy="32862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6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391" name="Google Shape;391;p46"/>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392" name="Google Shape;392;p46"/>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3" name="Google Shape;393;p46"/>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ustom layout 9">
  <p:cSld name="custom layout 9">
    <p:spTree>
      <p:nvGrpSpPr>
        <p:cNvPr id="1" name="Shape 394"/>
        <p:cNvGrpSpPr/>
        <p:nvPr/>
      </p:nvGrpSpPr>
      <p:grpSpPr>
        <a:xfrm>
          <a:off x="0" y="0"/>
          <a:ext cx="0" cy="0"/>
          <a:chOff x="0" y="0"/>
          <a:chExt cx="0" cy="0"/>
        </a:xfrm>
      </p:grpSpPr>
      <p:sp>
        <p:nvSpPr>
          <p:cNvPr id="395" name="Google Shape;395;p47"/>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6" name="Google Shape;396;p47"/>
          <p:cNvSpPr>
            <a:spLocks noGrp="1"/>
          </p:cNvSpPr>
          <p:nvPr>
            <p:ph type="pic" idx="2"/>
          </p:nvPr>
        </p:nvSpPr>
        <p:spPr>
          <a:xfrm>
            <a:off x="6096004" y="879475"/>
            <a:ext cx="3048000" cy="1872000"/>
          </a:xfrm>
          <a:prstGeom prst="rect">
            <a:avLst/>
          </a:prstGeom>
          <a:noFill/>
          <a:ln>
            <a:noFill/>
          </a:ln>
        </p:spPr>
      </p:sp>
      <p:sp>
        <p:nvSpPr>
          <p:cNvPr id="397" name="Google Shape;397;p47"/>
          <p:cNvSpPr>
            <a:spLocks noGrp="1"/>
          </p:cNvSpPr>
          <p:nvPr>
            <p:ph type="pic" idx="3"/>
          </p:nvPr>
        </p:nvSpPr>
        <p:spPr>
          <a:xfrm>
            <a:off x="6096004" y="2756056"/>
            <a:ext cx="3048000" cy="1872000"/>
          </a:xfrm>
          <a:prstGeom prst="rect">
            <a:avLst/>
          </a:prstGeom>
          <a:noFill/>
          <a:ln>
            <a:noFill/>
          </a:ln>
        </p:spPr>
      </p:sp>
      <p:sp>
        <p:nvSpPr>
          <p:cNvPr id="398" name="Google Shape;398;p47"/>
          <p:cNvSpPr>
            <a:spLocks noGrp="1"/>
          </p:cNvSpPr>
          <p:nvPr>
            <p:ph type="pic" idx="4"/>
          </p:nvPr>
        </p:nvSpPr>
        <p:spPr>
          <a:xfrm>
            <a:off x="3048008" y="879475"/>
            <a:ext cx="3048000" cy="1872000"/>
          </a:xfrm>
          <a:prstGeom prst="rect">
            <a:avLst/>
          </a:prstGeom>
          <a:noFill/>
          <a:ln>
            <a:noFill/>
          </a:ln>
        </p:spPr>
      </p:sp>
      <p:sp>
        <p:nvSpPr>
          <p:cNvPr id="399" name="Google Shape;399;p47"/>
          <p:cNvSpPr>
            <a:spLocks noGrp="1"/>
          </p:cNvSpPr>
          <p:nvPr>
            <p:ph type="pic" idx="5"/>
          </p:nvPr>
        </p:nvSpPr>
        <p:spPr>
          <a:xfrm>
            <a:off x="3048008" y="2756056"/>
            <a:ext cx="3048000" cy="1872000"/>
          </a:xfrm>
          <a:prstGeom prst="rect">
            <a:avLst/>
          </a:prstGeom>
          <a:noFill/>
          <a:ln>
            <a:noFill/>
          </a:ln>
        </p:spPr>
      </p:sp>
      <p:sp>
        <p:nvSpPr>
          <p:cNvPr id="400" name="Google Shape;400;p47"/>
          <p:cNvSpPr txBox="1">
            <a:spLocks noGrp="1"/>
          </p:cNvSpPr>
          <p:nvPr>
            <p:ph type="body" idx="1"/>
          </p:nvPr>
        </p:nvSpPr>
        <p:spPr>
          <a:xfrm>
            <a:off x="-12" y="2751534"/>
            <a:ext cx="1524000" cy="1872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700"/>
              <a:buFont typeface="Libre Franklin Thin"/>
              <a:buNone/>
              <a:defRPr sz="17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01" name="Google Shape;401;p47"/>
          <p:cNvSpPr txBox="1">
            <a:spLocks noGrp="1"/>
          </p:cNvSpPr>
          <p:nvPr>
            <p:ph type="body" idx="6"/>
          </p:nvPr>
        </p:nvSpPr>
        <p:spPr>
          <a:xfrm>
            <a:off x="-1" y="879475"/>
            <a:ext cx="3048000" cy="468300"/>
          </a:xfrm>
          <a:prstGeom prst="rect">
            <a:avLst/>
          </a:prstGeom>
          <a:solidFill>
            <a:schemeClr val="accent1"/>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02" name="Google Shape;402;p47"/>
          <p:cNvSpPr txBox="1">
            <a:spLocks noGrp="1"/>
          </p:cNvSpPr>
          <p:nvPr>
            <p:ph type="body" idx="7"/>
          </p:nvPr>
        </p:nvSpPr>
        <p:spPr>
          <a:xfrm>
            <a:off x="-1" y="1348781"/>
            <a:ext cx="3048000" cy="700800"/>
          </a:xfrm>
          <a:prstGeom prst="rect">
            <a:avLst/>
          </a:prstGeom>
          <a:solidFill>
            <a:srgbClr val="D8D8D8"/>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03" name="Google Shape;403;p47"/>
          <p:cNvSpPr txBox="1">
            <a:spLocks noGrp="1"/>
          </p:cNvSpPr>
          <p:nvPr>
            <p:ph type="body" idx="8"/>
          </p:nvPr>
        </p:nvSpPr>
        <p:spPr>
          <a:xfrm>
            <a:off x="-1" y="2049656"/>
            <a:ext cx="3048000" cy="697500"/>
          </a:xfrm>
          <a:prstGeom prst="rect">
            <a:avLst/>
          </a:prstGeom>
          <a:solidFill>
            <a:srgbClr val="D8D8D8"/>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04" name="Google Shape;404;p47"/>
          <p:cNvSpPr txBox="1">
            <a:spLocks noGrp="1"/>
          </p:cNvSpPr>
          <p:nvPr>
            <p:ph type="body" idx="9"/>
          </p:nvPr>
        </p:nvSpPr>
        <p:spPr>
          <a:xfrm>
            <a:off x="1523999" y="2751534"/>
            <a:ext cx="1524000" cy="1872000"/>
          </a:xfrm>
          <a:prstGeom prst="rect">
            <a:avLst/>
          </a:prstGeom>
          <a:solidFill>
            <a:srgbClr val="D8D8D8"/>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300"/>
              </a:spcBef>
              <a:spcAft>
                <a:spcPts val="0"/>
              </a:spcAft>
              <a:buSzPts val="1700"/>
              <a:buFont typeface="Libre Franklin Thin"/>
              <a:buNone/>
              <a:defRPr sz="17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05" name="Google Shape;405;p47"/>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06" name="Google Shape;406;p47"/>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7" name="Google Shape;407;p47"/>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ustom layout 10">
  <p:cSld name="custom layout 10">
    <p:spTree>
      <p:nvGrpSpPr>
        <p:cNvPr id="1" name="Shape 408"/>
        <p:cNvGrpSpPr/>
        <p:nvPr/>
      </p:nvGrpSpPr>
      <p:grpSpPr>
        <a:xfrm>
          <a:off x="0" y="0"/>
          <a:ext cx="0" cy="0"/>
          <a:chOff x="0" y="0"/>
          <a:chExt cx="0" cy="0"/>
        </a:xfrm>
      </p:grpSpPr>
      <p:sp>
        <p:nvSpPr>
          <p:cNvPr id="409" name="Google Shape;409;p48"/>
          <p:cNvSpPr txBox="1">
            <a:spLocks noGrp="1"/>
          </p:cNvSpPr>
          <p:nvPr>
            <p:ph type="body" idx="1"/>
          </p:nvPr>
        </p:nvSpPr>
        <p:spPr>
          <a:xfrm>
            <a:off x="6857775" y="870347"/>
            <a:ext cx="2286300" cy="1260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10" name="Google Shape;410;p48"/>
          <p:cNvSpPr txBox="1">
            <a:spLocks noGrp="1"/>
          </p:cNvSpPr>
          <p:nvPr>
            <p:ph type="body" idx="2"/>
          </p:nvPr>
        </p:nvSpPr>
        <p:spPr>
          <a:xfrm>
            <a:off x="6857775" y="2119209"/>
            <a:ext cx="2286300" cy="1260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11" name="Google Shape;411;p48"/>
          <p:cNvSpPr txBox="1">
            <a:spLocks noGrp="1"/>
          </p:cNvSpPr>
          <p:nvPr>
            <p:ph type="body" idx="3"/>
          </p:nvPr>
        </p:nvSpPr>
        <p:spPr>
          <a:xfrm>
            <a:off x="6857775" y="3368072"/>
            <a:ext cx="2286300" cy="1260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12" name="Google Shape;412;p48"/>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48"/>
          <p:cNvSpPr>
            <a:spLocks noGrp="1"/>
          </p:cNvSpPr>
          <p:nvPr>
            <p:ph type="pic" idx="4"/>
          </p:nvPr>
        </p:nvSpPr>
        <p:spPr>
          <a:xfrm>
            <a:off x="0" y="879476"/>
            <a:ext cx="2286000" cy="3276900"/>
          </a:xfrm>
          <a:prstGeom prst="rect">
            <a:avLst/>
          </a:prstGeom>
          <a:noFill/>
          <a:ln>
            <a:noFill/>
          </a:ln>
        </p:spPr>
      </p:sp>
      <p:sp>
        <p:nvSpPr>
          <p:cNvPr id="414" name="Google Shape;414;p48"/>
          <p:cNvSpPr>
            <a:spLocks noGrp="1"/>
          </p:cNvSpPr>
          <p:nvPr>
            <p:ph type="pic" idx="5"/>
          </p:nvPr>
        </p:nvSpPr>
        <p:spPr>
          <a:xfrm>
            <a:off x="4571960" y="879475"/>
            <a:ext cx="2286000" cy="3276900"/>
          </a:xfrm>
          <a:prstGeom prst="rect">
            <a:avLst/>
          </a:prstGeom>
          <a:noFill/>
          <a:ln>
            <a:noFill/>
          </a:ln>
        </p:spPr>
      </p:sp>
      <p:sp>
        <p:nvSpPr>
          <p:cNvPr id="415" name="Google Shape;415;p48"/>
          <p:cNvSpPr txBox="1">
            <a:spLocks noGrp="1"/>
          </p:cNvSpPr>
          <p:nvPr>
            <p:ph type="body" idx="6"/>
          </p:nvPr>
        </p:nvSpPr>
        <p:spPr>
          <a:xfrm>
            <a:off x="-1" y="4156472"/>
            <a:ext cx="2286000" cy="471600"/>
          </a:xfrm>
          <a:prstGeom prst="rect">
            <a:avLst/>
          </a:prstGeom>
          <a:solidFill>
            <a:schemeClr val="accent1"/>
          </a:solidFill>
          <a:ln>
            <a:noFill/>
          </a:ln>
        </p:spPr>
        <p:txBody>
          <a:bodyPr spcFirstLastPara="1" wrap="square" lIns="0" tIns="108000" rIns="0" bIns="0" anchor="t" anchorCtr="0">
            <a:noAutofit/>
          </a:bodyPr>
          <a:lstStyle>
            <a:lvl1pPr marL="457200" lvl="0" indent="-228600" algn="ctr">
              <a:lnSpc>
                <a:spcPct val="100000"/>
              </a:lnSpc>
              <a:spcBef>
                <a:spcPts val="200"/>
              </a:spcBef>
              <a:spcAft>
                <a:spcPts val="0"/>
              </a:spcAft>
              <a:buSzPts val="1200"/>
              <a:buFont typeface="Libre Franklin Th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16" name="Google Shape;416;p48"/>
          <p:cNvSpPr txBox="1">
            <a:spLocks noGrp="1"/>
          </p:cNvSpPr>
          <p:nvPr>
            <p:ph type="body" idx="7"/>
          </p:nvPr>
        </p:nvSpPr>
        <p:spPr>
          <a:xfrm>
            <a:off x="4571888" y="4156472"/>
            <a:ext cx="2286000" cy="471600"/>
          </a:xfrm>
          <a:prstGeom prst="rect">
            <a:avLst/>
          </a:prstGeom>
          <a:solidFill>
            <a:schemeClr val="accent1"/>
          </a:solidFill>
          <a:ln>
            <a:noFill/>
          </a:ln>
        </p:spPr>
        <p:txBody>
          <a:bodyPr spcFirstLastPara="1" wrap="square" lIns="0" tIns="108000" rIns="0" bIns="0" anchor="t" anchorCtr="0">
            <a:noAutofit/>
          </a:bodyPr>
          <a:lstStyle>
            <a:lvl1pPr marL="457200" lvl="0" indent="-304800" algn="ctr">
              <a:lnSpc>
                <a:spcPct val="100000"/>
              </a:lnSpc>
              <a:spcBef>
                <a:spcPts val="200"/>
              </a:spcBef>
              <a:spcAft>
                <a:spcPts val="0"/>
              </a:spcAft>
              <a:buSzPts val="1200"/>
              <a:buFont typeface="Libre Franklin Thin"/>
              <a:buChar char="•"/>
              <a:defRPr sz="1200">
                <a:solidFill>
                  <a:schemeClr val="lt1"/>
                </a:solidFill>
                <a:latin typeface="Arial"/>
                <a:ea typeface="Arial"/>
                <a:cs typeface="Arial"/>
                <a:sym typeface="Aria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17" name="Google Shape;417;p48"/>
          <p:cNvSpPr>
            <a:spLocks noGrp="1"/>
          </p:cNvSpPr>
          <p:nvPr>
            <p:ph type="pic" idx="8"/>
          </p:nvPr>
        </p:nvSpPr>
        <p:spPr>
          <a:xfrm>
            <a:off x="2285811" y="879475"/>
            <a:ext cx="2286000" cy="3276900"/>
          </a:xfrm>
          <a:prstGeom prst="rect">
            <a:avLst/>
          </a:prstGeom>
          <a:noFill/>
          <a:ln>
            <a:noFill/>
          </a:ln>
        </p:spPr>
      </p:sp>
      <p:sp>
        <p:nvSpPr>
          <p:cNvPr id="418" name="Google Shape;418;p48"/>
          <p:cNvSpPr txBox="1">
            <a:spLocks noGrp="1"/>
          </p:cNvSpPr>
          <p:nvPr>
            <p:ph type="body" idx="9"/>
          </p:nvPr>
        </p:nvSpPr>
        <p:spPr>
          <a:xfrm>
            <a:off x="2285811" y="4156472"/>
            <a:ext cx="2286000" cy="471600"/>
          </a:xfrm>
          <a:prstGeom prst="rect">
            <a:avLst/>
          </a:prstGeom>
          <a:solidFill>
            <a:schemeClr val="dk2"/>
          </a:solidFill>
          <a:ln>
            <a:noFill/>
          </a:ln>
        </p:spPr>
        <p:txBody>
          <a:bodyPr spcFirstLastPara="1" wrap="square" lIns="0" tIns="108000" rIns="0" bIns="0" anchor="t" anchorCtr="0">
            <a:noAutofit/>
          </a:bodyPr>
          <a:lstStyle>
            <a:lvl1pPr marL="457200" lvl="0" indent="-304800" algn="ctr">
              <a:lnSpc>
                <a:spcPct val="100000"/>
              </a:lnSpc>
              <a:spcBef>
                <a:spcPts val="200"/>
              </a:spcBef>
              <a:spcAft>
                <a:spcPts val="0"/>
              </a:spcAft>
              <a:buSzPts val="1200"/>
              <a:buFont typeface="Libre Franklin Thin"/>
              <a:buChar char="•"/>
              <a:defRPr sz="1200">
                <a:solidFill>
                  <a:schemeClr val="lt1"/>
                </a:solidFill>
                <a:latin typeface="Arial"/>
                <a:ea typeface="Arial"/>
                <a:cs typeface="Arial"/>
                <a:sym typeface="Aria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cxnSp>
        <p:nvCxnSpPr>
          <p:cNvPr id="419" name="Google Shape;419;p48"/>
          <p:cNvCxnSpPr/>
          <p:nvPr/>
        </p:nvCxnSpPr>
        <p:spPr>
          <a:xfrm>
            <a:off x="6857775" y="2119209"/>
            <a:ext cx="2286300" cy="0"/>
          </a:xfrm>
          <a:prstGeom prst="straightConnector1">
            <a:avLst/>
          </a:prstGeom>
          <a:noFill/>
          <a:ln w="12700" cap="flat" cmpd="sng">
            <a:solidFill>
              <a:schemeClr val="lt1"/>
            </a:solidFill>
            <a:prstDash val="solid"/>
            <a:miter lim="800000"/>
            <a:headEnd type="none" w="sm" len="sm"/>
            <a:tailEnd type="none" w="sm" len="sm"/>
          </a:ln>
        </p:spPr>
      </p:cxnSp>
      <p:cxnSp>
        <p:nvCxnSpPr>
          <p:cNvPr id="420" name="Google Shape;420;p48"/>
          <p:cNvCxnSpPr/>
          <p:nvPr/>
        </p:nvCxnSpPr>
        <p:spPr>
          <a:xfrm>
            <a:off x="6857775" y="3371937"/>
            <a:ext cx="2286300" cy="0"/>
          </a:xfrm>
          <a:prstGeom prst="straightConnector1">
            <a:avLst/>
          </a:prstGeom>
          <a:noFill/>
          <a:ln w="12700" cap="flat" cmpd="sng">
            <a:solidFill>
              <a:schemeClr val="lt1"/>
            </a:solidFill>
            <a:prstDash val="solid"/>
            <a:miter lim="800000"/>
            <a:headEnd type="none" w="sm" len="sm"/>
            <a:tailEnd type="none" w="sm" len="sm"/>
          </a:ln>
        </p:spPr>
      </p:cxnSp>
      <p:sp>
        <p:nvSpPr>
          <p:cNvPr id="421" name="Google Shape;421;p48"/>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22" name="Google Shape;422;p48"/>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3" name="Google Shape;423;p48"/>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ustom layout 11">
  <p:cSld name="custom layout 11">
    <p:spTree>
      <p:nvGrpSpPr>
        <p:cNvPr id="1" name="Shape 424"/>
        <p:cNvGrpSpPr/>
        <p:nvPr/>
      </p:nvGrpSpPr>
      <p:grpSpPr>
        <a:xfrm>
          <a:off x="0" y="0"/>
          <a:ext cx="0" cy="0"/>
          <a:chOff x="0" y="0"/>
          <a:chExt cx="0" cy="0"/>
        </a:xfrm>
      </p:grpSpPr>
      <p:sp>
        <p:nvSpPr>
          <p:cNvPr id="425" name="Google Shape;425;p49"/>
          <p:cNvSpPr txBox="1">
            <a:spLocks noGrp="1"/>
          </p:cNvSpPr>
          <p:nvPr>
            <p:ph type="body" idx="1"/>
          </p:nvPr>
        </p:nvSpPr>
        <p:spPr>
          <a:xfrm>
            <a:off x="6443663" y="870347"/>
            <a:ext cx="2700600" cy="12588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26" name="Google Shape;426;p49"/>
          <p:cNvSpPr txBox="1">
            <a:spLocks noGrp="1"/>
          </p:cNvSpPr>
          <p:nvPr>
            <p:ph type="body" idx="2"/>
          </p:nvPr>
        </p:nvSpPr>
        <p:spPr>
          <a:xfrm>
            <a:off x="6443663" y="2135557"/>
            <a:ext cx="2700600" cy="12366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27" name="Google Shape;427;p49"/>
          <p:cNvSpPr txBox="1">
            <a:spLocks noGrp="1"/>
          </p:cNvSpPr>
          <p:nvPr>
            <p:ph type="body" idx="3"/>
          </p:nvPr>
        </p:nvSpPr>
        <p:spPr>
          <a:xfrm>
            <a:off x="6443663" y="3378568"/>
            <a:ext cx="2700600" cy="1245900"/>
          </a:xfrm>
          <a:prstGeom prst="rect">
            <a:avLst/>
          </a:prstGeom>
          <a:solidFill>
            <a:schemeClr val="accent1"/>
          </a:solidFill>
          <a:ln>
            <a:noFill/>
          </a:ln>
        </p:spPr>
        <p:txBody>
          <a:bodyPr spcFirstLastPara="1" wrap="square" lIns="0" tIns="0" rIns="0" bIns="0" anchor="ctr" anchorCtr="0">
            <a:noAutofit/>
          </a:bodyPr>
          <a:lstStyle>
            <a:lvl1pPr marL="457200" lvl="0" indent="-304800" algn="ctr">
              <a:lnSpc>
                <a:spcPct val="100000"/>
              </a:lnSpc>
              <a:spcBef>
                <a:spcPts val="200"/>
              </a:spcBef>
              <a:spcAft>
                <a:spcPts val="0"/>
              </a:spcAft>
              <a:buSzPts val="1200"/>
              <a:buFont typeface="Libre Franklin"/>
              <a:buChar char="•"/>
              <a:defRPr sz="1200">
                <a:solidFill>
                  <a:schemeClr val="lt1"/>
                </a:solidFil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28" name="Google Shape;428;p49"/>
          <p:cNvSpPr txBox="1">
            <a:spLocks noGrp="1"/>
          </p:cNvSpPr>
          <p:nvPr>
            <p:ph type="body" idx="4"/>
          </p:nvPr>
        </p:nvSpPr>
        <p:spPr>
          <a:xfrm>
            <a:off x="0" y="870347"/>
            <a:ext cx="2700600" cy="12588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29" name="Google Shape;429;p49"/>
          <p:cNvSpPr txBox="1">
            <a:spLocks noGrp="1"/>
          </p:cNvSpPr>
          <p:nvPr>
            <p:ph type="body" idx="5"/>
          </p:nvPr>
        </p:nvSpPr>
        <p:spPr>
          <a:xfrm>
            <a:off x="0" y="2135557"/>
            <a:ext cx="2700600" cy="12366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30" name="Google Shape;430;p49"/>
          <p:cNvSpPr txBox="1">
            <a:spLocks noGrp="1"/>
          </p:cNvSpPr>
          <p:nvPr>
            <p:ph type="body" idx="6"/>
          </p:nvPr>
        </p:nvSpPr>
        <p:spPr>
          <a:xfrm>
            <a:off x="0" y="3378568"/>
            <a:ext cx="2700600" cy="1245900"/>
          </a:xfrm>
          <a:prstGeom prst="rect">
            <a:avLst/>
          </a:prstGeom>
          <a:solidFill>
            <a:schemeClr val="accent1"/>
          </a:solidFill>
          <a:ln>
            <a:noFill/>
          </a:ln>
        </p:spPr>
        <p:txBody>
          <a:bodyPr spcFirstLastPara="1" wrap="square" lIns="0" tIns="0" rIns="0" bIns="0" anchor="ctr" anchorCtr="0">
            <a:noAutofit/>
          </a:bodyPr>
          <a:lstStyle>
            <a:lvl1pPr marL="457200" lvl="0" indent="-304800" algn="ctr">
              <a:lnSpc>
                <a:spcPct val="100000"/>
              </a:lnSpc>
              <a:spcBef>
                <a:spcPts val="200"/>
              </a:spcBef>
              <a:spcAft>
                <a:spcPts val="0"/>
              </a:spcAft>
              <a:buSzPts val="1200"/>
              <a:buFont typeface="Libre Franklin"/>
              <a:buChar char="•"/>
              <a:defRPr sz="1200">
                <a:solidFill>
                  <a:schemeClr val="lt1"/>
                </a:solidFil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31" name="Google Shape;431;p49"/>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2" name="Google Shape;432;p49"/>
          <p:cNvSpPr>
            <a:spLocks noGrp="1"/>
          </p:cNvSpPr>
          <p:nvPr>
            <p:ph type="pic" idx="7"/>
          </p:nvPr>
        </p:nvSpPr>
        <p:spPr>
          <a:xfrm>
            <a:off x="2700338" y="879475"/>
            <a:ext cx="3758100" cy="3744900"/>
          </a:xfrm>
          <a:prstGeom prst="rect">
            <a:avLst/>
          </a:prstGeom>
          <a:noFill/>
          <a:ln>
            <a:noFill/>
          </a:ln>
        </p:spPr>
      </p:sp>
      <p:cxnSp>
        <p:nvCxnSpPr>
          <p:cNvPr id="433" name="Google Shape;433;p49"/>
          <p:cNvCxnSpPr/>
          <p:nvPr/>
        </p:nvCxnSpPr>
        <p:spPr>
          <a:xfrm>
            <a:off x="6443663" y="2119209"/>
            <a:ext cx="2700300" cy="0"/>
          </a:xfrm>
          <a:prstGeom prst="straightConnector1">
            <a:avLst/>
          </a:prstGeom>
          <a:noFill/>
          <a:ln w="12700" cap="flat" cmpd="sng">
            <a:solidFill>
              <a:schemeClr val="lt1"/>
            </a:solidFill>
            <a:prstDash val="solid"/>
            <a:miter lim="800000"/>
            <a:headEnd type="none" w="sm" len="sm"/>
            <a:tailEnd type="none" w="sm" len="sm"/>
          </a:ln>
        </p:spPr>
      </p:cxnSp>
      <p:cxnSp>
        <p:nvCxnSpPr>
          <p:cNvPr id="434" name="Google Shape;434;p49"/>
          <p:cNvCxnSpPr/>
          <p:nvPr/>
        </p:nvCxnSpPr>
        <p:spPr>
          <a:xfrm>
            <a:off x="6443663" y="3371937"/>
            <a:ext cx="2700300" cy="0"/>
          </a:xfrm>
          <a:prstGeom prst="straightConnector1">
            <a:avLst/>
          </a:prstGeom>
          <a:noFill/>
          <a:ln w="12700" cap="flat" cmpd="sng">
            <a:solidFill>
              <a:schemeClr val="lt1"/>
            </a:solidFill>
            <a:prstDash val="solid"/>
            <a:miter lim="800000"/>
            <a:headEnd type="none" w="sm" len="sm"/>
            <a:tailEnd type="none" w="sm" len="sm"/>
          </a:ln>
        </p:spPr>
      </p:cxnSp>
      <p:cxnSp>
        <p:nvCxnSpPr>
          <p:cNvPr id="435" name="Google Shape;435;p49"/>
          <p:cNvCxnSpPr/>
          <p:nvPr/>
        </p:nvCxnSpPr>
        <p:spPr>
          <a:xfrm>
            <a:off x="-2857" y="2119209"/>
            <a:ext cx="2700300" cy="0"/>
          </a:xfrm>
          <a:prstGeom prst="straightConnector1">
            <a:avLst/>
          </a:prstGeom>
          <a:noFill/>
          <a:ln w="12700" cap="flat" cmpd="sng">
            <a:solidFill>
              <a:schemeClr val="lt1"/>
            </a:solidFill>
            <a:prstDash val="solid"/>
            <a:miter lim="800000"/>
            <a:headEnd type="none" w="sm" len="sm"/>
            <a:tailEnd type="none" w="sm" len="sm"/>
          </a:ln>
        </p:spPr>
      </p:cxnSp>
      <p:cxnSp>
        <p:nvCxnSpPr>
          <p:cNvPr id="436" name="Google Shape;436;p49"/>
          <p:cNvCxnSpPr/>
          <p:nvPr/>
        </p:nvCxnSpPr>
        <p:spPr>
          <a:xfrm>
            <a:off x="-2857" y="3371937"/>
            <a:ext cx="2700300" cy="0"/>
          </a:xfrm>
          <a:prstGeom prst="straightConnector1">
            <a:avLst/>
          </a:prstGeom>
          <a:noFill/>
          <a:ln w="12700" cap="flat" cmpd="sng">
            <a:solidFill>
              <a:schemeClr val="lt1"/>
            </a:solidFill>
            <a:prstDash val="solid"/>
            <a:miter lim="800000"/>
            <a:headEnd type="none" w="sm" len="sm"/>
            <a:tailEnd type="none" w="sm" len="sm"/>
          </a:ln>
        </p:spPr>
      </p:cxnSp>
      <p:sp>
        <p:nvSpPr>
          <p:cNvPr id="437" name="Google Shape;437;p49"/>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38" name="Google Shape;438;p49"/>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9" name="Google Shape;439;p49"/>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ustom layout 12">
  <p:cSld name="custom layout 12">
    <p:spTree>
      <p:nvGrpSpPr>
        <p:cNvPr id="1" name="Shape 440"/>
        <p:cNvGrpSpPr/>
        <p:nvPr/>
      </p:nvGrpSpPr>
      <p:grpSpPr>
        <a:xfrm>
          <a:off x="0" y="0"/>
          <a:ext cx="0" cy="0"/>
          <a:chOff x="0" y="0"/>
          <a:chExt cx="0" cy="0"/>
        </a:xfrm>
      </p:grpSpPr>
      <p:sp>
        <p:nvSpPr>
          <p:cNvPr id="441" name="Google Shape;441;p50"/>
          <p:cNvSpPr txBox="1">
            <a:spLocks noGrp="1"/>
          </p:cNvSpPr>
          <p:nvPr>
            <p:ph type="body" idx="1"/>
          </p:nvPr>
        </p:nvSpPr>
        <p:spPr>
          <a:xfrm>
            <a:off x="3047996" y="1347787"/>
            <a:ext cx="3048000" cy="819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42" name="Google Shape;442;p50"/>
          <p:cNvSpPr txBox="1">
            <a:spLocks noGrp="1"/>
          </p:cNvSpPr>
          <p:nvPr>
            <p:ph type="body" idx="2"/>
          </p:nvPr>
        </p:nvSpPr>
        <p:spPr>
          <a:xfrm>
            <a:off x="3047996" y="3805237"/>
            <a:ext cx="3048000" cy="819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43" name="Google Shape;443;p50"/>
          <p:cNvSpPr txBox="1">
            <a:spLocks noGrp="1"/>
          </p:cNvSpPr>
          <p:nvPr>
            <p:ph type="body" idx="3"/>
          </p:nvPr>
        </p:nvSpPr>
        <p:spPr>
          <a:xfrm>
            <a:off x="3047996" y="2986087"/>
            <a:ext cx="3048000" cy="819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44" name="Google Shape;444;p50"/>
          <p:cNvSpPr txBox="1">
            <a:spLocks noGrp="1"/>
          </p:cNvSpPr>
          <p:nvPr>
            <p:ph type="body" idx="4"/>
          </p:nvPr>
        </p:nvSpPr>
        <p:spPr>
          <a:xfrm>
            <a:off x="3047996" y="2166937"/>
            <a:ext cx="3048000" cy="819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45" name="Google Shape;445;p50"/>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6" name="Google Shape;446;p50"/>
          <p:cNvSpPr txBox="1">
            <a:spLocks noGrp="1"/>
          </p:cNvSpPr>
          <p:nvPr>
            <p:ph type="body" idx="5"/>
          </p:nvPr>
        </p:nvSpPr>
        <p:spPr>
          <a:xfrm>
            <a:off x="-1" y="879475"/>
            <a:ext cx="9144000" cy="468300"/>
          </a:xfrm>
          <a:prstGeom prst="rect">
            <a:avLst/>
          </a:prstGeom>
          <a:solidFill>
            <a:schemeClr val="accent1"/>
          </a:solidFill>
          <a:ln>
            <a:noFill/>
          </a:ln>
        </p:spPr>
        <p:txBody>
          <a:bodyPr spcFirstLastPara="1" wrap="square" lIns="27000" tIns="0" rIns="54000" bIns="0" anchor="ctr" anchorCtr="0">
            <a:noAutofit/>
          </a:bodyPr>
          <a:lstStyle>
            <a:lvl1pPr marL="457200" lvl="0" indent="-228600" algn="l">
              <a:lnSpc>
                <a:spcPct val="100000"/>
              </a:lnSpc>
              <a:spcBef>
                <a:spcPts val="300"/>
              </a:spcBef>
              <a:spcAft>
                <a:spcPts val="0"/>
              </a:spcAft>
              <a:buSzPts val="1400"/>
              <a:buFont typeface="Libre Franklin Thin"/>
              <a:buNone/>
              <a:defRPr sz="14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47" name="Google Shape;447;p50"/>
          <p:cNvSpPr>
            <a:spLocks noGrp="1"/>
          </p:cNvSpPr>
          <p:nvPr>
            <p:ph type="pic" idx="6"/>
          </p:nvPr>
        </p:nvSpPr>
        <p:spPr>
          <a:xfrm>
            <a:off x="-1" y="1347788"/>
            <a:ext cx="3048000" cy="3276600"/>
          </a:xfrm>
          <a:prstGeom prst="rect">
            <a:avLst/>
          </a:prstGeom>
          <a:noFill/>
          <a:ln>
            <a:noFill/>
          </a:ln>
        </p:spPr>
      </p:sp>
      <p:sp>
        <p:nvSpPr>
          <p:cNvPr id="448" name="Google Shape;448;p50"/>
          <p:cNvSpPr>
            <a:spLocks noGrp="1"/>
          </p:cNvSpPr>
          <p:nvPr>
            <p:ph type="pic" idx="7"/>
          </p:nvPr>
        </p:nvSpPr>
        <p:spPr>
          <a:xfrm>
            <a:off x="6096004" y="1347787"/>
            <a:ext cx="3048000" cy="3276600"/>
          </a:xfrm>
          <a:prstGeom prst="rect">
            <a:avLst/>
          </a:prstGeom>
          <a:noFill/>
          <a:ln>
            <a:noFill/>
          </a:ln>
        </p:spPr>
      </p:sp>
      <p:cxnSp>
        <p:nvCxnSpPr>
          <p:cNvPr id="449" name="Google Shape;449;p50"/>
          <p:cNvCxnSpPr/>
          <p:nvPr/>
        </p:nvCxnSpPr>
        <p:spPr>
          <a:xfrm>
            <a:off x="3047996" y="2137497"/>
            <a:ext cx="3048000" cy="0"/>
          </a:xfrm>
          <a:prstGeom prst="straightConnector1">
            <a:avLst/>
          </a:prstGeom>
          <a:noFill/>
          <a:ln w="12700" cap="flat" cmpd="sng">
            <a:solidFill>
              <a:schemeClr val="lt1"/>
            </a:solidFill>
            <a:prstDash val="solid"/>
            <a:miter lim="800000"/>
            <a:headEnd type="none" w="sm" len="sm"/>
            <a:tailEnd type="none" w="sm" len="sm"/>
          </a:ln>
        </p:spPr>
      </p:cxnSp>
      <p:cxnSp>
        <p:nvCxnSpPr>
          <p:cNvPr id="450" name="Google Shape;450;p50"/>
          <p:cNvCxnSpPr/>
          <p:nvPr/>
        </p:nvCxnSpPr>
        <p:spPr>
          <a:xfrm>
            <a:off x="3047996" y="2987889"/>
            <a:ext cx="3048000" cy="0"/>
          </a:xfrm>
          <a:prstGeom prst="straightConnector1">
            <a:avLst/>
          </a:prstGeom>
          <a:noFill/>
          <a:ln w="12700" cap="flat" cmpd="sng">
            <a:solidFill>
              <a:schemeClr val="lt1"/>
            </a:solidFill>
            <a:prstDash val="solid"/>
            <a:miter lim="800000"/>
            <a:headEnd type="none" w="sm" len="sm"/>
            <a:tailEnd type="none" w="sm" len="sm"/>
          </a:ln>
        </p:spPr>
      </p:cxnSp>
      <p:cxnSp>
        <p:nvCxnSpPr>
          <p:cNvPr id="451" name="Google Shape;451;p50"/>
          <p:cNvCxnSpPr/>
          <p:nvPr/>
        </p:nvCxnSpPr>
        <p:spPr>
          <a:xfrm>
            <a:off x="3047996" y="3810849"/>
            <a:ext cx="3048000" cy="0"/>
          </a:xfrm>
          <a:prstGeom prst="straightConnector1">
            <a:avLst/>
          </a:prstGeom>
          <a:noFill/>
          <a:ln w="12700" cap="flat" cmpd="sng">
            <a:solidFill>
              <a:schemeClr val="lt1"/>
            </a:solidFill>
            <a:prstDash val="solid"/>
            <a:miter lim="800000"/>
            <a:headEnd type="none" w="sm" len="sm"/>
            <a:tailEnd type="none" w="sm" len="sm"/>
          </a:ln>
        </p:spPr>
      </p:cxnSp>
      <p:sp>
        <p:nvSpPr>
          <p:cNvPr id="452" name="Google Shape;452;p50"/>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53" name="Google Shape;453;p50"/>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4" name="Google Shape;454;p50"/>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ustom layout 13">
  <p:cSld name="custom layout 13">
    <p:spTree>
      <p:nvGrpSpPr>
        <p:cNvPr id="1" name="Shape 455"/>
        <p:cNvGrpSpPr/>
        <p:nvPr/>
      </p:nvGrpSpPr>
      <p:grpSpPr>
        <a:xfrm>
          <a:off x="0" y="0"/>
          <a:ext cx="0" cy="0"/>
          <a:chOff x="0" y="0"/>
          <a:chExt cx="0" cy="0"/>
        </a:xfrm>
      </p:grpSpPr>
      <p:sp>
        <p:nvSpPr>
          <p:cNvPr id="456" name="Google Shape;456;p51"/>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7" name="Google Shape;457;p51"/>
          <p:cNvSpPr>
            <a:spLocks noGrp="1"/>
          </p:cNvSpPr>
          <p:nvPr>
            <p:ph type="pic" idx="2"/>
          </p:nvPr>
        </p:nvSpPr>
        <p:spPr>
          <a:xfrm>
            <a:off x="5039917" y="879475"/>
            <a:ext cx="4104000" cy="3744900"/>
          </a:xfrm>
          <a:prstGeom prst="rect">
            <a:avLst/>
          </a:prstGeom>
          <a:noFill/>
          <a:ln>
            <a:noFill/>
          </a:ln>
        </p:spPr>
      </p:sp>
      <p:sp>
        <p:nvSpPr>
          <p:cNvPr id="458" name="Google Shape;458;p51"/>
          <p:cNvSpPr txBox="1">
            <a:spLocks noGrp="1"/>
          </p:cNvSpPr>
          <p:nvPr>
            <p:ph type="body" idx="1"/>
          </p:nvPr>
        </p:nvSpPr>
        <p:spPr>
          <a:xfrm>
            <a:off x="1" y="879475"/>
            <a:ext cx="2700300" cy="1872000"/>
          </a:xfrm>
          <a:prstGeom prst="rect">
            <a:avLst/>
          </a:prstGeom>
          <a:solidFill>
            <a:srgbClr val="D8D8D8"/>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dk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59" name="Google Shape;459;p51"/>
          <p:cNvSpPr txBox="1">
            <a:spLocks noGrp="1"/>
          </p:cNvSpPr>
          <p:nvPr>
            <p:ph type="body" idx="3"/>
          </p:nvPr>
        </p:nvSpPr>
        <p:spPr>
          <a:xfrm>
            <a:off x="0" y="2752344"/>
            <a:ext cx="2700300" cy="1872000"/>
          </a:xfrm>
          <a:prstGeom prst="rect">
            <a:avLst/>
          </a:prstGeom>
          <a:solidFill>
            <a:schemeClr val="lt2"/>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60" name="Google Shape;460;p51"/>
          <p:cNvSpPr>
            <a:spLocks noGrp="1"/>
          </p:cNvSpPr>
          <p:nvPr>
            <p:ph type="pic" idx="4"/>
          </p:nvPr>
        </p:nvSpPr>
        <p:spPr>
          <a:xfrm>
            <a:off x="2700338" y="895692"/>
            <a:ext cx="2339700" cy="1855800"/>
          </a:xfrm>
          <a:prstGeom prst="rect">
            <a:avLst/>
          </a:prstGeom>
          <a:noFill/>
          <a:ln>
            <a:noFill/>
          </a:ln>
        </p:spPr>
      </p:sp>
      <p:sp>
        <p:nvSpPr>
          <p:cNvPr id="461" name="Google Shape;461;p51"/>
          <p:cNvSpPr>
            <a:spLocks noGrp="1"/>
          </p:cNvSpPr>
          <p:nvPr>
            <p:ph type="pic" idx="5"/>
          </p:nvPr>
        </p:nvSpPr>
        <p:spPr>
          <a:xfrm>
            <a:off x="2700338" y="2768544"/>
            <a:ext cx="2339700" cy="1855800"/>
          </a:xfrm>
          <a:prstGeom prst="rect">
            <a:avLst/>
          </a:prstGeom>
          <a:noFill/>
          <a:ln>
            <a:noFill/>
          </a:ln>
        </p:spPr>
      </p:sp>
      <p:sp>
        <p:nvSpPr>
          <p:cNvPr id="462" name="Google Shape;462;p51"/>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63" name="Google Shape;463;p51"/>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4" name="Google Shape;464;p51"/>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ustom layout 15">
  <p:cSld name="custom layout 15">
    <p:spTree>
      <p:nvGrpSpPr>
        <p:cNvPr id="1" name="Shape 465"/>
        <p:cNvGrpSpPr/>
        <p:nvPr/>
      </p:nvGrpSpPr>
      <p:grpSpPr>
        <a:xfrm>
          <a:off x="0" y="0"/>
          <a:ext cx="0" cy="0"/>
          <a:chOff x="0" y="0"/>
          <a:chExt cx="0" cy="0"/>
        </a:xfrm>
      </p:grpSpPr>
      <p:sp>
        <p:nvSpPr>
          <p:cNvPr id="466" name="Google Shape;466;p52"/>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7" name="Google Shape;467;p52"/>
          <p:cNvSpPr txBox="1">
            <a:spLocks noGrp="1"/>
          </p:cNvSpPr>
          <p:nvPr>
            <p:ph type="body" idx="1"/>
          </p:nvPr>
        </p:nvSpPr>
        <p:spPr>
          <a:xfrm>
            <a:off x="1350169" y="879480"/>
            <a:ext cx="1350300" cy="12483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68" name="Google Shape;468;p52"/>
          <p:cNvSpPr>
            <a:spLocks noGrp="1"/>
          </p:cNvSpPr>
          <p:nvPr>
            <p:ph type="pic" idx="2"/>
          </p:nvPr>
        </p:nvSpPr>
        <p:spPr>
          <a:xfrm>
            <a:off x="2700337" y="895696"/>
            <a:ext cx="3743400" cy="3728700"/>
          </a:xfrm>
          <a:prstGeom prst="rect">
            <a:avLst/>
          </a:prstGeom>
          <a:noFill/>
          <a:ln>
            <a:noFill/>
          </a:ln>
        </p:spPr>
      </p:sp>
      <p:sp>
        <p:nvSpPr>
          <p:cNvPr id="469" name="Google Shape;469;p52"/>
          <p:cNvSpPr txBox="1">
            <a:spLocks noGrp="1"/>
          </p:cNvSpPr>
          <p:nvPr>
            <p:ph type="body" idx="3"/>
          </p:nvPr>
        </p:nvSpPr>
        <p:spPr>
          <a:xfrm>
            <a:off x="1" y="879480"/>
            <a:ext cx="1350300" cy="1248300"/>
          </a:xfrm>
          <a:prstGeom prst="rect">
            <a:avLst/>
          </a:prstGeom>
          <a:solidFill>
            <a:schemeClr val="accent1"/>
          </a:solidFill>
          <a:ln>
            <a:noFill/>
          </a:ln>
        </p:spPr>
        <p:txBody>
          <a:bodyPr spcFirstLastPara="1" wrap="square" lIns="0" tIns="0" rIns="0" bIns="0" anchor="ctr" anchorCtr="0">
            <a:noAutofit/>
          </a:bodyPr>
          <a:lstStyle>
            <a:lvl1pPr marL="457200" lvl="0" indent="-285750" algn="ctr">
              <a:lnSpc>
                <a:spcPct val="100000"/>
              </a:lnSpc>
              <a:spcBef>
                <a:spcPts val="200"/>
              </a:spcBef>
              <a:spcAft>
                <a:spcPts val="0"/>
              </a:spcAft>
              <a:buSzPts val="900"/>
              <a:buFont typeface="Libre Franklin"/>
              <a:buChar char="•"/>
              <a:defRPr sz="1200">
                <a:solidFill>
                  <a:schemeClr val="lt1"/>
                </a:solidFil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0" name="Google Shape;470;p52"/>
          <p:cNvSpPr txBox="1">
            <a:spLocks noGrp="1"/>
          </p:cNvSpPr>
          <p:nvPr>
            <p:ph type="body" idx="4"/>
          </p:nvPr>
        </p:nvSpPr>
        <p:spPr>
          <a:xfrm>
            <a:off x="1350169" y="2127784"/>
            <a:ext cx="1350300" cy="12483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1" name="Google Shape;471;p52"/>
          <p:cNvSpPr txBox="1">
            <a:spLocks noGrp="1"/>
          </p:cNvSpPr>
          <p:nvPr>
            <p:ph type="body" idx="5"/>
          </p:nvPr>
        </p:nvSpPr>
        <p:spPr>
          <a:xfrm>
            <a:off x="1" y="2127785"/>
            <a:ext cx="1350300" cy="1248300"/>
          </a:xfrm>
          <a:prstGeom prst="rect">
            <a:avLst/>
          </a:prstGeom>
          <a:solidFill>
            <a:schemeClr val="dk2"/>
          </a:solidFill>
          <a:ln>
            <a:noFill/>
          </a:ln>
        </p:spPr>
        <p:txBody>
          <a:bodyPr spcFirstLastPara="1" wrap="square" lIns="0" tIns="0" rIns="0" bIns="0" anchor="ctr" anchorCtr="0">
            <a:noAutofit/>
          </a:bodyPr>
          <a:lstStyle>
            <a:lvl1pPr marL="457200" lvl="0" indent="-285750" algn="ctr">
              <a:lnSpc>
                <a:spcPct val="100000"/>
              </a:lnSpc>
              <a:spcBef>
                <a:spcPts val="200"/>
              </a:spcBef>
              <a:spcAft>
                <a:spcPts val="0"/>
              </a:spcAft>
              <a:buSzPts val="900"/>
              <a:buFont typeface="Libre Franklin"/>
              <a:buChar char="•"/>
              <a:defRPr sz="1200">
                <a:solidFill>
                  <a:schemeClr val="lt1"/>
                </a:solidFil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2" name="Google Shape;472;p52"/>
          <p:cNvSpPr txBox="1">
            <a:spLocks noGrp="1"/>
          </p:cNvSpPr>
          <p:nvPr>
            <p:ph type="body" idx="6"/>
          </p:nvPr>
        </p:nvSpPr>
        <p:spPr>
          <a:xfrm>
            <a:off x="1350169" y="3376088"/>
            <a:ext cx="1350300" cy="12483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3" name="Google Shape;473;p52"/>
          <p:cNvSpPr txBox="1">
            <a:spLocks noGrp="1"/>
          </p:cNvSpPr>
          <p:nvPr>
            <p:ph type="body" idx="7"/>
          </p:nvPr>
        </p:nvSpPr>
        <p:spPr>
          <a:xfrm>
            <a:off x="1" y="3376089"/>
            <a:ext cx="1350300" cy="1248300"/>
          </a:xfrm>
          <a:prstGeom prst="rect">
            <a:avLst/>
          </a:prstGeom>
          <a:solidFill>
            <a:schemeClr val="accent1"/>
          </a:solidFill>
          <a:ln>
            <a:noFill/>
          </a:ln>
        </p:spPr>
        <p:txBody>
          <a:bodyPr spcFirstLastPara="1" wrap="square" lIns="0" tIns="0" rIns="0" bIns="0" anchor="ctr" anchorCtr="0">
            <a:noAutofit/>
          </a:bodyPr>
          <a:lstStyle>
            <a:lvl1pPr marL="457200" lvl="0" indent="-285750" algn="ctr">
              <a:lnSpc>
                <a:spcPct val="100000"/>
              </a:lnSpc>
              <a:spcBef>
                <a:spcPts val="200"/>
              </a:spcBef>
              <a:spcAft>
                <a:spcPts val="0"/>
              </a:spcAft>
              <a:buSzPts val="900"/>
              <a:buFont typeface="Libre Franklin"/>
              <a:buChar char="•"/>
              <a:defRPr sz="1200">
                <a:solidFill>
                  <a:schemeClr val="lt1"/>
                </a:solidFil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4" name="Google Shape;474;p52"/>
          <p:cNvSpPr txBox="1">
            <a:spLocks noGrp="1"/>
          </p:cNvSpPr>
          <p:nvPr>
            <p:ph type="body" idx="8"/>
          </p:nvPr>
        </p:nvSpPr>
        <p:spPr>
          <a:xfrm>
            <a:off x="7793832" y="879476"/>
            <a:ext cx="1350300" cy="1872000"/>
          </a:xfrm>
          <a:prstGeom prst="rect">
            <a:avLst/>
          </a:prstGeom>
          <a:solidFill>
            <a:schemeClr val="accent1"/>
          </a:solidFill>
          <a:ln>
            <a:noFill/>
          </a:ln>
        </p:spPr>
        <p:txBody>
          <a:bodyPr spcFirstLastPara="1" wrap="square" lIns="0" tIns="0" rIns="0" bIns="0" anchor="ctr" anchorCtr="0">
            <a:noAutofit/>
          </a:bodyPr>
          <a:lstStyle>
            <a:lvl1pPr marL="457200" lvl="0" indent="-285750" algn="ctr">
              <a:lnSpc>
                <a:spcPct val="100000"/>
              </a:lnSpc>
              <a:spcBef>
                <a:spcPts val="200"/>
              </a:spcBef>
              <a:spcAft>
                <a:spcPts val="0"/>
              </a:spcAft>
              <a:buClr>
                <a:srgbClr val="529A43"/>
              </a:buClr>
              <a:buSzPts val="900"/>
              <a:buFont typeface="Libre Franklin"/>
              <a:buChar char="•"/>
              <a:defRPr sz="1200">
                <a:solidFill>
                  <a:schemeClr val="lt1"/>
                </a:solidFill>
              </a:defRPr>
            </a:lvl1pPr>
            <a:lvl2pPr marL="914400" lvl="1" indent="-304800" algn="l">
              <a:lnSpc>
                <a:spcPct val="100000"/>
              </a:lnSpc>
              <a:spcBef>
                <a:spcPts val="200"/>
              </a:spcBef>
              <a:spcAft>
                <a:spcPts val="0"/>
              </a:spcAft>
              <a:buClr>
                <a:srgbClr val="529A43"/>
              </a:buClr>
              <a:buSzPts val="1200"/>
              <a:buChar char="•"/>
              <a:defRPr sz="1200">
                <a:solidFill>
                  <a:srgbClr val="000000"/>
                </a:solidFill>
              </a:defRPr>
            </a:lvl2pPr>
            <a:lvl3pPr marL="1371600" lvl="2" indent="-228600" algn="l">
              <a:lnSpc>
                <a:spcPct val="100000"/>
              </a:lnSpc>
              <a:spcBef>
                <a:spcPts val="400"/>
              </a:spcBef>
              <a:spcAft>
                <a:spcPts val="0"/>
              </a:spcAft>
              <a:buClr>
                <a:srgbClr val="529A43"/>
              </a:buClr>
              <a:buSzPts val="2000"/>
              <a:buNone/>
              <a:defRPr sz="2000">
                <a:solidFill>
                  <a:srgbClr val="000000"/>
                </a:solidFill>
              </a:defRPr>
            </a:lvl3pPr>
            <a:lvl4pPr marL="1828800" lvl="3" indent="-342900" algn="l">
              <a:lnSpc>
                <a:spcPct val="100000"/>
              </a:lnSpc>
              <a:spcBef>
                <a:spcPts val="400"/>
              </a:spcBef>
              <a:spcAft>
                <a:spcPts val="0"/>
              </a:spcAft>
              <a:buClr>
                <a:srgbClr val="529A43"/>
              </a:buClr>
              <a:buSzPts val="1800"/>
              <a:buChar char="•"/>
              <a:defRPr sz="1800">
                <a:solidFill>
                  <a:srgbClr val="000000"/>
                </a:solidFill>
              </a:defRPr>
            </a:lvl4pPr>
            <a:lvl5pPr marL="2286000" lvl="4" indent="-342900" algn="l">
              <a:lnSpc>
                <a:spcPct val="100000"/>
              </a:lnSpc>
              <a:spcBef>
                <a:spcPts val="400"/>
              </a:spcBef>
              <a:spcAft>
                <a:spcPts val="0"/>
              </a:spcAft>
              <a:buClr>
                <a:srgbClr val="529A43"/>
              </a:buClr>
              <a:buSzPts val="1800"/>
              <a:buChar char="•"/>
              <a:defRPr sz="1800">
                <a:solidFill>
                  <a:srgbClr val="000000"/>
                </a:solidFill>
              </a:defRPr>
            </a:lvl5pPr>
            <a:lvl6pPr marL="2743200" lvl="5" indent="-342900" algn="l">
              <a:lnSpc>
                <a:spcPct val="100000"/>
              </a:lnSpc>
              <a:spcBef>
                <a:spcPts val="400"/>
              </a:spcBef>
              <a:spcAft>
                <a:spcPts val="0"/>
              </a:spcAft>
              <a:buSzPts val="1800"/>
              <a:buChar char="•"/>
              <a:defRPr sz="1800"/>
            </a:lvl6pPr>
            <a:lvl7pPr marL="3200400" lvl="6" indent="-342900" algn="l">
              <a:lnSpc>
                <a:spcPct val="100000"/>
              </a:lnSpc>
              <a:spcBef>
                <a:spcPts val="400"/>
              </a:spcBef>
              <a:spcAft>
                <a:spcPts val="0"/>
              </a:spcAft>
              <a:buSzPts val="1800"/>
              <a:buChar char="•"/>
              <a:defRPr sz="1800"/>
            </a:lvl7pPr>
            <a:lvl8pPr marL="3657600" lvl="7" indent="-342900" algn="l">
              <a:lnSpc>
                <a:spcPct val="100000"/>
              </a:lnSpc>
              <a:spcBef>
                <a:spcPts val="400"/>
              </a:spcBef>
              <a:spcAft>
                <a:spcPts val="0"/>
              </a:spcAft>
              <a:buSzPts val="1800"/>
              <a:buChar char="•"/>
              <a:defRPr sz="1800"/>
            </a:lvl8pPr>
            <a:lvl9pPr marL="4114800" lvl="8" indent="-342900" algn="l">
              <a:lnSpc>
                <a:spcPct val="100000"/>
              </a:lnSpc>
              <a:spcBef>
                <a:spcPts val="400"/>
              </a:spcBef>
              <a:spcAft>
                <a:spcPts val="0"/>
              </a:spcAft>
              <a:buSzPts val="1800"/>
              <a:buChar char="•"/>
              <a:defRPr sz="1800"/>
            </a:lvl9pPr>
          </a:lstStyle>
          <a:p>
            <a:endParaRPr/>
          </a:p>
        </p:txBody>
      </p:sp>
      <p:sp>
        <p:nvSpPr>
          <p:cNvPr id="475" name="Google Shape;475;p52"/>
          <p:cNvSpPr txBox="1">
            <a:spLocks noGrp="1"/>
          </p:cNvSpPr>
          <p:nvPr>
            <p:ph type="body" idx="9"/>
          </p:nvPr>
        </p:nvSpPr>
        <p:spPr>
          <a:xfrm>
            <a:off x="7793832" y="2763758"/>
            <a:ext cx="1350300" cy="1860600"/>
          </a:xfrm>
          <a:prstGeom prst="rect">
            <a:avLst/>
          </a:prstGeom>
          <a:solidFill>
            <a:schemeClr val="dk2"/>
          </a:solidFill>
          <a:ln>
            <a:noFill/>
          </a:ln>
        </p:spPr>
        <p:txBody>
          <a:bodyPr spcFirstLastPara="1" wrap="square" lIns="0" tIns="0" rIns="0" bIns="0" anchor="ctr" anchorCtr="0">
            <a:noAutofit/>
          </a:bodyPr>
          <a:lstStyle>
            <a:lvl1pPr marL="457200" lvl="0" indent="-285750" algn="ctr">
              <a:lnSpc>
                <a:spcPct val="100000"/>
              </a:lnSpc>
              <a:spcBef>
                <a:spcPts val="200"/>
              </a:spcBef>
              <a:spcAft>
                <a:spcPts val="0"/>
              </a:spcAft>
              <a:buSzPts val="900"/>
              <a:buFont typeface="Libre Franklin"/>
              <a:buChar char="•"/>
              <a:defRPr sz="1200">
                <a:solidFill>
                  <a:schemeClr val="lt1"/>
                </a:solidFill>
              </a:defRPr>
            </a:lvl1pPr>
            <a:lvl2pPr marL="914400" lvl="1" indent="-317500" algn="l">
              <a:lnSpc>
                <a:spcPct val="100000"/>
              </a:lnSpc>
              <a:spcBef>
                <a:spcPts val="300"/>
              </a:spcBef>
              <a:spcAft>
                <a:spcPts val="0"/>
              </a:spcAft>
              <a:buSzPts val="1400"/>
              <a:buChar char="•"/>
              <a:defRPr/>
            </a:lvl2pPr>
            <a:lvl3pPr marL="1371600" lvl="2" indent="-228600" algn="l">
              <a:lnSpc>
                <a:spcPct val="100000"/>
              </a:lnSpc>
              <a:spcBef>
                <a:spcPts val="300"/>
              </a:spcBef>
              <a:spcAft>
                <a:spcPts val="0"/>
              </a:spcAft>
              <a:buSzPts val="1400"/>
              <a:buNone/>
              <a:defRPr/>
            </a:lvl3pPr>
            <a:lvl4pPr marL="1828800" lvl="3" indent="-317500" algn="l">
              <a:lnSpc>
                <a:spcPct val="100000"/>
              </a:lnSpc>
              <a:spcBef>
                <a:spcPts val="300"/>
              </a:spcBef>
              <a:spcAft>
                <a:spcPts val="0"/>
              </a:spcAft>
              <a:buSzPts val="1400"/>
              <a:buChar char="•"/>
              <a:defRPr/>
            </a:lvl4pPr>
            <a:lvl5pPr marL="2286000" lvl="4" indent="-317500" algn="l">
              <a:lnSpc>
                <a:spcPct val="100000"/>
              </a:lnSpc>
              <a:spcBef>
                <a:spcPts val="300"/>
              </a:spcBef>
              <a:spcAft>
                <a:spcPts val="0"/>
              </a:spcAft>
              <a:buSzPts val="1400"/>
              <a:buChar char="•"/>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6" name="Google Shape;476;p52"/>
          <p:cNvSpPr txBox="1">
            <a:spLocks noGrp="1"/>
          </p:cNvSpPr>
          <p:nvPr>
            <p:ph type="body" idx="13"/>
          </p:nvPr>
        </p:nvSpPr>
        <p:spPr>
          <a:xfrm>
            <a:off x="6443662" y="879476"/>
            <a:ext cx="1350300" cy="1872000"/>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7" name="Google Shape;477;p52"/>
          <p:cNvSpPr txBox="1">
            <a:spLocks noGrp="1"/>
          </p:cNvSpPr>
          <p:nvPr>
            <p:ph type="body" idx="14"/>
          </p:nvPr>
        </p:nvSpPr>
        <p:spPr>
          <a:xfrm>
            <a:off x="6443662" y="2763758"/>
            <a:ext cx="1350300" cy="1860600"/>
          </a:xfrm>
          <a:prstGeom prst="rect">
            <a:avLst/>
          </a:prstGeom>
          <a:solidFill>
            <a:schemeClr val="dk2"/>
          </a:solidFill>
          <a:ln>
            <a:noFill/>
          </a:ln>
        </p:spPr>
        <p:txBody>
          <a:bodyPr spcFirstLastPara="1" wrap="square" lIns="0" tIns="0" rIns="0" bIns="0" anchor="ctr" anchorCtr="0">
            <a:noAutofit/>
          </a:bodyPr>
          <a:lstStyle>
            <a:lvl1pPr marL="457200" lvl="0" indent="-228600" algn="ctr">
              <a:lnSpc>
                <a:spcPct val="100000"/>
              </a:lnSpc>
              <a:spcBef>
                <a:spcPts val="200"/>
              </a:spcBef>
              <a:spcAft>
                <a:spcPts val="0"/>
              </a:spcAft>
              <a:buSzPts val="1200"/>
              <a:buFont typeface="Libre Franklin"/>
              <a:buNone/>
              <a:defRPr sz="1200">
                <a:solidFill>
                  <a:schemeClr val="lt1"/>
                </a:solidFill>
                <a:latin typeface="Arial"/>
                <a:ea typeface="Arial"/>
                <a:cs typeface="Arial"/>
                <a:sym typeface="Arial"/>
              </a:defRPr>
            </a:lvl1pPr>
            <a:lvl2pPr marL="914400" lvl="1" indent="-336550" algn="l">
              <a:lnSpc>
                <a:spcPct val="100000"/>
              </a:lnSpc>
              <a:spcBef>
                <a:spcPts val="300"/>
              </a:spcBef>
              <a:spcAft>
                <a:spcPts val="0"/>
              </a:spcAft>
              <a:buSzPts val="1700"/>
              <a:buChar char="•"/>
              <a:defRPr sz="1700">
                <a:solidFill>
                  <a:schemeClr val="lt1"/>
                </a:solidFill>
              </a:defRPr>
            </a:lvl2pPr>
            <a:lvl3pPr marL="1371600" lvl="2" indent="-228600" algn="l">
              <a:lnSpc>
                <a:spcPct val="100000"/>
              </a:lnSpc>
              <a:spcBef>
                <a:spcPts val="300"/>
              </a:spcBef>
              <a:spcAft>
                <a:spcPts val="0"/>
              </a:spcAft>
              <a:buSzPts val="1700"/>
              <a:buNone/>
              <a:defRPr sz="1700">
                <a:solidFill>
                  <a:schemeClr val="lt1"/>
                </a:solidFill>
              </a:defRPr>
            </a:lvl3pPr>
            <a:lvl4pPr marL="1828800" lvl="3" indent="-336550" algn="l">
              <a:lnSpc>
                <a:spcPct val="100000"/>
              </a:lnSpc>
              <a:spcBef>
                <a:spcPts val="300"/>
              </a:spcBef>
              <a:spcAft>
                <a:spcPts val="0"/>
              </a:spcAft>
              <a:buSzPts val="1700"/>
              <a:buChar char="•"/>
              <a:defRPr sz="1700">
                <a:solidFill>
                  <a:schemeClr val="lt1"/>
                </a:solidFill>
              </a:defRPr>
            </a:lvl4pPr>
            <a:lvl5pPr marL="2286000" lvl="4" indent="-336550" algn="l">
              <a:lnSpc>
                <a:spcPct val="100000"/>
              </a:lnSpc>
              <a:spcBef>
                <a:spcPts val="300"/>
              </a:spcBef>
              <a:spcAft>
                <a:spcPts val="0"/>
              </a:spcAft>
              <a:buSzPts val="1700"/>
              <a:buChar char="•"/>
              <a:defRPr sz="1700">
                <a:solidFill>
                  <a:schemeClr val="lt1"/>
                </a:solidFill>
              </a:defRPr>
            </a:lvl5pPr>
            <a:lvl6pPr marL="2743200" lvl="5" indent="-317500" algn="l">
              <a:lnSpc>
                <a:spcPct val="100000"/>
              </a:lnSpc>
              <a:spcBef>
                <a:spcPts val="300"/>
              </a:spcBef>
              <a:spcAft>
                <a:spcPts val="0"/>
              </a:spcAft>
              <a:buSzPts val="1400"/>
              <a:buChar char="•"/>
              <a:defRPr/>
            </a:lvl6pPr>
            <a:lvl7pPr marL="3200400" lvl="6" indent="-317500" algn="l">
              <a:lnSpc>
                <a:spcPct val="100000"/>
              </a:lnSpc>
              <a:spcBef>
                <a:spcPts val="300"/>
              </a:spcBef>
              <a:spcAft>
                <a:spcPts val="0"/>
              </a:spcAft>
              <a:buSzPts val="1400"/>
              <a:buChar char="•"/>
              <a:defRPr/>
            </a:lvl7pPr>
            <a:lvl8pPr marL="3657600" lvl="7" indent="-317500" algn="l">
              <a:lnSpc>
                <a:spcPct val="100000"/>
              </a:lnSpc>
              <a:spcBef>
                <a:spcPts val="300"/>
              </a:spcBef>
              <a:spcAft>
                <a:spcPts val="0"/>
              </a:spcAft>
              <a:buSzPts val="1400"/>
              <a:buChar char="•"/>
              <a:defRPr/>
            </a:lvl8pPr>
            <a:lvl9pPr marL="4114800" lvl="8" indent="-317500" algn="l">
              <a:lnSpc>
                <a:spcPct val="100000"/>
              </a:lnSpc>
              <a:spcBef>
                <a:spcPts val="300"/>
              </a:spcBef>
              <a:spcAft>
                <a:spcPts val="0"/>
              </a:spcAft>
              <a:buSzPts val="1400"/>
              <a:buChar char="•"/>
              <a:defRPr/>
            </a:lvl9pPr>
          </a:lstStyle>
          <a:p>
            <a:endParaRPr/>
          </a:p>
        </p:txBody>
      </p:sp>
      <p:sp>
        <p:nvSpPr>
          <p:cNvPr id="478" name="Google Shape;478;p52"/>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79" name="Google Shape;479;p52"/>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52"/>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ustom layout 16">
  <p:cSld name="custom layout 16">
    <p:spTree>
      <p:nvGrpSpPr>
        <p:cNvPr id="1" name="Shape 481"/>
        <p:cNvGrpSpPr/>
        <p:nvPr/>
      </p:nvGrpSpPr>
      <p:grpSpPr>
        <a:xfrm>
          <a:off x="0" y="0"/>
          <a:ext cx="0" cy="0"/>
          <a:chOff x="0" y="0"/>
          <a:chExt cx="0" cy="0"/>
        </a:xfrm>
      </p:grpSpPr>
      <p:sp>
        <p:nvSpPr>
          <p:cNvPr id="482" name="Google Shape;482;p53"/>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3" name="Google Shape;483;p53"/>
          <p:cNvSpPr>
            <a:spLocks noGrp="1"/>
          </p:cNvSpPr>
          <p:nvPr>
            <p:ph type="pic" idx="2"/>
          </p:nvPr>
        </p:nvSpPr>
        <p:spPr>
          <a:xfrm>
            <a:off x="5962650" y="898538"/>
            <a:ext cx="3181500" cy="3744900"/>
          </a:xfrm>
          <a:prstGeom prst="rect">
            <a:avLst/>
          </a:prstGeom>
          <a:noFill/>
          <a:ln>
            <a:noFill/>
          </a:ln>
        </p:spPr>
      </p:sp>
      <p:sp>
        <p:nvSpPr>
          <p:cNvPr id="484" name="Google Shape;484;p53"/>
          <p:cNvSpPr txBox="1">
            <a:spLocks noGrp="1"/>
          </p:cNvSpPr>
          <p:nvPr>
            <p:ph type="body" idx="1"/>
          </p:nvPr>
        </p:nvSpPr>
        <p:spPr>
          <a:xfrm>
            <a:off x="0" y="898538"/>
            <a:ext cx="4085100" cy="468300"/>
          </a:xfrm>
          <a:prstGeom prst="rect">
            <a:avLst/>
          </a:prstGeom>
          <a:solidFill>
            <a:schemeClr val="accent1"/>
          </a:solidFill>
          <a:ln>
            <a:noFill/>
          </a:ln>
        </p:spPr>
        <p:txBody>
          <a:bodyPr spcFirstLastPara="1" wrap="square" lIns="27000" tIns="0" rIns="54000" bIns="0" anchor="ctr" anchorCtr="0">
            <a:noAutofit/>
          </a:bodyPr>
          <a:lstStyle>
            <a:lvl1pPr marL="457200" lvl="0" indent="-228600" algn="l">
              <a:lnSpc>
                <a:spcPct val="90000"/>
              </a:lnSpc>
              <a:spcBef>
                <a:spcPts val="300"/>
              </a:spcBef>
              <a:spcAft>
                <a:spcPts val="0"/>
              </a:spcAft>
              <a:buSzPts val="1400"/>
              <a:buFont typeface="Libre Franklin Medium"/>
              <a:buNone/>
              <a:defRPr sz="1400">
                <a:solidFill>
                  <a:schemeClr val="lt1"/>
                </a:solidFill>
                <a:latin typeface="Arial"/>
                <a:ea typeface="Arial"/>
                <a:cs typeface="Arial"/>
                <a:sym typeface="Arial"/>
              </a:defRPr>
            </a:lvl1pPr>
            <a:lvl2pPr marL="914400" lvl="1" indent="-336550" algn="l">
              <a:lnSpc>
                <a:spcPct val="90000"/>
              </a:lnSpc>
              <a:spcBef>
                <a:spcPts val="300"/>
              </a:spcBef>
              <a:spcAft>
                <a:spcPts val="0"/>
              </a:spcAft>
              <a:buSzPts val="1700"/>
              <a:buChar char="•"/>
              <a:defRPr sz="1700">
                <a:solidFill>
                  <a:schemeClr val="lt1"/>
                </a:solidFill>
              </a:defRPr>
            </a:lvl2pPr>
            <a:lvl3pPr marL="1371600" lvl="2" indent="-228600" algn="l">
              <a:lnSpc>
                <a:spcPct val="90000"/>
              </a:lnSpc>
              <a:spcBef>
                <a:spcPts val="300"/>
              </a:spcBef>
              <a:spcAft>
                <a:spcPts val="0"/>
              </a:spcAft>
              <a:buSzPts val="1700"/>
              <a:buNone/>
              <a:defRPr sz="1700">
                <a:solidFill>
                  <a:schemeClr val="lt1"/>
                </a:solidFill>
              </a:defRPr>
            </a:lvl3pPr>
            <a:lvl4pPr marL="1828800" lvl="3" indent="-336550" algn="l">
              <a:lnSpc>
                <a:spcPct val="90000"/>
              </a:lnSpc>
              <a:spcBef>
                <a:spcPts val="300"/>
              </a:spcBef>
              <a:spcAft>
                <a:spcPts val="0"/>
              </a:spcAft>
              <a:buSzPts val="1700"/>
              <a:buChar char="•"/>
              <a:defRPr sz="1700">
                <a:solidFill>
                  <a:schemeClr val="lt1"/>
                </a:solidFill>
              </a:defRPr>
            </a:lvl4pPr>
            <a:lvl5pPr marL="2286000" lvl="4" indent="-336550" algn="l">
              <a:lnSpc>
                <a:spcPct val="90000"/>
              </a:lnSpc>
              <a:spcBef>
                <a:spcPts val="300"/>
              </a:spcBef>
              <a:spcAft>
                <a:spcPts val="0"/>
              </a:spcAft>
              <a:buSzPts val="1700"/>
              <a:buChar char="•"/>
              <a:defRPr sz="1700">
                <a:solidFill>
                  <a:schemeClr val="lt1"/>
                </a:solidFill>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0"/>
              </a:spcAft>
              <a:buSzPts val="1400"/>
              <a:buChar char="•"/>
              <a:defRPr/>
            </a:lvl9pPr>
          </a:lstStyle>
          <a:p>
            <a:endParaRPr/>
          </a:p>
        </p:txBody>
      </p:sp>
      <p:sp>
        <p:nvSpPr>
          <p:cNvPr id="485" name="Google Shape;485;p53"/>
          <p:cNvSpPr txBox="1">
            <a:spLocks noGrp="1"/>
          </p:cNvSpPr>
          <p:nvPr>
            <p:ph type="body" idx="3"/>
          </p:nvPr>
        </p:nvSpPr>
        <p:spPr>
          <a:xfrm>
            <a:off x="0" y="1364457"/>
            <a:ext cx="4081800" cy="3279000"/>
          </a:xfrm>
          <a:prstGeom prst="rect">
            <a:avLst/>
          </a:prstGeom>
          <a:solidFill>
            <a:srgbClr val="E1E3E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600"/>
              <a:buNone/>
              <a:defRPr/>
            </a:lvl1pPr>
            <a:lvl2pPr marL="914400" lvl="1" indent="-317500" algn="l">
              <a:lnSpc>
                <a:spcPct val="90000"/>
              </a:lnSpc>
              <a:spcBef>
                <a:spcPts val="375"/>
              </a:spcBef>
              <a:spcAft>
                <a:spcPts val="0"/>
              </a:spcAft>
              <a:buSzPts val="1400"/>
              <a:buChar char="•"/>
              <a:defRPr/>
            </a:lvl2pPr>
            <a:lvl3pPr marL="1371600" lvl="2" indent="-317500" algn="l">
              <a:lnSpc>
                <a:spcPct val="90000"/>
              </a:lnSpc>
              <a:spcBef>
                <a:spcPts val="375"/>
              </a:spcBef>
              <a:spcAft>
                <a:spcPts val="0"/>
              </a:spcAft>
              <a:buSzPts val="1400"/>
              <a:buChar char="•"/>
              <a:defRPr/>
            </a:lvl3pPr>
            <a:lvl4pPr marL="1828800" lvl="3" indent="-317500" algn="l">
              <a:lnSpc>
                <a:spcPct val="90000"/>
              </a:lnSpc>
              <a:spcBef>
                <a:spcPts val="375"/>
              </a:spcBef>
              <a:spcAft>
                <a:spcPts val="0"/>
              </a:spcAft>
              <a:buSzPts val="1400"/>
              <a:buChar char="•"/>
              <a:defRPr/>
            </a:lvl4pPr>
            <a:lvl5pPr marL="2286000" lvl="4" indent="-317500" algn="l">
              <a:lnSpc>
                <a:spcPct val="90000"/>
              </a:lnSpc>
              <a:spcBef>
                <a:spcPts val="375"/>
              </a:spcBef>
              <a:spcAft>
                <a:spcPts val="0"/>
              </a:spcAft>
              <a:buSzPts val="1400"/>
              <a:buChar char="•"/>
              <a:defRPr/>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86" name="Google Shape;486;p53"/>
          <p:cNvSpPr txBox="1">
            <a:spLocks noGrp="1"/>
          </p:cNvSpPr>
          <p:nvPr>
            <p:ph type="body" idx="4"/>
          </p:nvPr>
        </p:nvSpPr>
        <p:spPr>
          <a:xfrm>
            <a:off x="4104252" y="898538"/>
            <a:ext cx="1856100" cy="1867500"/>
          </a:xfrm>
          <a:prstGeom prst="rect">
            <a:avLst/>
          </a:prstGeom>
          <a:solidFill>
            <a:srgbClr val="E1E3E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000"/>
              <a:buNone/>
              <a:defRPr sz="1000"/>
            </a:lvl1pPr>
            <a:lvl2pPr marL="914400" lvl="1" indent="-292100" algn="l">
              <a:lnSpc>
                <a:spcPct val="90000"/>
              </a:lnSpc>
              <a:spcBef>
                <a:spcPts val="375"/>
              </a:spcBef>
              <a:spcAft>
                <a:spcPts val="0"/>
              </a:spcAft>
              <a:buSzPts val="1000"/>
              <a:buChar char="•"/>
              <a:defRPr sz="1000"/>
            </a:lvl2pPr>
            <a:lvl3pPr marL="1371600" lvl="2" indent="-292100" algn="l">
              <a:lnSpc>
                <a:spcPct val="90000"/>
              </a:lnSpc>
              <a:spcBef>
                <a:spcPts val="375"/>
              </a:spcBef>
              <a:spcAft>
                <a:spcPts val="0"/>
              </a:spcAft>
              <a:buSzPts val="1000"/>
              <a:buChar char="•"/>
              <a:defRPr sz="1000"/>
            </a:lvl3pPr>
            <a:lvl4pPr marL="1828800" lvl="3" indent="-292100" algn="l">
              <a:lnSpc>
                <a:spcPct val="90000"/>
              </a:lnSpc>
              <a:spcBef>
                <a:spcPts val="375"/>
              </a:spcBef>
              <a:spcAft>
                <a:spcPts val="0"/>
              </a:spcAft>
              <a:buSzPts val="1000"/>
              <a:buChar char="•"/>
              <a:defRPr sz="1000"/>
            </a:lvl4pPr>
            <a:lvl5pPr marL="2286000" lvl="4" indent="-292100" algn="l">
              <a:lnSpc>
                <a:spcPct val="90000"/>
              </a:lnSpc>
              <a:spcBef>
                <a:spcPts val="375"/>
              </a:spcBef>
              <a:spcAft>
                <a:spcPts val="0"/>
              </a:spcAft>
              <a:buSzPts val="1000"/>
              <a:buChar char="•"/>
              <a:defRPr sz="10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87" name="Google Shape;487;p53"/>
          <p:cNvSpPr txBox="1">
            <a:spLocks noGrp="1"/>
          </p:cNvSpPr>
          <p:nvPr>
            <p:ph type="body" idx="5"/>
          </p:nvPr>
        </p:nvSpPr>
        <p:spPr>
          <a:xfrm>
            <a:off x="4104252" y="2788920"/>
            <a:ext cx="1856100" cy="1854600"/>
          </a:xfrm>
          <a:prstGeom prst="rect">
            <a:avLst/>
          </a:prstGeom>
          <a:solidFill>
            <a:srgbClr val="E1E3E1"/>
          </a:solidFill>
          <a:ln>
            <a:noFill/>
          </a:ln>
        </p:spPr>
        <p:txBody>
          <a:bodyPr spcFirstLastPara="1" wrap="square" lIns="0" tIns="45700" rIns="91425" bIns="45700" anchor="ctr" anchorCtr="0">
            <a:noAutofit/>
          </a:bodyPr>
          <a:lstStyle>
            <a:lvl1pPr marL="457200" lvl="0" indent="-228600" algn="ctr">
              <a:lnSpc>
                <a:spcPct val="90000"/>
              </a:lnSpc>
              <a:spcBef>
                <a:spcPts val="750"/>
              </a:spcBef>
              <a:spcAft>
                <a:spcPts val="0"/>
              </a:spcAft>
              <a:buSzPts val="1000"/>
              <a:buNone/>
              <a:defRPr sz="1000"/>
            </a:lvl1pPr>
            <a:lvl2pPr marL="914400" lvl="1" indent="-292100" algn="l">
              <a:lnSpc>
                <a:spcPct val="90000"/>
              </a:lnSpc>
              <a:spcBef>
                <a:spcPts val="375"/>
              </a:spcBef>
              <a:spcAft>
                <a:spcPts val="0"/>
              </a:spcAft>
              <a:buSzPts val="1000"/>
              <a:buChar char="•"/>
              <a:defRPr sz="1000"/>
            </a:lvl2pPr>
            <a:lvl3pPr marL="1371600" lvl="2" indent="-292100" algn="l">
              <a:lnSpc>
                <a:spcPct val="90000"/>
              </a:lnSpc>
              <a:spcBef>
                <a:spcPts val="375"/>
              </a:spcBef>
              <a:spcAft>
                <a:spcPts val="0"/>
              </a:spcAft>
              <a:buSzPts val="1000"/>
              <a:buChar char="•"/>
              <a:defRPr sz="1000"/>
            </a:lvl3pPr>
            <a:lvl4pPr marL="1828800" lvl="3" indent="-292100" algn="l">
              <a:lnSpc>
                <a:spcPct val="90000"/>
              </a:lnSpc>
              <a:spcBef>
                <a:spcPts val="375"/>
              </a:spcBef>
              <a:spcAft>
                <a:spcPts val="0"/>
              </a:spcAft>
              <a:buSzPts val="1000"/>
              <a:buChar char="•"/>
              <a:defRPr sz="1000"/>
            </a:lvl4pPr>
            <a:lvl5pPr marL="2286000" lvl="4" indent="-292100" algn="l">
              <a:lnSpc>
                <a:spcPct val="90000"/>
              </a:lnSpc>
              <a:spcBef>
                <a:spcPts val="375"/>
              </a:spcBef>
              <a:spcAft>
                <a:spcPts val="0"/>
              </a:spcAft>
              <a:buSzPts val="1000"/>
              <a:buChar char="•"/>
              <a:defRPr sz="1000"/>
            </a:lvl5pPr>
            <a:lvl6pPr marL="2743200" lvl="5" indent="-342900" algn="l">
              <a:lnSpc>
                <a:spcPct val="90000"/>
              </a:lnSpc>
              <a:spcBef>
                <a:spcPts val="375"/>
              </a:spcBef>
              <a:spcAft>
                <a:spcPts val="0"/>
              </a:spcAft>
              <a:buSzPts val="1800"/>
              <a:buChar char="•"/>
              <a:defRPr/>
            </a:lvl6pPr>
            <a:lvl7pPr marL="3200400" lvl="6" indent="-342900" algn="l">
              <a:lnSpc>
                <a:spcPct val="90000"/>
              </a:lnSpc>
              <a:spcBef>
                <a:spcPts val="375"/>
              </a:spcBef>
              <a:spcAft>
                <a:spcPts val="0"/>
              </a:spcAft>
              <a:buSzPts val="1800"/>
              <a:buChar char="•"/>
              <a:defRPr/>
            </a:lvl7pPr>
            <a:lvl8pPr marL="3657600" lvl="7" indent="-342900" algn="l">
              <a:lnSpc>
                <a:spcPct val="90000"/>
              </a:lnSpc>
              <a:spcBef>
                <a:spcPts val="375"/>
              </a:spcBef>
              <a:spcAft>
                <a:spcPts val="0"/>
              </a:spcAft>
              <a:buSzPts val="1800"/>
              <a:buChar char="•"/>
              <a:defRPr/>
            </a:lvl8pPr>
            <a:lvl9pPr marL="4114800" lvl="8" indent="-342900" algn="l">
              <a:lnSpc>
                <a:spcPct val="90000"/>
              </a:lnSpc>
              <a:spcBef>
                <a:spcPts val="375"/>
              </a:spcBef>
              <a:spcAft>
                <a:spcPts val="0"/>
              </a:spcAft>
              <a:buSzPts val="1800"/>
              <a:buChar char="•"/>
              <a:defRPr/>
            </a:lvl9pPr>
          </a:lstStyle>
          <a:p>
            <a:endParaRPr/>
          </a:p>
        </p:txBody>
      </p:sp>
      <p:sp>
        <p:nvSpPr>
          <p:cNvPr id="488" name="Google Shape;488;p53"/>
          <p:cNvSpPr txBox="1">
            <a:spLocks noGrp="1"/>
          </p:cNvSpPr>
          <p:nvPr>
            <p:ph type="sldNum" idx="12"/>
          </p:nvPr>
        </p:nvSpPr>
        <p:spPr>
          <a:xfrm>
            <a:off x="338137" y="4744094"/>
            <a:ext cx="440400" cy="2739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800" b="0" i="0" u="none" strike="noStrike" cap="none">
                <a:solidFill>
                  <a:schemeClr val="dk1"/>
                </a:solidFill>
                <a:latin typeface="Arial"/>
                <a:ea typeface="Arial"/>
                <a:cs typeface="Arial"/>
                <a:sym typeface="Arial"/>
              </a:defRPr>
            </a:lvl1pPr>
            <a:lvl2pPr marL="0" lvl="1" indent="0" algn="l">
              <a:spcBef>
                <a:spcPts val="0"/>
              </a:spcBef>
              <a:buNone/>
              <a:defRPr sz="800" b="0" i="0" u="none" strike="noStrike" cap="none">
                <a:solidFill>
                  <a:schemeClr val="dk1"/>
                </a:solidFill>
                <a:latin typeface="Arial"/>
                <a:ea typeface="Arial"/>
                <a:cs typeface="Arial"/>
                <a:sym typeface="Arial"/>
              </a:defRPr>
            </a:lvl2pPr>
            <a:lvl3pPr marL="0" lvl="2" indent="0" algn="l">
              <a:spcBef>
                <a:spcPts val="0"/>
              </a:spcBef>
              <a:buNone/>
              <a:defRPr sz="800" b="0" i="0" u="none" strike="noStrike" cap="none">
                <a:solidFill>
                  <a:schemeClr val="dk1"/>
                </a:solidFill>
                <a:latin typeface="Arial"/>
                <a:ea typeface="Arial"/>
                <a:cs typeface="Arial"/>
                <a:sym typeface="Arial"/>
              </a:defRPr>
            </a:lvl3pPr>
            <a:lvl4pPr marL="0" lvl="3" indent="0" algn="l">
              <a:spcBef>
                <a:spcPts val="0"/>
              </a:spcBef>
              <a:buNone/>
              <a:defRPr sz="800" b="0" i="0" u="none" strike="noStrike" cap="none">
                <a:solidFill>
                  <a:schemeClr val="dk1"/>
                </a:solidFill>
                <a:latin typeface="Arial"/>
                <a:ea typeface="Arial"/>
                <a:cs typeface="Arial"/>
                <a:sym typeface="Arial"/>
              </a:defRPr>
            </a:lvl4pPr>
            <a:lvl5pPr marL="0" lvl="4" indent="0" algn="l">
              <a:spcBef>
                <a:spcPts val="0"/>
              </a:spcBef>
              <a:buNone/>
              <a:defRPr sz="800" b="0" i="0" u="none" strike="noStrike" cap="none">
                <a:solidFill>
                  <a:schemeClr val="dk1"/>
                </a:solidFill>
                <a:latin typeface="Arial"/>
                <a:ea typeface="Arial"/>
                <a:cs typeface="Arial"/>
                <a:sym typeface="Arial"/>
              </a:defRPr>
            </a:lvl5pPr>
            <a:lvl6pPr marL="0" lvl="5" indent="0" algn="l">
              <a:spcBef>
                <a:spcPts val="0"/>
              </a:spcBef>
              <a:buNone/>
              <a:defRPr sz="800" b="0" i="0" u="none" strike="noStrike" cap="none">
                <a:solidFill>
                  <a:schemeClr val="dk1"/>
                </a:solidFill>
                <a:latin typeface="Arial"/>
                <a:ea typeface="Arial"/>
                <a:cs typeface="Arial"/>
                <a:sym typeface="Arial"/>
              </a:defRPr>
            </a:lvl6pPr>
            <a:lvl7pPr marL="0" lvl="6" indent="0" algn="l">
              <a:spcBef>
                <a:spcPts val="0"/>
              </a:spcBef>
              <a:buNone/>
              <a:defRPr sz="800" b="0" i="0" u="none" strike="noStrike" cap="none">
                <a:solidFill>
                  <a:schemeClr val="dk1"/>
                </a:solidFill>
                <a:latin typeface="Arial"/>
                <a:ea typeface="Arial"/>
                <a:cs typeface="Arial"/>
                <a:sym typeface="Arial"/>
              </a:defRPr>
            </a:lvl7pPr>
            <a:lvl8pPr marL="0" lvl="7" indent="0" algn="l">
              <a:spcBef>
                <a:spcPts val="0"/>
              </a:spcBef>
              <a:buNone/>
              <a:defRPr sz="800" b="0" i="0" u="none" strike="noStrike" cap="none">
                <a:solidFill>
                  <a:schemeClr val="dk1"/>
                </a:solidFill>
                <a:latin typeface="Arial"/>
                <a:ea typeface="Arial"/>
                <a:cs typeface="Arial"/>
                <a:sym typeface="Arial"/>
              </a:defRPr>
            </a:lvl8pPr>
            <a:lvl9pPr marL="0" lvl="8" indent="0" algn="l">
              <a:spcBef>
                <a:spcPts val="0"/>
              </a:spcBef>
              <a:buNone/>
              <a:defRPr sz="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489" name="Google Shape;489;p53"/>
          <p:cNvSpPr txBox="1">
            <a:spLocks noGrp="1"/>
          </p:cNvSpPr>
          <p:nvPr>
            <p:ph type="dt" idx="10"/>
          </p:nvPr>
        </p:nvSpPr>
        <p:spPr>
          <a:xfrm>
            <a:off x="892775" y="4744094"/>
            <a:ext cx="9051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0" name="Google Shape;490;p53"/>
          <p:cNvSpPr txBox="1">
            <a:spLocks noGrp="1"/>
          </p:cNvSpPr>
          <p:nvPr>
            <p:ph type="ftr" idx="11"/>
          </p:nvPr>
        </p:nvSpPr>
        <p:spPr>
          <a:xfrm>
            <a:off x="4998308" y="4744094"/>
            <a:ext cx="2916300" cy="273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91"/>
        <p:cNvGrpSpPr/>
        <p:nvPr/>
      </p:nvGrpSpPr>
      <p:grpSpPr>
        <a:xfrm>
          <a:off x="0" y="0"/>
          <a:ext cx="0" cy="0"/>
          <a:chOff x="0" y="0"/>
          <a:chExt cx="0" cy="0"/>
        </a:xfrm>
      </p:grpSpPr>
      <p:sp>
        <p:nvSpPr>
          <p:cNvPr id="492" name="Google Shape;492;p54"/>
          <p:cNvSpPr txBox="1">
            <a:spLocks noGrp="1"/>
          </p:cNvSpPr>
          <p:nvPr>
            <p:ph type="ctrTitle"/>
          </p:nvPr>
        </p:nvSpPr>
        <p:spPr>
          <a:xfrm>
            <a:off x="311708" y="744575"/>
            <a:ext cx="8520600" cy="2052600"/>
          </a:xfrm>
          <a:prstGeom prst="rect">
            <a:avLst/>
          </a:prstGeom>
        </p:spPr>
        <p:txBody>
          <a:bodyPr spcFirstLastPara="1" wrap="square" lIns="0" tIns="45700" rIns="91425" bIns="4570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93" name="Google Shape;493;p54"/>
          <p:cNvSpPr txBox="1">
            <a:spLocks noGrp="1"/>
          </p:cNvSpPr>
          <p:nvPr>
            <p:ph type="subTitle" idx="1"/>
          </p:nvPr>
        </p:nvSpPr>
        <p:spPr>
          <a:xfrm>
            <a:off x="311700" y="2834125"/>
            <a:ext cx="8520600" cy="792600"/>
          </a:xfrm>
          <a:prstGeom prst="rect">
            <a:avLst/>
          </a:prstGeom>
        </p:spPr>
        <p:txBody>
          <a:bodyPr spcFirstLastPara="1" wrap="square" lIns="0" tIns="45700" rIns="91425" bIns="45700" anchor="t" anchorCtr="0">
            <a:noAutofit/>
          </a:bodyPr>
          <a:lstStyle>
            <a:lvl1pPr lvl="0" algn="ctr">
              <a:lnSpc>
                <a:spcPct val="100000"/>
              </a:lnSpc>
              <a:spcBef>
                <a:spcPts val="750"/>
              </a:spcBef>
              <a:spcAft>
                <a:spcPts val="0"/>
              </a:spcAft>
              <a:buSzPts val="2800"/>
              <a:buNone/>
              <a:defRPr sz="2800"/>
            </a:lvl1pPr>
            <a:lvl2pPr lvl="1" algn="ctr">
              <a:lnSpc>
                <a:spcPct val="100000"/>
              </a:lnSpc>
              <a:spcBef>
                <a:spcPts val="375"/>
              </a:spcBef>
              <a:spcAft>
                <a:spcPts val="0"/>
              </a:spcAft>
              <a:buSzPts val="2800"/>
              <a:buNone/>
              <a:defRPr sz="2800"/>
            </a:lvl2pPr>
            <a:lvl3pPr lvl="2" algn="ctr">
              <a:lnSpc>
                <a:spcPct val="100000"/>
              </a:lnSpc>
              <a:spcBef>
                <a:spcPts val="375"/>
              </a:spcBef>
              <a:spcAft>
                <a:spcPts val="0"/>
              </a:spcAft>
              <a:buSzPts val="2800"/>
              <a:buNone/>
              <a:defRPr sz="2800"/>
            </a:lvl3pPr>
            <a:lvl4pPr lvl="3" algn="ctr">
              <a:lnSpc>
                <a:spcPct val="100000"/>
              </a:lnSpc>
              <a:spcBef>
                <a:spcPts val="375"/>
              </a:spcBef>
              <a:spcAft>
                <a:spcPts val="0"/>
              </a:spcAft>
              <a:buSzPts val="2800"/>
              <a:buNone/>
              <a:defRPr sz="2800"/>
            </a:lvl4pPr>
            <a:lvl5pPr lvl="4" algn="ctr">
              <a:lnSpc>
                <a:spcPct val="100000"/>
              </a:lnSpc>
              <a:spcBef>
                <a:spcPts val="375"/>
              </a:spcBef>
              <a:spcAft>
                <a:spcPts val="0"/>
              </a:spcAft>
              <a:buSzPts val="2800"/>
              <a:buNone/>
              <a:defRPr sz="2800"/>
            </a:lvl5pPr>
            <a:lvl6pPr lvl="5" algn="ctr">
              <a:lnSpc>
                <a:spcPct val="100000"/>
              </a:lnSpc>
              <a:spcBef>
                <a:spcPts val="375"/>
              </a:spcBef>
              <a:spcAft>
                <a:spcPts val="0"/>
              </a:spcAft>
              <a:buSzPts val="2800"/>
              <a:buNone/>
              <a:defRPr sz="2800"/>
            </a:lvl6pPr>
            <a:lvl7pPr lvl="6" algn="ctr">
              <a:lnSpc>
                <a:spcPct val="100000"/>
              </a:lnSpc>
              <a:spcBef>
                <a:spcPts val="375"/>
              </a:spcBef>
              <a:spcAft>
                <a:spcPts val="0"/>
              </a:spcAft>
              <a:buSzPts val="2800"/>
              <a:buNone/>
              <a:defRPr sz="2800"/>
            </a:lvl7pPr>
            <a:lvl8pPr lvl="7" algn="ctr">
              <a:lnSpc>
                <a:spcPct val="100000"/>
              </a:lnSpc>
              <a:spcBef>
                <a:spcPts val="375"/>
              </a:spcBef>
              <a:spcAft>
                <a:spcPts val="0"/>
              </a:spcAft>
              <a:buSzPts val="2800"/>
              <a:buNone/>
              <a:defRPr sz="2800"/>
            </a:lvl8pPr>
            <a:lvl9pPr lvl="8" algn="ctr">
              <a:lnSpc>
                <a:spcPct val="100000"/>
              </a:lnSpc>
              <a:spcBef>
                <a:spcPts val="375"/>
              </a:spcBef>
              <a:spcAft>
                <a:spcPts val="0"/>
              </a:spcAft>
              <a:buSzPts val="2800"/>
              <a:buNone/>
              <a:defRPr sz="2800"/>
            </a:lvl9pPr>
          </a:lstStyle>
          <a:p>
            <a:endParaRPr/>
          </a:p>
        </p:txBody>
      </p:sp>
      <p:sp>
        <p:nvSpPr>
          <p:cNvPr id="494" name="Google Shape;494;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38138" y="273844"/>
            <a:ext cx="8452200" cy="518400"/>
          </a:xfrm>
          <a:prstGeom prst="rect">
            <a:avLst/>
          </a:prstGeom>
          <a:noFill/>
          <a:ln>
            <a:noFill/>
          </a:ln>
        </p:spPr>
        <p:txBody>
          <a:bodyPr spcFirstLastPara="1" wrap="square" lIns="0" tIns="45700" rIns="91425" bIns="45700" anchor="b" anchorCtr="0">
            <a:noAutofit/>
          </a:bodyPr>
          <a:lstStyle>
            <a:lvl1pPr marR="0" lvl="0" algn="l" rtl="0">
              <a:lnSpc>
                <a:spcPct val="90000"/>
              </a:lnSpc>
              <a:spcBef>
                <a:spcPts val="0"/>
              </a:spcBef>
              <a:spcAft>
                <a:spcPts val="0"/>
              </a:spcAft>
              <a:buClr>
                <a:schemeClr val="dk1"/>
              </a:buClr>
              <a:buSzPts val="2700"/>
              <a:buFont typeface="Arial"/>
              <a:buNone/>
              <a:defRPr sz="27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38138" y="889824"/>
            <a:ext cx="8452200" cy="3753300"/>
          </a:xfrm>
          <a:prstGeom prst="rect">
            <a:avLst/>
          </a:prstGeom>
          <a:noFill/>
          <a:ln>
            <a:noFill/>
          </a:ln>
        </p:spPr>
        <p:txBody>
          <a:bodyPr spcFirstLastPara="1" wrap="square" lIns="0" tIns="45700" rIns="91425" bIns="45700" anchor="t" anchorCtr="0">
            <a:noAutofit/>
          </a:bodyPr>
          <a:lstStyle>
            <a:lvl1pPr marL="457200" marR="0" lvl="0" indent="-330200" algn="l" rtl="0">
              <a:lnSpc>
                <a:spcPct val="90000"/>
              </a:lnSpc>
              <a:spcBef>
                <a:spcPts val="750"/>
              </a:spcBef>
              <a:spcAft>
                <a:spcPts val="0"/>
              </a:spcAft>
              <a:buClr>
                <a:schemeClr val="accent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375"/>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90000"/>
              </a:lnSpc>
              <a:spcBef>
                <a:spcPts val="375"/>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375"/>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375"/>
              </a:spcBef>
              <a:spcAft>
                <a:spcPts val="0"/>
              </a:spcAft>
              <a:buClr>
                <a:schemeClr val="accent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9563" algn="l" rtl="0">
              <a:lnSpc>
                <a:spcPct val="90000"/>
              </a:lnSpc>
              <a:spcBef>
                <a:spcPts val="375"/>
              </a:spcBef>
              <a:spcAft>
                <a:spcPts val="0"/>
              </a:spcAft>
              <a:buClr>
                <a:schemeClr val="accent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3" algn="l" rtl="0">
              <a:lnSpc>
                <a:spcPct val="90000"/>
              </a:lnSpc>
              <a:spcBef>
                <a:spcPts val="375"/>
              </a:spcBef>
              <a:spcAft>
                <a:spcPts val="0"/>
              </a:spcAft>
              <a:buClr>
                <a:schemeClr val="accent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3" algn="l" rtl="0">
              <a:lnSpc>
                <a:spcPct val="90000"/>
              </a:lnSpc>
              <a:spcBef>
                <a:spcPts val="375"/>
              </a:spcBef>
              <a:spcAft>
                <a:spcPts val="0"/>
              </a:spcAft>
              <a:buClr>
                <a:schemeClr val="accent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3" algn="l" rtl="0">
              <a:lnSpc>
                <a:spcPct val="90000"/>
              </a:lnSpc>
              <a:spcBef>
                <a:spcPts val="375"/>
              </a:spcBef>
              <a:spcAft>
                <a:spcPts val="0"/>
              </a:spcAft>
              <a:buClr>
                <a:schemeClr val="accent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pic>
        <p:nvPicPr>
          <p:cNvPr id="8" name="Google Shape;8;p1"/>
          <p:cNvPicPr preferRelativeResize="0"/>
          <p:nvPr/>
        </p:nvPicPr>
        <p:blipFill rotWithShape="1">
          <a:blip r:embed="rId55">
            <a:alphaModFix/>
          </a:blip>
          <a:srcRect/>
          <a:stretch/>
        </p:blipFill>
        <p:spPr>
          <a:xfrm>
            <a:off x="7883544" y="4733778"/>
            <a:ext cx="928177" cy="2858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213">
          <p15:clr>
            <a:srgbClr val="F26B43"/>
          </p15:clr>
        </p15:guide>
        <p15:guide id="4" pos="5537">
          <p15:clr>
            <a:srgbClr val="F26B43"/>
          </p15:clr>
        </p15:guide>
        <p15:guide id="5" orient="horz" pos="170">
          <p15:clr>
            <a:srgbClr val="F26B43"/>
          </p15:clr>
        </p15:guide>
        <p15:guide id="6" orient="horz" pos="2925">
          <p15:clr>
            <a:srgbClr val="F26B43"/>
          </p15:clr>
        </p15:guide>
        <p15:guide id="7" pos="1988">
          <p15:clr>
            <a:srgbClr val="F26B43"/>
          </p15:clr>
        </p15:guide>
        <p15:guide id="8" pos="375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3" Type="http://schemas.openxmlformats.org/officeDocument/2006/relationships/hyperlink" Target="https://www.ncbi.nlm.nih.gov/snp/rs6983267"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regulation.ensembl.org/2025-12/genome/homo_sapiens?location=8:127731826-127746559" TargetMode="External"/><Relationship Id="rId4" Type="http://schemas.openxmlformats.org/officeDocument/2006/relationships/hyperlink" Target="https://www.ncbi.nlm.nih.gov/snp/rs67491583"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ncbi.nlm.nih.gov/snp/rs6983267"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hyperlink" Target="https://www.ncbi.nlm.nih.gov/snp/rs6983267#variant_details" TargetMode="Externa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hyperlink" Target="https://www.ncbi.nlm.nih.gov/snp/rs6983267#publication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hyperlink" Target="https://www.ncbi.nlm.nih.gov/snp/rs67491583#variant_detail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hyperlink" Target="https://www.ncbi.nlm.nih.gov/snp/rs67491583" TargetMode="Externa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hyperlink" Target="https://www.ebi.ac.uk/ols4/ontologies/efo/classes/http%253A%252F%252Fwww.ebi.ac.uk%252Fefo%252FEFO_0002824?lang=en"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www.ebi.ac.uk/ols4/ontologies/clo/classes/http%253A%252F%252Fpurl.obolibrary.org%252Fobo%252FCLO_0002172?lang=en"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screen.wenglab.org/"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hyperlink" Target="https://screen.wenglab.org/GRCh38/variant/rs6983267?open=BYegTCBODOBsCcAOAzGWB2EAGIA" TargetMode="Externa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hyperlink" Target="https://screen.wenglab.org/GRCh38/variant/rs6983267/browser?open=BYegTCBODOBsCcAOAzGWB2Eyg"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screen.wenglab.org/GRCh38/variant/rs67491583/browser?open=BYegTCBODOBsCcAOAzGWB2EyA0oIwwBZ4BGAVhSyA"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hyperlink" Target="https://regulation.ensembl.org/2025-12/regulatory_features/homo_sapiens/ENSR8_CGMBX" TargetMode="External"/><Relationship Id="rId7"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www.ensembl.org/genome-browser/GCA_000001405.29?focus=variant:8:127401060:rs6983267&amp;location=8:127385743-127763323" TargetMode="External"/><Relationship Id="rId5" Type="http://schemas.openxmlformats.org/officeDocument/2006/relationships/image" Target="../media/image45.png"/><Relationship Id="rId4" Type="http://schemas.openxmlformats.org/officeDocument/2006/relationships/hyperlink" Target="https://www.ensembl.org/genome-browser/GCA_000001405.29?focus=variant:8:127401060:rs6983267&amp;location=8:127401035-127401085"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regulation.ensembl.org/2025-12/regulatory_features/homo_sapiens/ENSR8_93TKC2" TargetMode="External"/><Relationship Id="rId7"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www.ensembl.org/genome-browser/GCA_000001405.29?focus=variant:8:127401983:rs67491583&amp;location=8:127383289-127753611" TargetMode="External"/><Relationship Id="rId5" Type="http://schemas.openxmlformats.org/officeDocument/2006/relationships/image" Target="../media/image47.png"/><Relationship Id="rId4" Type="http://schemas.openxmlformats.org/officeDocument/2006/relationships/hyperlink" Target="https://www.ensembl.org/genome-browser/GCA_000001405.29?focus=variant:8:127401983:rs67491583&amp;location=8:127401956-127402010"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screen.wenglab.org/GRCh38/ccre/EH38E3858447?open=BYegTCBODOBsCcAOAzGWB2EAGANKCMGALPAIwCsK2e2IAogBLKJ3OVFGZZA"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hyperlink" Target="https://screen.wenglab.org/GRCh38/ccre/EH38E3858449?open=BYegTCBODOBsCcAOAzGWB2EAGANKCMGALPAIwCsKIye2IAogBLKL0uVFGa6hYPOt2iTvGxA"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hyperlink" Target="https://regulation.ensembl.org/2025-12/regulatory_features/homo_sapiens/ENSR8_CGMBX" TargetMode="External"/><Relationship Id="rId7"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hyperlink" Target="https://regulation.ensembl.org/2025-12/genome/homo_sapiens?location=8:127400117-127401957" TargetMode="External"/><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hyperlink" Target="https://regulation.ensembl.org/2025-12/regulatory_features/homo_sapiens/ENSR8_93TKC2" TargetMode="External"/><Relationship Id="rId7"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regulation.ensembl.org/2025-12/genome/homo_sapiens?location=8:127401565-127402645" TargetMode="External"/><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61.png"/><Relationship Id="rId4" Type="http://schemas.openxmlformats.org/officeDocument/2006/relationships/hyperlink" Target="https://www.encodeproject.org/search/?type=ReferenceEpigenome&amp;searchTerm=human%20Caco-2"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hyperlink" Target="https://regulation.ensembl.org/2025-12/epigenomes/homo_sapiens/nKGUDincTv2RdLUuCHt9bA"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66.png"/><Relationship Id="rId4" Type="http://schemas.openxmlformats.org/officeDocument/2006/relationships/hyperlink" Target="https://regulation.ensembl.org/2025-12/epigenomes/homo_sapiens/ypOlOxUKQiO5U-om86MokA"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screen.wenglab.org/GRCh38/ccre/EH38E3858449?open=BYegTCBODOBsCcAOAzGWB2EAGANKCMGALPAIwCsKIye2IAogBLKL0uVFGa6hYPOt2iTvGxA"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3" Type="http://schemas.openxmlformats.org/officeDocument/2006/relationships/hyperlink" Target="https://screen.wenglab.org/GRCh38/ccre/EH38E3858447/browser?open=BYegTCBODOBsCcAOAzGWB2EAGANKCMGALPAIwCsKIye2IAogBLKL0uVFGY2hYPOt2iTvGpA"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hyperlink" Target="https://screen.wenglab.org/GRCh38/ccre/EH38E3858447/browser?open=BYegTCBODOBsCcAOAzGWB2EAGANKCMGALPAIwCsKIye2IAogBLKL0uVFGY2hYPOt2iTvGpA"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72.png"/><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3" Type="http://schemas.openxmlformats.org/officeDocument/2006/relationships/hyperlink" Target="https://screen.wenglab.org/GRCh38/ccre/EH38E3858449/browser?open=BYegTCBODOBsCcAOAzGWB2EAGANKCMGALPAIwCsKIye2IAogBLKL0uVFGY2hYPOt2iTvGpA"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74.png"/><Relationship Id="rId4" Type="http://schemas.openxmlformats.org/officeDocument/2006/relationships/image" Target="../media/image73.png"/></Relationships>
</file>

<file path=ppt/slides/_rels/slide30.xml.rels><?xml version="1.0" encoding="UTF-8" standalone="yes"?>
<Relationships xmlns="http://schemas.openxmlformats.org/package/2006/relationships"><Relationship Id="rId3" Type="http://schemas.openxmlformats.org/officeDocument/2006/relationships/hyperlink" Target="https://regulation.ensembl.org/2025-12/genome/homo_sapiens?location=8:127393776-127748039"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75.png"/></Relationships>
</file>

<file path=ppt/slides/_rels/slide31.xml.rels><?xml version="1.0" encoding="UTF-8" standalone="yes"?>
<Relationships xmlns="http://schemas.openxmlformats.org/package/2006/relationships"><Relationship Id="rId3" Type="http://schemas.openxmlformats.org/officeDocument/2006/relationships/hyperlink" Target="https://regulation.ensembl.org/2025-12/genome/homo_sapiens?location=8:127393776-127748039"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76.png"/></Relationships>
</file>

<file path=ppt/slides/_rels/slide32.xml.rels><?xml version="1.0" encoding="UTF-8" standalone="yes"?>
<Relationships xmlns="http://schemas.openxmlformats.org/package/2006/relationships"><Relationship Id="rId3" Type="http://schemas.openxmlformats.org/officeDocument/2006/relationships/hyperlink" Target="https://regulation.ensembl.org/2025-12/genome/homo_sapiens?location=8:127400031-127403281"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3" Type="http://schemas.openxmlformats.org/officeDocument/2006/relationships/hyperlink" Target="https://regulation.ensembl.org/2025-12/genome/homo_sapiens?location=8:127400031-127403281"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hyperlink" Target="https://screen.wenglab.org/GRCh38/ccre/EH38E3858447/browser?open=BYegDCCiASDMAckEFZ4BY0HYSyA" TargetMode="External"/><Relationship Id="rId4" Type="http://schemas.openxmlformats.org/officeDocument/2006/relationships/image" Target="../media/image7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regulation.ensembl.org/2025-12/genome/mus_musculus?location=6:6862400-6883174"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hyperlink" Target="https://screen.wenglab.org/mm10/gene/Dlx6?open=LYegjCAiA2AeCsIAMAaUEawGzKA" TargetMode="External"/><Relationship Id="rId3" Type="http://schemas.openxmlformats.org/officeDocument/2006/relationships/hyperlink" Target="https://regulation.ensembl.org/2025-12/genome/mus_musculus?location=6:6862400-6883174" TargetMode="External"/><Relationship Id="rId7" Type="http://schemas.openxmlformats.org/officeDocument/2006/relationships/image" Target="../media/image81.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hyperlink" Target="https://screen.wenglab.org/" TargetMode="External"/><Relationship Id="rId9" Type="http://schemas.openxmlformats.org/officeDocument/2006/relationships/image" Target="../media/image82.png"/></Relationships>
</file>

<file path=ppt/slides/_rels/slide38.xml.rels><?xml version="1.0" encoding="UTF-8" standalone="yes"?>
<Relationships xmlns="http://schemas.openxmlformats.org/package/2006/relationships"><Relationship Id="rId3" Type="http://schemas.openxmlformats.org/officeDocument/2006/relationships/hyperlink" Target="https://regulation.ensembl.org/2025-12/genome/mus_musculus?location=6:6862400-6883174"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83.png"/><Relationship Id="rId4" Type="http://schemas.openxmlformats.org/officeDocument/2006/relationships/hyperlink" Target="https://screen.wenglab.org/mm10/region/chr6%3A6862400-6883174/browser?open=LYegjCAiA2AeCsIAMAaUEawGzLSAzCAMYAWATlgKT4CCWAHFgEwAsSSAtA-fmAOwsCeQqQoAuBlgCcSKfS6Mp8fITBA"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regulation.ensembl.org/2025-12/genome/mus_musculus?location=6:6862400-6883174"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84.png"/></Relationships>
</file>

<file path=ppt/slides/_rels/slide40.xml.rels><?xml version="1.0" encoding="UTF-8" standalone="yes"?>
<Relationships xmlns="http://schemas.openxmlformats.org/package/2006/relationships"><Relationship Id="rId3" Type="http://schemas.openxmlformats.org/officeDocument/2006/relationships/hyperlink" Target="https://regulation.ensembl.org/2025-12/genome/mus_musculus?location=6:6862400-6883174"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86.png"/><Relationship Id="rId5" Type="http://schemas.openxmlformats.org/officeDocument/2006/relationships/hyperlink" Target="https://regulation.ensembl.org/2025-12/genes/mus_musculus/ENSMUSG00000029754.14" TargetMode="External"/><Relationship Id="rId4" Type="http://schemas.openxmlformats.org/officeDocument/2006/relationships/image" Target="../media/image85.png"/></Relationships>
</file>

<file path=ppt/slides/_rels/slide41.xml.rels><?xml version="1.0" encoding="UTF-8" standalone="yes"?>
<Relationships xmlns="http://schemas.openxmlformats.org/package/2006/relationships"><Relationship Id="rId3" Type="http://schemas.openxmlformats.org/officeDocument/2006/relationships/hyperlink" Target="https://regulation.ensembl.org/2025-12/genome/mus_musculus?location=6:6862400-6883174"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88.png"/><Relationship Id="rId5" Type="http://schemas.openxmlformats.org/officeDocument/2006/relationships/hyperlink" Target="https://regulation.ensembl.org/2025-12/genes/mus_musculus/ENSMUSG00000029755.11" TargetMode="External"/><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hyperlink" Target="https://screen.wenglab.org/mm10/region/chr6:6869098-6869533/ccres?open=LYegjCAiA2AeCsIAMAaUEawGzLSAzCAMYAWATlgKT4CCWAHFgEwAsSSAtA-fmAOwsCeQqQoAuBlgCcSKfS6Mp8fITBA" TargetMode="External"/><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90.png"/><Relationship Id="rId5" Type="http://schemas.openxmlformats.org/officeDocument/2006/relationships/hyperlink" Target="https://screen.wenglab.org/mm10/region/chr6%3A6869098-6869533/browser?open=LYegjCAiA2AeCsIAMAaUEawGzLSAzCAMYAWATlgKT4CCWAHFgEwAsSSAtA-fmAOwsCeQqQrU6jAJxJJ9LlPj5C+IA" TargetMode="External"/><Relationship Id="rId4" Type="http://schemas.openxmlformats.org/officeDocument/2006/relationships/image" Target="../media/image89.png"/></Relationships>
</file>

<file path=ppt/slides/_rels/slide43.xml.rels><?xml version="1.0" encoding="UTF-8" standalone="yes"?>
<Relationships xmlns="http://schemas.openxmlformats.org/package/2006/relationships"><Relationship Id="rId3" Type="http://schemas.openxmlformats.org/officeDocument/2006/relationships/hyperlink" Target="https://regulation.ensembl.org/2025-12/genome/mus_musculus?location=6:6869098-6869533" TargetMode="External"/><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hyperlink" Target="https://regulation.ensembl.org/2025-12/genome/mus_musculus?location=6:6866686-6872063" TargetMode="External"/><Relationship Id="rId4" Type="http://schemas.openxmlformats.org/officeDocument/2006/relationships/image" Target="../media/image91.png"/></Relationships>
</file>

<file path=ppt/slides/_rels/slide4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94.png"/></Relationships>
</file>

<file path=ppt/slides/_rels/slide45.xml.rels><?xml version="1.0" encoding="UTF-8" standalone="yes"?>
<Relationships xmlns="http://schemas.openxmlformats.org/package/2006/relationships"><Relationship Id="rId3" Type="http://schemas.openxmlformats.org/officeDocument/2006/relationships/hyperlink" Target="https://screen.wenglab.org/mm10/ccre/EM10E0813271?open=LYegjCAiA2AeCsIAMAaUEawGzLSAzCAMYAWATlgKT4CCWAHFgEwAsSSAtA-fmAOwsCeQqQrU6jAJxJJ9LlPj5CYYcXJVaDLJJaSm87buV4kIAKIBZMEjNJ6YfEz4QkQA" TargetMode="External"/><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96.png"/><Relationship Id="rId4" Type="http://schemas.openxmlformats.org/officeDocument/2006/relationships/image" Target="../media/image95.png"/></Relationships>
</file>

<file path=ppt/slides/_rels/slide4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screen.wenglab.org/mm10/ccre/EM10E0813271/browser?open=LYegDCCiCyCMaTADlgZgEwHZYlUA"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98.png"/></Relationships>
</file>

<file path=ppt/slides/_rels/slide4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hyperlink" Target="https://regulation.ensembl.org/2025-12/genome/mus_musculus?location=6:6868051-6870934" TargetMode="External"/><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101.png"/></Relationships>
</file>

<file path=ppt/slides/_rels/slide51.xml.rels><?xml version="1.0" encoding="UTF-8" standalone="yes"?>
<Relationships xmlns="http://schemas.openxmlformats.org/package/2006/relationships"><Relationship Id="rId3" Type="http://schemas.openxmlformats.org/officeDocument/2006/relationships/hyperlink" Target="https://regulation.ensembl.org/2025-12/genome/mus_musculus?location=6:6868051-6870934" TargetMode="External"/><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98.png"/><Relationship Id="rId5" Type="http://schemas.openxmlformats.org/officeDocument/2006/relationships/hyperlink" Target="https://screen.wenglab.org/mm10/ccre/EM10E0813271/browser?open=LYegDCCiCyCMaTADlgZgEwHZYlUA" TargetMode="External"/><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5"/>
          <p:cNvSpPr txBox="1">
            <a:spLocks noGrp="1"/>
          </p:cNvSpPr>
          <p:nvPr>
            <p:ph type="title"/>
          </p:nvPr>
        </p:nvSpPr>
        <p:spPr>
          <a:xfrm>
            <a:off x="548650" y="770925"/>
            <a:ext cx="5537700" cy="1415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Integrative Case Study: Non-coding Variant Interpretation</a:t>
            </a:r>
            <a:endParaRPr/>
          </a:p>
        </p:txBody>
      </p:sp>
      <p:sp>
        <p:nvSpPr>
          <p:cNvPr id="500" name="Google Shape;500;p55"/>
          <p:cNvSpPr txBox="1">
            <a:spLocks noGrp="1"/>
          </p:cNvSpPr>
          <p:nvPr>
            <p:ph type="body" idx="4"/>
          </p:nvPr>
        </p:nvSpPr>
        <p:spPr>
          <a:xfrm>
            <a:off x="640557" y="2310299"/>
            <a:ext cx="4867800" cy="526200"/>
          </a:xfrm>
          <a:prstGeom prst="rect">
            <a:avLst/>
          </a:prstGeom>
        </p:spPr>
        <p:txBody>
          <a:bodyPr spcFirstLastPara="1" wrap="square" lIns="0" tIns="45700" rIns="91425" bIns="45700" anchor="t" anchorCtr="0">
            <a:noAutofit/>
          </a:bodyPr>
          <a:lstStyle/>
          <a:p>
            <a:pPr marL="0" lvl="0" indent="0" algn="l" rtl="0">
              <a:spcBef>
                <a:spcPts val="750"/>
              </a:spcBef>
              <a:spcAft>
                <a:spcPts val="0"/>
              </a:spcAft>
              <a:buNone/>
            </a:pPr>
            <a:r>
              <a:rPr lang="en-GB"/>
              <a:t>Session 6</a:t>
            </a:r>
            <a:endParaRPr/>
          </a:p>
        </p:txBody>
      </p:sp>
      <p:sp>
        <p:nvSpPr>
          <p:cNvPr id="501" name="Google Shape;501;p55"/>
          <p:cNvSpPr txBox="1"/>
          <p:nvPr/>
        </p:nvSpPr>
        <p:spPr>
          <a:xfrm>
            <a:off x="640550" y="2755532"/>
            <a:ext cx="5322000" cy="526200"/>
          </a:xfrm>
          <a:prstGeom prst="rect">
            <a:avLst/>
          </a:prstGeom>
          <a:noFill/>
          <a:ln>
            <a:noFill/>
          </a:ln>
        </p:spPr>
        <p:txBody>
          <a:bodyPr spcFirstLastPara="1" wrap="square" lIns="0" tIns="45700" rIns="91425" bIns="45700" anchor="b" anchorCtr="0">
            <a:noAutofit/>
          </a:bodyPr>
          <a:lstStyle/>
          <a:p>
            <a:pPr marL="0" lvl="0" indent="0" algn="l" rtl="0">
              <a:spcBef>
                <a:spcPts val="0"/>
              </a:spcBef>
              <a:spcAft>
                <a:spcPts val="0"/>
              </a:spcAft>
              <a:buNone/>
            </a:pPr>
            <a:r>
              <a:rPr lang="en-GB" sz="1000" b="1">
                <a:solidFill>
                  <a:srgbClr val="FFFFFF"/>
                </a:solidFill>
              </a:rPr>
              <a:t>T6: Making the most of cis-regulatory annotations for genome-scale analysis</a:t>
            </a:r>
            <a:endParaRPr sz="1000" b="1">
              <a:solidFill>
                <a:srgbClr val="FFFFFF"/>
              </a:solidFill>
            </a:endParaRPr>
          </a:p>
        </p:txBody>
      </p:sp>
      <p:sp>
        <p:nvSpPr>
          <p:cNvPr id="502" name="Google Shape;502;p55"/>
          <p:cNvSpPr txBox="1"/>
          <p:nvPr/>
        </p:nvSpPr>
        <p:spPr>
          <a:xfrm>
            <a:off x="640556" y="3581009"/>
            <a:ext cx="3829200" cy="291900"/>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rgbClr val="18974C"/>
              </a:buClr>
              <a:buSzPts val="1800"/>
              <a:buFont typeface="Arial"/>
              <a:buNone/>
            </a:pPr>
            <a:r>
              <a:rPr lang="en-GB" sz="1800" b="1">
                <a:solidFill>
                  <a:srgbClr val="007B53"/>
                </a:solidFill>
              </a:rPr>
              <a:t>Gabriela A. Merino</a:t>
            </a:r>
            <a:endParaRPr sz="1800" b="1" i="0" u="none" strike="noStrike" cap="none">
              <a:solidFill>
                <a:srgbClr val="007B53"/>
              </a:solidFill>
              <a:latin typeface="Arial"/>
              <a:ea typeface="Arial"/>
              <a:cs typeface="Arial"/>
              <a:sym typeface="Arial"/>
            </a:endParaRPr>
          </a:p>
        </p:txBody>
      </p:sp>
      <p:sp>
        <p:nvSpPr>
          <p:cNvPr id="503" name="Google Shape;503;p55"/>
          <p:cNvSpPr txBox="1"/>
          <p:nvPr/>
        </p:nvSpPr>
        <p:spPr>
          <a:xfrm>
            <a:off x="640546" y="3896000"/>
            <a:ext cx="4713000" cy="246600"/>
          </a:xfrm>
          <a:prstGeom prst="rect">
            <a:avLst/>
          </a:prstGeom>
          <a:noFill/>
          <a:ln>
            <a:noFill/>
          </a:ln>
        </p:spPr>
        <p:txBody>
          <a:bodyPr spcFirstLastPara="1" wrap="square" lIns="0" tIns="45700" rIns="0" bIns="45700" anchor="t" anchorCtr="0">
            <a:noAutofit/>
          </a:bodyPr>
          <a:lstStyle/>
          <a:p>
            <a:pPr marL="0" marR="0" lvl="0" indent="0" algn="l" rtl="0">
              <a:lnSpc>
                <a:spcPct val="90000"/>
              </a:lnSpc>
              <a:spcBef>
                <a:spcPts val="0"/>
              </a:spcBef>
              <a:spcAft>
                <a:spcPts val="0"/>
              </a:spcAft>
              <a:buClr>
                <a:srgbClr val="18974C"/>
              </a:buClr>
              <a:buSzPts val="1200"/>
              <a:buFont typeface="Arial"/>
              <a:buNone/>
            </a:pPr>
            <a:r>
              <a:rPr lang="en-GB" sz="1200" b="1">
                <a:solidFill>
                  <a:srgbClr val="000000"/>
                </a:solidFill>
              </a:rPr>
              <a:t>Senior Bioinformatician, Ensembl Regulation, EMBL-EBI</a:t>
            </a:r>
            <a:endParaRPr/>
          </a:p>
        </p:txBody>
      </p:sp>
      <p:sp>
        <p:nvSpPr>
          <p:cNvPr id="504" name="Google Shape;504;p55"/>
          <p:cNvSpPr txBox="1"/>
          <p:nvPr/>
        </p:nvSpPr>
        <p:spPr>
          <a:xfrm>
            <a:off x="640557" y="4457228"/>
            <a:ext cx="3037200" cy="290700"/>
          </a:xfrm>
          <a:prstGeom prst="rect">
            <a:avLst/>
          </a:prstGeom>
          <a:noFill/>
          <a:ln>
            <a:noFill/>
          </a:ln>
        </p:spPr>
        <p:txBody>
          <a:bodyPr spcFirstLastPara="1" wrap="square" lIns="0" tIns="45700" rIns="91425" bIns="45700" anchor="t" anchorCtr="0">
            <a:noAutofit/>
          </a:bodyPr>
          <a:lstStyle/>
          <a:p>
            <a:pPr marL="0" marR="0" lvl="0" indent="0" algn="l" rtl="0">
              <a:lnSpc>
                <a:spcPct val="90000"/>
              </a:lnSpc>
              <a:spcBef>
                <a:spcPts val="0"/>
              </a:spcBef>
              <a:spcAft>
                <a:spcPts val="0"/>
              </a:spcAft>
              <a:buClr>
                <a:srgbClr val="18974C"/>
              </a:buClr>
              <a:buSzPts val="1200"/>
              <a:buFont typeface="Arial"/>
              <a:buNone/>
            </a:pPr>
            <a:r>
              <a:rPr lang="en-GB" sz="1200">
                <a:solidFill>
                  <a:srgbClr val="000000"/>
                </a:solidFill>
              </a:rPr>
              <a:t>03/09/2026</a:t>
            </a:r>
            <a:endParaRPr sz="12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6"/>
          <p:cNvSpPr txBox="1">
            <a:spLocks noGrp="1"/>
          </p:cNvSpPr>
          <p:nvPr>
            <p:ph type="body" idx="1"/>
          </p:nvPr>
        </p:nvSpPr>
        <p:spPr>
          <a:xfrm>
            <a:off x="403622" y="665164"/>
            <a:ext cx="931500" cy="931500"/>
          </a:xfrm>
          <a:prstGeom prst="rect">
            <a:avLst/>
          </a:prstGeom>
        </p:spPr>
        <p:txBody>
          <a:bodyPr spcFirstLastPara="1" wrap="square" lIns="0" tIns="0" rIns="91425" bIns="45700" anchor="ctr" anchorCtr="0">
            <a:noAutofit/>
          </a:bodyPr>
          <a:lstStyle/>
          <a:p>
            <a:pPr marL="0" lvl="0" indent="0" algn="ctr" rtl="0">
              <a:spcBef>
                <a:spcPts val="750"/>
              </a:spcBef>
              <a:spcAft>
                <a:spcPts val="0"/>
              </a:spcAft>
              <a:buNone/>
            </a:pPr>
            <a:r>
              <a:rPr lang="en-GB"/>
              <a:t> </a:t>
            </a:r>
            <a:endParaRPr/>
          </a:p>
        </p:txBody>
      </p:sp>
      <p:sp>
        <p:nvSpPr>
          <p:cNvPr id="511" name="Google Shape;511;p56"/>
          <p:cNvSpPr txBox="1">
            <a:spLocks noGrp="1"/>
          </p:cNvSpPr>
          <p:nvPr>
            <p:ph type="body" idx="2"/>
          </p:nvPr>
        </p:nvSpPr>
        <p:spPr>
          <a:xfrm>
            <a:off x="1335122" y="665164"/>
            <a:ext cx="2808000" cy="931500"/>
          </a:xfrm>
          <a:prstGeom prst="rect">
            <a:avLst/>
          </a:prstGeom>
        </p:spPr>
        <p:txBody>
          <a:bodyPr spcFirstLastPara="1" wrap="square" lIns="288000" tIns="0" rIns="91425" bIns="45700" anchor="ctr" anchorCtr="0">
            <a:noAutofit/>
          </a:bodyPr>
          <a:lstStyle/>
          <a:p>
            <a:pPr marL="0" lvl="0" indent="0" algn="l" rtl="0">
              <a:spcBef>
                <a:spcPts val="300"/>
              </a:spcBef>
              <a:spcAft>
                <a:spcPts val="0"/>
              </a:spcAft>
              <a:buNone/>
            </a:pPr>
            <a:r>
              <a:rPr lang="en-GB"/>
              <a:t>Hands-on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7"/>
          <p:cNvSpPr txBox="1">
            <a:spLocks noGrp="1"/>
          </p:cNvSpPr>
          <p:nvPr>
            <p:ph type="body" idx="1"/>
          </p:nvPr>
        </p:nvSpPr>
        <p:spPr>
          <a:xfrm>
            <a:off x="338138" y="889824"/>
            <a:ext cx="8452200" cy="37116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8q24 cancer risk variants </a:t>
            </a:r>
            <a:r>
              <a:rPr lang="en-GB" u="sng">
                <a:solidFill>
                  <a:schemeClr val="hlink"/>
                </a:solidFill>
                <a:hlinkClick r:id="rId3"/>
              </a:rPr>
              <a:t>rs6983267</a:t>
            </a:r>
            <a:r>
              <a:rPr lang="en-GB"/>
              <a:t> and </a:t>
            </a:r>
            <a:r>
              <a:rPr lang="en-GB" u="sng">
                <a:solidFill>
                  <a:schemeClr val="hlink"/>
                </a:solidFill>
                <a:hlinkClick r:id="rId4"/>
              </a:rPr>
              <a:t>rs67491583</a:t>
            </a:r>
            <a:r>
              <a:rPr lang="en-GB"/>
              <a:t> show long-range interaction with </a:t>
            </a:r>
            <a:r>
              <a:rPr lang="en-GB" u="sng">
                <a:solidFill>
                  <a:schemeClr val="hlink"/>
                </a:solidFill>
                <a:hlinkClick r:id="rId5"/>
              </a:rPr>
              <a:t>MYC</a:t>
            </a:r>
            <a:r>
              <a:rPr lang="en-GB"/>
              <a:t> in colorectal cancer </a:t>
            </a:r>
            <a:r>
              <a:rPr lang="en-GB" baseline="30000"/>
              <a:t>1,2</a:t>
            </a:r>
            <a:r>
              <a:rPr lang="en-GB"/>
              <a:t>.</a:t>
            </a:r>
            <a:endParaRPr/>
          </a:p>
          <a:p>
            <a:pPr marL="457200" lvl="0" indent="-330200" algn="l" rtl="0">
              <a:lnSpc>
                <a:spcPct val="150000"/>
              </a:lnSpc>
              <a:spcBef>
                <a:spcPts val="0"/>
              </a:spcBef>
              <a:spcAft>
                <a:spcPts val="0"/>
              </a:spcAft>
              <a:buSzPts val="1600"/>
              <a:buChar char="✓"/>
            </a:pPr>
            <a:r>
              <a:rPr lang="en-GB"/>
              <a:t>MYC is one of the most important oncogenes in cancer</a:t>
            </a:r>
            <a:r>
              <a:rPr lang="en-GB" baseline="30000"/>
              <a:t>3</a:t>
            </a:r>
            <a:r>
              <a:rPr lang="en-GB"/>
              <a:t>:</a:t>
            </a:r>
            <a:endParaRPr/>
          </a:p>
          <a:p>
            <a:pPr marL="914400" lvl="0" indent="-330200" algn="l" rtl="0">
              <a:lnSpc>
                <a:spcPct val="115000"/>
              </a:lnSpc>
              <a:spcBef>
                <a:spcPts val="0"/>
              </a:spcBef>
              <a:spcAft>
                <a:spcPts val="0"/>
              </a:spcAft>
              <a:buSzPts val="1600"/>
              <a:buChar char="●"/>
            </a:pPr>
            <a:r>
              <a:rPr lang="en-GB"/>
              <a:t>It is activated in the vast majority of cancers by genetic, epigenetic or post-translational mechanisms.</a:t>
            </a:r>
            <a:endParaRPr/>
          </a:p>
          <a:p>
            <a:pPr marL="914400" lvl="0" indent="-330200" algn="l" rtl="0">
              <a:lnSpc>
                <a:spcPct val="115000"/>
              </a:lnSpc>
              <a:spcBef>
                <a:spcPts val="0"/>
              </a:spcBef>
              <a:spcAft>
                <a:spcPts val="0"/>
              </a:spcAft>
              <a:buSzPts val="1600"/>
              <a:buChar char="●"/>
            </a:pPr>
            <a:r>
              <a:rPr lang="en-GB"/>
              <a:t>Its activation drives cancer progression through mechanisms involving either the cell-intrinsic acquisition of hallmarks of cancer or dysregulation of the tumour microenvironment and host immune responses.</a:t>
            </a:r>
            <a:endParaRPr/>
          </a:p>
          <a:p>
            <a:pPr marL="914400" lvl="0" indent="-330200" algn="l" rtl="0">
              <a:lnSpc>
                <a:spcPct val="115000"/>
              </a:lnSpc>
              <a:spcBef>
                <a:spcPts val="0"/>
              </a:spcBef>
              <a:spcAft>
                <a:spcPts val="0"/>
              </a:spcAft>
              <a:buSzPts val="1600"/>
              <a:buChar char="●"/>
            </a:pPr>
            <a:r>
              <a:rPr lang="en-GB"/>
              <a:t>Currently, no direct inhibitors of MYC are approved; however, many therapeutic agents targeting MYC are under development.</a:t>
            </a:r>
            <a:endParaRPr/>
          </a:p>
          <a:p>
            <a:pPr marL="0" lvl="0" indent="0" algn="l" rtl="0">
              <a:lnSpc>
                <a:spcPct val="115000"/>
              </a:lnSpc>
              <a:spcBef>
                <a:spcPts val="750"/>
              </a:spcBef>
              <a:spcAft>
                <a:spcPts val="0"/>
              </a:spcAft>
              <a:buNone/>
            </a:pPr>
            <a:endParaRPr/>
          </a:p>
          <a:p>
            <a:pPr marL="0" lvl="0" indent="0" algn="l" rtl="0">
              <a:lnSpc>
                <a:spcPct val="115000"/>
              </a:lnSpc>
              <a:spcBef>
                <a:spcPts val="750"/>
              </a:spcBef>
              <a:spcAft>
                <a:spcPts val="0"/>
              </a:spcAft>
              <a:buNone/>
            </a:pPr>
            <a:endParaRPr/>
          </a:p>
        </p:txBody>
      </p:sp>
      <p:sp>
        <p:nvSpPr>
          <p:cNvPr id="517" name="Google Shape;517;p57"/>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sp>
        <p:nvSpPr>
          <p:cNvPr id="518" name="Google Shape;518;p57"/>
          <p:cNvSpPr txBox="1"/>
          <p:nvPr/>
        </p:nvSpPr>
        <p:spPr>
          <a:xfrm>
            <a:off x="65850" y="4181750"/>
            <a:ext cx="7732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baseline="30000"/>
              <a:t>1</a:t>
            </a:r>
            <a:r>
              <a:rPr lang="en-GB" sz="800"/>
              <a:t>Pomerantz, Mark M et al. “The 8q24 cancer risk variant rs6983267 shows long-range interaction with MYC in colorectal cancer.” Nature genetics vol. 41,8 (2009): 882-4. doi:10.1038/ng.403</a:t>
            </a:r>
            <a:endParaRPr sz="800"/>
          </a:p>
          <a:p>
            <a:pPr marL="0" lvl="0" indent="0" algn="l" rtl="0">
              <a:spcBef>
                <a:spcPts val="0"/>
              </a:spcBef>
              <a:spcAft>
                <a:spcPts val="0"/>
              </a:spcAft>
              <a:buNone/>
            </a:pPr>
            <a:r>
              <a:rPr lang="en-GB" sz="800" baseline="30000">
                <a:solidFill>
                  <a:schemeClr val="dk1"/>
                </a:solidFill>
              </a:rPr>
              <a:t>2</a:t>
            </a:r>
            <a:r>
              <a:rPr lang="en-GB" sz="800">
                <a:solidFill>
                  <a:schemeClr val="dk1"/>
                </a:solidFill>
              </a:rPr>
              <a:t>Tuupanen, Sari et al. “Characterization of the colorectal cancer-associated enhancer MYC-335 at 8q24: the role of rs67491583.” Cancer genetics vol. 205,1-2 (2012): 25-33. doi:10.1016/j.cancergen.2012.01.005</a:t>
            </a:r>
            <a:endParaRPr sz="800">
              <a:solidFill>
                <a:schemeClr val="dk1"/>
              </a:solidFill>
            </a:endParaRPr>
          </a:p>
          <a:p>
            <a:pPr marL="0" lvl="0" indent="0" algn="l" rtl="0">
              <a:spcBef>
                <a:spcPts val="0"/>
              </a:spcBef>
              <a:spcAft>
                <a:spcPts val="0"/>
              </a:spcAft>
              <a:buNone/>
            </a:pPr>
            <a:r>
              <a:rPr lang="en-GB" sz="800" baseline="30000">
                <a:solidFill>
                  <a:schemeClr val="dk1"/>
                </a:solidFill>
              </a:rPr>
              <a:t>3</a:t>
            </a:r>
            <a:r>
              <a:rPr lang="en-GB" sz="800">
                <a:solidFill>
                  <a:schemeClr val="dk1"/>
                </a:solidFill>
              </a:rPr>
              <a:t>Dhanasekaran, Renumathy et al. “The MYC oncogene — the grand orchestrator of cancer growth and immune evasion.” Nature Reviews Clinical Oncology vol. 19, 23–36 (2022). doi:10.1038/s41571-021-00549-2</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8"/>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pic>
        <p:nvPicPr>
          <p:cNvPr id="524" name="Google Shape;524;p58">
            <a:hlinkClick r:id="rId3"/>
          </p:cNvPr>
          <p:cNvPicPr preferRelativeResize="0"/>
          <p:nvPr/>
        </p:nvPicPr>
        <p:blipFill>
          <a:blip r:embed="rId4">
            <a:alphaModFix/>
          </a:blip>
          <a:stretch>
            <a:fillRect/>
          </a:stretch>
        </p:blipFill>
        <p:spPr>
          <a:xfrm>
            <a:off x="152400" y="944649"/>
            <a:ext cx="4344476" cy="3309900"/>
          </a:xfrm>
          <a:prstGeom prst="rect">
            <a:avLst/>
          </a:prstGeom>
          <a:noFill/>
          <a:ln>
            <a:noFill/>
          </a:ln>
        </p:spPr>
      </p:pic>
      <p:pic>
        <p:nvPicPr>
          <p:cNvPr id="525" name="Google Shape;525;p58">
            <a:hlinkClick r:id="rId5"/>
          </p:cNvPr>
          <p:cNvPicPr preferRelativeResize="0"/>
          <p:nvPr/>
        </p:nvPicPr>
        <p:blipFill>
          <a:blip r:embed="rId6">
            <a:alphaModFix/>
          </a:blip>
          <a:stretch>
            <a:fillRect/>
          </a:stretch>
        </p:blipFill>
        <p:spPr>
          <a:xfrm>
            <a:off x="4649276" y="944644"/>
            <a:ext cx="4342324" cy="3839723"/>
          </a:xfrm>
          <a:prstGeom prst="rect">
            <a:avLst/>
          </a:prstGeom>
          <a:noFill/>
          <a:ln>
            <a:noFill/>
          </a:ln>
        </p:spPr>
      </p:pic>
      <p:sp>
        <p:nvSpPr>
          <p:cNvPr id="526" name="Google Shape;526;p58"/>
          <p:cNvSpPr/>
          <p:nvPr/>
        </p:nvSpPr>
        <p:spPr>
          <a:xfrm>
            <a:off x="815650" y="2436250"/>
            <a:ext cx="966000" cy="1356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27" name="Google Shape;527;p58"/>
          <p:cNvSpPr/>
          <p:nvPr/>
        </p:nvSpPr>
        <p:spPr>
          <a:xfrm>
            <a:off x="4649275" y="2835475"/>
            <a:ext cx="2439600" cy="6471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28" name="Google Shape;528;p58"/>
          <p:cNvSpPr/>
          <p:nvPr/>
        </p:nvSpPr>
        <p:spPr>
          <a:xfrm>
            <a:off x="4624600" y="3556700"/>
            <a:ext cx="2136900" cy="6978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29" name="Google Shape;529;p58"/>
          <p:cNvSpPr/>
          <p:nvPr/>
        </p:nvSpPr>
        <p:spPr>
          <a:xfrm>
            <a:off x="2907400" y="2301000"/>
            <a:ext cx="1026000" cy="3660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9"/>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pic>
        <p:nvPicPr>
          <p:cNvPr id="535" name="Google Shape;535;p59">
            <a:hlinkClick r:id="rId3"/>
          </p:cNvPr>
          <p:cNvPicPr preferRelativeResize="0"/>
          <p:nvPr/>
        </p:nvPicPr>
        <p:blipFill>
          <a:blip r:embed="rId4">
            <a:alphaModFix/>
          </a:blip>
          <a:stretch>
            <a:fillRect/>
          </a:stretch>
        </p:blipFill>
        <p:spPr>
          <a:xfrm>
            <a:off x="2357900" y="815844"/>
            <a:ext cx="4129531" cy="40464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pic>
        <p:nvPicPr>
          <p:cNvPr id="540" name="Google Shape;540;p60">
            <a:hlinkClick r:id="rId3"/>
          </p:cNvPr>
          <p:cNvPicPr preferRelativeResize="0"/>
          <p:nvPr/>
        </p:nvPicPr>
        <p:blipFill>
          <a:blip r:embed="rId4">
            <a:alphaModFix/>
          </a:blip>
          <a:stretch>
            <a:fillRect/>
          </a:stretch>
        </p:blipFill>
        <p:spPr>
          <a:xfrm>
            <a:off x="4765025" y="1132477"/>
            <a:ext cx="4025324" cy="3251726"/>
          </a:xfrm>
          <a:prstGeom prst="rect">
            <a:avLst/>
          </a:prstGeom>
          <a:noFill/>
          <a:ln>
            <a:noFill/>
          </a:ln>
        </p:spPr>
      </p:pic>
      <p:pic>
        <p:nvPicPr>
          <p:cNvPr id="541" name="Google Shape;541;p60">
            <a:hlinkClick r:id="rId5"/>
          </p:cNvPr>
          <p:cNvPicPr preferRelativeResize="0"/>
          <p:nvPr/>
        </p:nvPicPr>
        <p:blipFill>
          <a:blip r:embed="rId6">
            <a:alphaModFix/>
          </a:blip>
          <a:stretch>
            <a:fillRect/>
          </a:stretch>
        </p:blipFill>
        <p:spPr>
          <a:xfrm>
            <a:off x="152400" y="944644"/>
            <a:ext cx="4319799" cy="3070657"/>
          </a:xfrm>
          <a:prstGeom prst="rect">
            <a:avLst/>
          </a:prstGeom>
          <a:noFill/>
          <a:ln>
            <a:noFill/>
          </a:ln>
        </p:spPr>
      </p:pic>
      <p:sp>
        <p:nvSpPr>
          <p:cNvPr id="542" name="Google Shape;542;p60"/>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sp>
        <p:nvSpPr>
          <p:cNvPr id="543" name="Google Shape;543;p60"/>
          <p:cNvSpPr/>
          <p:nvPr/>
        </p:nvSpPr>
        <p:spPr>
          <a:xfrm>
            <a:off x="782400" y="2382600"/>
            <a:ext cx="1310400" cy="4776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44" name="Google Shape;544;p60"/>
          <p:cNvSpPr/>
          <p:nvPr/>
        </p:nvSpPr>
        <p:spPr>
          <a:xfrm>
            <a:off x="2276350" y="2272075"/>
            <a:ext cx="1651800" cy="3360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45" name="Google Shape;545;p60"/>
          <p:cNvSpPr/>
          <p:nvPr/>
        </p:nvSpPr>
        <p:spPr>
          <a:xfrm>
            <a:off x="4789875" y="2655225"/>
            <a:ext cx="2127300" cy="5484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46" name="Google Shape;546;p60"/>
          <p:cNvSpPr/>
          <p:nvPr/>
        </p:nvSpPr>
        <p:spPr>
          <a:xfrm>
            <a:off x="4789875" y="3285225"/>
            <a:ext cx="2062800" cy="4776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61"/>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pic>
        <p:nvPicPr>
          <p:cNvPr id="552" name="Google Shape;552;p61"/>
          <p:cNvPicPr preferRelativeResize="0"/>
          <p:nvPr/>
        </p:nvPicPr>
        <p:blipFill>
          <a:blip r:embed="rId3">
            <a:alphaModFix/>
          </a:blip>
          <a:stretch>
            <a:fillRect/>
          </a:stretch>
        </p:blipFill>
        <p:spPr>
          <a:xfrm>
            <a:off x="1295400" y="831949"/>
            <a:ext cx="6335350" cy="3683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2"/>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pic>
        <p:nvPicPr>
          <p:cNvPr id="558" name="Google Shape;558;p62"/>
          <p:cNvPicPr preferRelativeResize="0"/>
          <p:nvPr/>
        </p:nvPicPr>
        <p:blipFill>
          <a:blip r:embed="rId3">
            <a:alphaModFix/>
          </a:blip>
          <a:stretch>
            <a:fillRect/>
          </a:stretch>
        </p:blipFill>
        <p:spPr>
          <a:xfrm>
            <a:off x="152400" y="944650"/>
            <a:ext cx="2665472" cy="1627100"/>
          </a:xfrm>
          <a:prstGeom prst="rect">
            <a:avLst/>
          </a:prstGeom>
          <a:noFill/>
          <a:ln>
            <a:noFill/>
          </a:ln>
        </p:spPr>
      </p:pic>
      <p:sp>
        <p:nvSpPr>
          <p:cNvPr id="559" name="Google Shape;559;p62"/>
          <p:cNvSpPr/>
          <p:nvPr/>
        </p:nvSpPr>
        <p:spPr>
          <a:xfrm>
            <a:off x="667975" y="1386225"/>
            <a:ext cx="599100" cy="263100"/>
          </a:xfrm>
          <a:prstGeom prst="rect">
            <a:avLst/>
          </a:prstGeom>
          <a:noFill/>
          <a:ln w="19050" cap="flat" cmpd="sng">
            <a:solidFill>
              <a:srgbClr val="FFA7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pic>
        <p:nvPicPr>
          <p:cNvPr id="560" name="Google Shape;560;p62"/>
          <p:cNvPicPr preferRelativeResize="0"/>
          <p:nvPr/>
        </p:nvPicPr>
        <p:blipFill rotWithShape="1">
          <a:blip r:embed="rId4">
            <a:alphaModFix/>
          </a:blip>
          <a:srcRect r="8232" b="8400"/>
          <a:stretch/>
        </p:blipFill>
        <p:spPr>
          <a:xfrm>
            <a:off x="3010800" y="959350"/>
            <a:ext cx="2828750" cy="1571661"/>
          </a:xfrm>
          <a:prstGeom prst="rect">
            <a:avLst/>
          </a:prstGeom>
          <a:noFill/>
          <a:ln>
            <a:noFill/>
          </a:ln>
        </p:spPr>
      </p:pic>
      <p:sp>
        <p:nvSpPr>
          <p:cNvPr id="561" name="Google Shape;561;p62"/>
          <p:cNvSpPr/>
          <p:nvPr/>
        </p:nvSpPr>
        <p:spPr>
          <a:xfrm>
            <a:off x="3205275" y="1988700"/>
            <a:ext cx="244500" cy="263100"/>
          </a:xfrm>
          <a:prstGeom prst="rect">
            <a:avLst/>
          </a:prstGeom>
          <a:noFill/>
          <a:ln w="19050" cap="flat" cmpd="sng">
            <a:solidFill>
              <a:srgbClr val="FFA7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pic>
        <p:nvPicPr>
          <p:cNvPr id="562" name="Google Shape;562;p62"/>
          <p:cNvPicPr preferRelativeResize="0"/>
          <p:nvPr/>
        </p:nvPicPr>
        <p:blipFill>
          <a:blip r:embed="rId5">
            <a:alphaModFix/>
          </a:blip>
          <a:stretch>
            <a:fillRect/>
          </a:stretch>
        </p:blipFill>
        <p:spPr>
          <a:xfrm>
            <a:off x="5929725" y="959337"/>
            <a:ext cx="3183024" cy="1508324"/>
          </a:xfrm>
          <a:prstGeom prst="rect">
            <a:avLst/>
          </a:prstGeom>
          <a:noFill/>
          <a:ln>
            <a:noFill/>
          </a:ln>
        </p:spPr>
      </p:pic>
      <p:sp>
        <p:nvSpPr>
          <p:cNvPr id="563" name="Google Shape;563;p62"/>
          <p:cNvSpPr/>
          <p:nvPr/>
        </p:nvSpPr>
        <p:spPr>
          <a:xfrm>
            <a:off x="5992150" y="1674775"/>
            <a:ext cx="244500" cy="170400"/>
          </a:xfrm>
          <a:prstGeom prst="rect">
            <a:avLst/>
          </a:prstGeom>
          <a:noFill/>
          <a:ln w="19050" cap="flat" cmpd="sng">
            <a:solidFill>
              <a:srgbClr val="FFA7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564" name="Google Shape;564;p62"/>
          <p:cNvSpPr/>
          <p:nvPr/>
        </p:nvSpPr>
        <p:spPr>
          <a:xfrm>
            <a:off x="6646350" y="1386225"/>
            <a:ext cx="244500" cy="170400"/>
          </a:xfrm>
          <a:prstGeom prst="rect">
            <a:avLst/>
          </a:prstGeom>
          <a:noFill/>
          <a:ln w="19050" cap="flat" cmpd="sng">
            <a:solidFill>
              <a:srgbClr val="FFA7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pic>
        <p:nvPicPr>
          <p:cNvPr id="565" name="Google Shape;565;p62"/>
          <p:cNvPicPr preferRelativeResize="0"/>
          <p:nvPr/>
        </p:nvPicPr>
        <p:blipFill>
          <a:blip r:embed="rId6">
            <a:alphaModFix/>
          </a:blip>
          <a:stretch>
            <a:fillRect/>
          </a:stretch>
        </p:blipFill>
        <p:spPr>
          <a:xfrm>
            <a:off x="152400" y="2887225"/>
            <a:ext cx="2507174" cy="1799349"/>
          </a:xfrm>
          <a:prstGeom prst="rect">
            <a:avLst/>
          </a:prstGeom>
          <a:noFill/>
          <a:ln>
            <a:noFill/>
          </a:ln>
        </p:spPr>
      </p:pic>
      <p:pic>
        <p:nvPicPr>
          <p:cNvPr id="566" name="Google Shape;566;p62"/>
          <p:cNvPicPr preferRelativeResize="0"/>
          <p:nvPr/>
        </p:nvPicPr>
        <p:blipFill>
          <a:blip r:embed="rId7">
            <a:alphaModFix/>
          </a:blip>
          <a:stretch>
            <a:fillRect/>
          </a:stretch>
        </p:blipFill>
        <p:spPr>
          <a:xfrm>
            <a:off x="2814600" y="2724150"/>
            <a:ext cx="3042993" cy="1947850"/>
          </a:xfrm>
          <a:prstGeom prst="rect">
            <a:avLst/>
          </a:prstGeom>
          <a:noFill/>
          <a:ln>
            <a:noFill/>
          </a:ln>
        </p:spPr>
      </p:pic>
      <p:pic>
        <p:nvPicPr>
          <p:cNvPr id="567" name="Google Shape;567;p62"/>
          <p:cNvPicPr preferRelativeResize="0"/>
          <p:nvPr/>
        </p:nvPicPr>
        <p:blipFill>
          <a:blip r:embed="rId8">
            <a:alphaModFix/>
          </a:blip>
          <a:stretch>
            <a:fillRect/>
          </a:stretch>
        </p:blipFill>
        <p:spPr>
          <a:xfrm>
            <a:off x="5992150" y="2727699"/>
            <a:ext cx="3093377" cy="194785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63"/>
          <p:cNvPicPr preferRelativeResize="0"/>
          <p:nvPr/>
        </p:nvPicPr>
        <p:blipFill>
          <a:blip r:embed="rId3">
            <a:alphaModFix/>
          </a:blip>
          <a:stretch>
            <a:fillRect/>
          </a:stretch>
        </p:blipFill>
        <p:spPr>
          <a:xfrm>
            <a:off x="160700" y="1019038"/>
            <a:ext cx="4411300" cy="2819774"/>
          </a:xfrm>
          <a:prstGeom prst="rect">
            <a:avLst/>
          </a:prstGeom>
          <a:noFill/>
          <a:ln>
            <a:noFill/>
          </a:ln>
        </p:spPr>
      </p:pic>
      <p:sp>
        <p:nvSpPr>
          <p:cNvPr id="573" name="Google Shape;573;p63"/>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pic>
        <p:nvPicPr>
          <p:cNvPr id="574" name="Google Shape;574;p63"/>
          <p:cNvPicPr preferRelativeResize="0"/>
          <p:nvPr/>
        </p:nvPicPr>
        <p:blipFill>
          <a:blip r:embed="rId4">
            <a:alphaModFix/>
          </a:blip>
          <a:stretch>
            <a:fillRect/>
          </a:stretch>
        </p:blipFill>
        <p:spPr>
          <a:xfrm>
            <a:off x="4638850" y="1017063"/>
            <a:ext cx="4411301" cy="282371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64"/>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pic>
        <p:nvPicPr>
          <p:cNvPr id="580" name="Google Shape;580;p64"/>
          <p:cNvPicPr preferRelativeResize="0"/>
          <p:nvPr/>
        </p:nvPicPr>
        <p:blipFill>
          <a:blip r:embed="rId3">
            <a:alphaModFix/>
          </a:blip>
          <a:stretch>
            <a:fillRect/>
          </a:stretch>
        </p:blipFill>
        <p:spPr>
          <a:xfrm>
            <a:off x="152400" y="982284"/>
            <a:ext cx="4409999" cy="2819508"/>
          </a:xfrm>
          <a:prstGeom prst="rect">
            <a:avLst/>
          </a:prstGeom>
          <a:noFill/>
          <a:ln>
            <a:noFill/>
          </a:ln>
        </p:spPr>
      </p:pic>
      <p:pic>
        <p:nvPicPr>
          <p:cNvPr id="581" name="Google Shape;581;p64"/>
          <p:cNvPicPr preferRelativeResize="0"/>
          <p:nvPr/>
        </p:nvPicPr>
        <p:blipFill>
          <a:blip r:embed="rId4">
            <a:alphaModFix/>
          </a:blip>
          <a:stretch>
            <a:fillRect/>
          </a:stretch>
        </p:blipFill>
        <p:spPr>
          <a:xfrm>
            <a:off x="4681451" y="975054"/>
            <a:ext cx="4409999" cy="283396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5"/>
          <p:cNvSpPr txBox="1">
            <a:spLocks noGrp="1"/>
          </p:cNvSpPr>
          <p:nvPr>
            <p:ph type="body" idx="1"/>
          </p:nvPr>
        </p:nvSpPr>
        <p:spPr>
          <a:xfrm>
            <a:off x="338138" y="889824"/>
            <a:ext cx="8452200" cy="37116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Main question: </a:t>
            </a:r>
            <a:r>
              <a:rPr lang="en-GB" i="1"/>
              <a:t>Do these 8q24 non-coding variants overlap regulatory elements that could plausibly influence MYC in a colorectal-relevant context?</a:t>
            </a:r>
            <a:endParaRPr i="1"/>
          </a:p>
          <a:p>
            <a:pPr marL="457200" lvl="0" indent="-330200" algn="l" rtl="0">
              <a:lnSpc>
                <a:spcPct val="150000"/>
              </a:lnSpc>
              <a:spcBef>
                <a:spcPts val="0"/>
              </a:spcBef>
              <a:spcAft>
                <a:spcPts val="0"/>
              </a:spcAft>
              <a:buSzPts val="1600"/>
              <a:buChar char="✓"/>
            </a:pPr>
            <a:r>
              <a:rPr lang="en-GB"/>
              <a:t>Guiding questions:</a:t>
            </a:r>
            <a:endParaRPr/>
          </a:p>
          <a:p>
            <a:pPr marL="914400" lvl="1" indent="-317500" algn="l" rtl="0">
              <a:lnSpc>
                <a:spcPct val="150000"/>
              </a:lnSpc>
              <a:spcBef>
                <a:spcPts val="0"/>
              </a:spcBef>
              <a:spcAft>
                <a:spcPts val="0"/>
              </a:spcAft>
              <a:buSzPts val="1400"/>
              <a:buChar char="●"/>
            </a:pPr>
            <a:r>
              <a:rPr lang="en-GB"/>
              <a:t>How far are the variants from the MYC gene? Could it be possible that these variants belong to a regulatory region?</a:t>
            </a:r>
            <a:endParaRPr/>
          </a:p>
          <a:p>
            <a:pPr marL="914400" lvl="1" indent="-317500" algn="l" rtl="0">
              <a:lnSpc>
                <a:spcPct val="150000"/>
              </a:lnSpc>
              <a:spcBef>
                <a:spcPts val="0"/>
              </a:spcBef>
              <a:spcAft>
                <a:spcPts val="0"/>
              </a:spcAft>
              <a:buSzPts val="1400"/>
              <a:buChar char="●"/>
            </a:pPr>
            <a:r>
              <a:rPr lang="en-GB"/>
              <a:t>Do the CREs containing rs6983267 and rs67491583 show tissue- or context-specific enhancer activity?</a:t>
            </a:r>
            <a:endParaRPr/>
          </a:p>
          <a:p>
            <a:pPr marL="914400" lvl="1" indent="-317500" algn="l" rtl="0">
              <a:lnSpc>
                <a:spcPct val="150000"/>
              </a:lnSpc>
              <a:spcBef>
                <a:spcPts val="0"/>
              </a:spcBef>
              <a:spcAft>
                <a:spcPts val="0"/>
              </a:spcAft>
              <a:buSzPts val="1400"/>
              <a:buChar char="●"/>
            </a:pPr>
            <a:r>
              <a:rPr lang="en-GB" u="sng">
                <a:solidFill>
                  <a:schemeClr val="hlink"/>
                </a:solidFill>
                <a:hlinkClick r:id="rId3"/>
              </a:rPr>
              <a:t>HCT116</a:t>
            </a:r>
            <a:r>
              <a:rPr lang="en-GB"/>
              <a:t> and </a:t>
            </a:r>
            <a:r>
              <a:rPr lang="en-GB" u="sng">
                <a:solidFill>
                  <a:schemeClr val="hlink"/>
                </a:solidFill>
                <a:hlinkClick r:id="rId4"/>
              </a:rPr>
              <a:t>Caco-2</a:t>
            </a:r>
            <a:r>
              <a:rPr lang="en-GB"/>
              <a:t> are colorectal cancer cell lines. Are they included in the studied resources? If yes, which epigenomic evidence is available for each of them?</a:t>
            </a:r>
            <a:endParaRPr/>
          </a:p>
          <a:p>
            <a:pPr marL="914400" lvl="1" indent="-317500" algn="l" rtl="0">
              <a:lnSpc>
                <a:spcPct val="150000"/>
              </a:lnSpc>
              <a:spcBef>
                <a:spcPts val="0"/>
              </a:spcBef>
              <a:spcAft>
                <a:spcPts val="0"/>
              </a:spcAft>
              <a:buSzPts val="1400"/>
              <a:buChar char="●"/>
            </a:pPr>
            <a:r>
              <a:rPr lang="en-GB"/>
              <a:t>How is the regulatory activity in the locus for HCT116 and Caco-2?</a:t>
            </a:r>
            <a:endParaRPr/>
          </a:p>
          <a:p>
            <a:pPr marL="914400" lvl="1" indent="-317500" algn="l" rtl="0">
              <a:lnSpc>
                <a:spcPct val="150000"/>
              </a:lnSpc>
              <a:spcBef>
                <a:spcPts val="0"/>
              </a:spcBef>
              <a:spcAft>
                <a:spcPts val="0"/>
              </a:spcAft>
              <a:buSzPts val="1400"/>
              <a:buChar char="●"/>
            </a:pPr>
            <a:r>
              <a:rPr lang="en-GB"/>
              <a:t>Do the CREs annotation resources show agreement in the studied locus?</a:t>
            </a:r>
            <a:endParaRPr/>
          </a:p>
          <a:p>
            <a:pPr marL="0" lvl="0" indent="0" algn="l" rtl="0">
              <a:lnSpc>
                <a:spcPct val="115000"/>
              </a:lnSpc>
              <a:spcBef>
                <a:spcPts val="750"/>
              </a:spcBef>
              <a:spcAft>
                <a:spcPts val="0"/>
              </a:spcAft>
              <a:buNone/>
            </a:pPr>
            <a:endParaRPr/>
          </a:p>
          <a:p>
            <a:pPr marL="0" lvl="0" indent="0" algn="l" rtl="0">
              <a:lnSpc>
                <a:spcPct val="115000"/>
              </a:lnSpc>
              <a:spcBef>
                <a:spcPts val="750"/>
              </a:spcBef>
              <a:spcAft>
                <a:spcPts val="0"/>
              </a:spcAft>
              <a:buNone/>
            </a:pPr>
            <a:endParaRPr/>
          </a:p>
        </p:txBody>
      </p:sp>
      <p:sp>
        <p:nvSpPr>
          <p:cNvPr id="587" name="Google Shape;587;p65"/>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Human disease locus MYC / 8q24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66"/>
          <p:cNvSpPr txBox="1">
            <a:spLocks noGrp="1"/>
          </p:cNvSpPr>
          <p:nvPr>
            <p:ph type="body" idx="1"/>
          </p:nvPr>
        </p:nvSpPr>
        <p:spPr>
          <a:xfrm>
            <a:off x="338150" y="889824"/>
            <a:ext cx="84522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far are the variants from the MYC gene? Could it be possible that this variants belong to a regulatory region? </a:t>
            </a:r>
            <a:endParaRPr sz="1300"/>
          </a:p>
          <a:p>
            <a:pPr marL="0" lvl="0" indent="0" algn="l" rtl="0">
              <a:lnSpc>
                <a:spcPct val="115000"/>
              </a:lnSpc>
              <a:spcBef>
                <a:spcPts val="750"/>
              </a:spcBef>
              <a:spcAft>
                <a:spcPts val="0"/>
              </a:spcAft>
              <a:buNone/>
            </a:pPr>
            <a:endParaRPr sz="1300"/>
          </a:p>
        </p:txBody>
      </p:sp>
      <p:sp>
        <p:nvSpPr>
          <p:cNvPr id="593" name="Google Shape;593;p66"/>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pic>
        <p:nvPicPr>
          <p:cNvPr id="594" name="Google Shape;594;p66">
            <a:hlinkClick r:id="rId3"/>
          </p:cNvPr>
          <p:cNvPicPr preferRelativeResize="0"/>
          <p:nvPr/>
        </p:nvPicPr>
        <p:blipFill>
          <a:blip r:embed="rId4">
            <a:alphaModFix/>
          </a:blip>
          <a:stretch>
            <a:fillRect/>
          </a:stretch>
        </p:blipFill>
        <p:spPr>
          <a:xfrm>
            <a:off x="338150" y="1396850"/>
            <a:ext cx="3304551" cy="1877725"/>
          </a:xfrm>
          <a:prstGeom prst="rect">
            <a:avLst/>
          </a:prstGeom>
          <a:noFill/>
          <a:ln>
            <a:noFill/>
          </a:ln>
        </p:spPr>
      </p:pic>
      <p:pic>
        <p:nvPicPr>
          <p:cNvPr id="595" name="Google Shape;595;p66">
            <a:hlinkClick r:id="rId5"/>
          </p:cNvPr>
          <p:cNvPicPr preferRelativeResize="0"/>
          <p:nvPr/>
        </p:nvPicPr>
        <p:blipFill>
          <a:blip r:embed="rId6">
            <a:alphaModFix/>
          </a:blip>
          <a:stretch>
            <a:fillRect/>
          </a:stretch>
        </p:blipFill>
        <p:spPr>
          <a:xfrm>
            <a:off x="3795101" y="1853424"/>
            <a:ext cx="5196500" cy="29191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67"/>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far are the variants from the MYC gene? Could it be possible that these variants belong to a regulatory region? </a:t>
            </a:r>
            <a:endParaRPr sz="1300"/>
          </a:p>
          <a:p>
            <a:pPr marL="0" lvl="0" indent="0" algn="l" rtl="0">
              <a:lnSpc>
                <a:spcPct val="115000"/>
              </a:lnSpc>
              <a:spcBef>
                <a:spcPts val="750"/>
              </a:spcBef>
              <a:spcAft>
                <a:spcPts val="0"/>
              </a:spcAft>
              <a:buNone/>
            </a:pPr>
            <a:endParaRPr sz="1300"/>
          </a:p>
        </p:txBody>
      </p:sp>
      <p:sp>
        <p:nvSpPr>
          <p:cNvPr id="601" name="Google Shape;601;p67"/>
          <p:cNvSpPr txBox="1">
            <a:spLocks noGrp="1"/>
          </p:cNvSpPr>
          <p:nvPr>
            <p:ph type="title"/>
          </p:nvPr>
        </p:nvSpPr>
        <p:spPr>
          <a:xfrm>
            <a:off x="345888" y="269869"/>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pic>
        <p:nvPicPr>
          <p:cNvPr id="602" name="Google Shape;602;p67">
            <a:hlinkClick r:id="rId3"/>
          </p:cNvPr>
          <p:cNvPicPr preferRelativeResize="0"/>
          <p:nvPr/>
        </p:nvPicPr>
        <p:blipFill>
          <a:blip r:embed="rId4">
            <a:alphaModFix/>
          </a:blip>
          <a:stretch>
            <a:fillRect/>
          </a:stretch>
        </p:blipFill>
        <p:spPr>
          <a:xfrm>
            <a:off x="4467225" y="2156451"/>
            <a:ext cx="4676773" cy="2731951"/>
          </a:xfrm>
          <a:prstGeom prst="rect">
            <a:avLst/>
          </a:prstGeom>
          <a:noFill/>
          <a:ln>
            <a:noFill/>
          </a:ln>
        </p:spPr>
      </p:pic>
      <p:sp>
        <p:nvSpPr>
          <p:cNvPr id="603" name="Google Shape;603;p67"/>
          <p:cNvSpPr txBox="1"/>
          <p:nvPr/>
        </p:nvSpPr>
        <p:spPr>
          <a:xfrm>
            <a:off x="55900" y="3913525"/>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rs6983267 overlaps the </a:t>
            </a:r>
            <a:r>
              <a:rPr lang="en-GB" sz="1600" b="1">
                <a:solidFill>
                  <a:schemeClr val="accent3"/>
                </a:solidFill>
              </a:rPr>
              <a:t>Proximal enhancer</a:t>
            </a:r>
            <a:r>
              <a:rPr lang="en-GB" sz="1600">
                <a:solidFill>
                  <a:schemeClr val="dk1"/>
                </a:solidFill>
              </a:rPr>
              <a:t> EH38E3858447 </a:t>
            </a:r>
            <a:endParaRPr sz="1600">
              <a:solidFill>
                <a:schemeClr val="dk1"/>
              </a:solidFill>
            </a:endParaRPr>
          </a:p>
        </p:txBody>
      </p:sp>
      <p:pic>
        <p:nvPicPr>
          <p:cNvPr id="604" name="Google Shape;604;p67">
            <a:hlinkClick r:id="rId3"/>
          </p:cNvPr>
          <p:cNvPicPr preferRelativeResize="0"/>
          <p:nvPr/>
        </p:nvPicPr>
        <p:blipFill>
          <a:blip r:embed="rId5">
            <a:alphaModFix/>
          </a:blip>
          <a:stretch>
            <a:fillRect/>
          </a:stretch>
        </p:blipFill>
        <p:spPr>
          <a:xfrm>
            <a:off x="192325" y="1334275"/>
            <a:ext cx="4137800" cy="2403550"/>
          </a:xfrm>
          <a:prstGeom prst="rect">
            <a:avLst/>
          </a:prstGeom>
          <a:noFill/>
          <a:ln>
            <a:noFill/>
          </a:ln>
        </p:spPr>
      </p:pic>
      <p:sp>
        <p:nvSpPr>
          <p:cNvPr id="605" name="Google Shape;605;p67"/>
          <p:cNvSpPr txBox="1"/>
          <p:nvPr/>
        </p:nvSpPr>
        <p:spPr>
          <a:xfrm>
            <a:off x="4625213" y="1390350"/>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rs6983267 is  ~334.3 kb upstream (5′) of the MYC gene</a:t>
            </a:r>
            <a:endParaRPr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8"/>
          <p:cNvSpPr txBox="1">
            <a:spLocks noGrp="1"/>
          </p:cNvSpPr>
          <p:nvPr>
            <p:ph type="body" idx="1"/>
          </p:nvPr>
        </p:nvSpPr>
        <p:spPr>
          <a:xfrm>
            <a:off x="338150" y="889824"/>
            <a:ext cx="84522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far are the variants from the MYC gene? Could it be possible that this variants belong to a regulatory region? </a:t>
            </a:r>
            <a:endParaRPr sz="1300"/>
          </a:p>
          <a:p>
            <a:pPr marL="0" lvl="0" indent="0" algn="l" rtl="0">
              <a:lnSpc>
                <a:spcPct val="115000"/>
              </a:lnSpc>
              <a:spcBef>
                <a:spcPts val="750"/>
              </a:spcBef>
              <a:spcAft>
                <a:spcPts val="0"/>
              </a:spcAft>
              <a:buNone/>
            </a:pPr>
            <a:endParaRPr sz="1300"/>
          </a:p>
        </p:txBody>
      </p:sp>
      <p:sp>
        <p:nvSpPr>
          <p:cNvPr id="611" name="Google Shape;611;p68"/>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pic>
        <p:nvPicPr>
          <p:cNvPr id="612" name="Google Shape;612;p68"/>
          <p:cNvPicPr preferRelativeResize="0"/>
          <p:nvPr/>
        </p:nvPicPr>
        <p:blipFill>
          <a:blip r:embed="rId3">
            <a:alphaModFix/>
          </a:blip>
          <a:stretch>
            <a:fillRect/>
          </a:stretch>
        </p:blipFill>
        <p:spPr>
          <a:xfrm>
            <a:off x="1905350" y="1573302"/>
            <a:ext cx="5822374" cy="25240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9"/>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far are the variants from the MYC gene? Could it be possible that these variants belong to a regulatory region? </a:t>
            </a:r>
            <a:endParaRPr sz="1300"/>
          </a:p>
          <a:p>
            <a:pPr marL="0" lvl="0" indent="0" algn="l" rtl="0">
              <a:lnSpc>
                <a:spcPct val="115000"/>
              </a:lnSpc>
              <a:spcBef>
                <a:spcPts val="750"/>
              </a:spcBef>
              <a:spcAft>
                <a:spcPts val="0"/>
              </a:spcAft>
              <a:buNone/>
            </a:pPr>
            <a:endParaRPr sz="1300"/>
          </a:p>
        </p:txBody>
      </p:sp>
      <p:sp>
        <p:nvSpPr>
          <p:cNvPr id="618" name="Google Shape;618;p69"/>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619" name="Google Shape;619;p69"/>
          <p:cNvSpPr txBox="1"/>
          <p:nvPr/>
        </p:nvSpPr>
        <p:spPr>
          <a:xfrm>
            <a:off x="55900" y="3913525"/>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rs67491583 overlaps the </a:t>
            </a:r>
            <a:r>
              <a:rPr lang="en-GB" sz="1600" b="1">
                <a:solidFill>
                  <a:schemeClr val="accent3"/>
                </a:solidFill>
              </a:rPr>
              <a:t>Proximal enhancer</a:t>
            </a:r>
            <a:r>
              <a:rPr lang="en-GB" sz="1600">
                <a:solidFill>
                  <a:schemeClr val="dk1"/>
                </a:solidFill>
              </a:rPr>
              <a:t> EH38E3858449 </a:t>
            </a:r>
            <a:endParaRPr sz="1600">
              <a:solidFill>
                <a:schemeClr val="dk1"/>
              </a:solidFill>
            </a:endParaRPr>
          </a:p>
        </p:txBody>
      </p:sp>
      <p:sp>
        <p:nvSpPr>
          <p:cNvPr id="620" name="Google Shape;620;p69"/>
          <p:cNvSpPr txBox="1"/>
          <p:nvPr/>
        </p:nvSpPr>
        <p:spPr>
          <a:xfrm>
            <a:off x="4625213" y="1390350"/>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rs67491583 is  ~333.4 kb upstream (5′) of the MYC gene</a:t>
            </a:r>
            <a:endParaRPr sz="1600">
              <a:solidFill>
                <a:schemeClr val="dk1"/>
              </a:solidFill>
            </a:endParaRPr>
          </a:p>
        </p:txBody>
      </p:sp>
      <p:pic>
        <p:nvPicPr>
          <p:cNvPr id="621" name="Google Shape;621;p69">
            <a:hlinkClick r:id="rId3"/>
          </p:cNvPr>
          <p:cNvPicPr preferRelativeResize="0"/>
          <p:nvPr/>
        </p:nvPicPr>
        <p:blipFill>
          <a:blip r:embed="rId4">
            <a:alphaModFix/>
          </a:blip>
          <a:stretch>
            <a:fillRect/>
          </a:stretch>
        </p:blipFill>
        <p:spPr>
          <a:xfrm>
            <a:off x="144425" y="1541925"/>
            <a:ext cx="3871049" cy="2235825"/>
          </a:xfrm>
          <a:prstGeom prst="rect">
            <a:avLst/>
          </a:prstGeom>
          <a:noFill/>
          <a:ln>
            <a:noFill/>
          </a:ln>
        </p:spPr>
      </p:pic>
      <p:pic>
        <p:nvPicPr>
          <p:cNvPr id="622" name="Google Shape;622;p69">
            <a:hlinkClick r:id="rId3"/>
          </p:cNvPr>
          <p:cNvPicPr preferRelativeResize="0"/>
          <p:nvPr/>
        </p:nvPicPr>
        <p:blipFill>
          <a:blip r:embed="rId5">
            <a:alphaModFix/>
          </a:blip>
          <a:stretch>
            <a:fillRect/>
          </a:stretch>
        </p:blipFill>
        <p:spPr>
          <a:xfrm>
            <a:off x="4367500" y="2067450"/>
            <a:ext cx="4422500" cy="25939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70"/>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far are the variants from the MYC gene? Could it be possible that these variants belong to a regulatory region? </a:t>
            </a:r>
            <a:endParaRPr sz="1300"/>
          </a:p>
          <a:p>
            <a:pPr marL="0" lvl="0" indent="0" algn="l" rtl="0">
              <a:lnSpc>
                <a:spcPct val="115000"/>
              </a:lnSpc>
              <a:spcBef>
                <a:spcPts val="750"/>
              </a:spcBef>
              <a:spcAft>
                <a:spcPts val="0"/>
              </a:spcAft>
              <a:buNone/>
            </a:pPr>
            <a:endParaRPr sz="1300"/>
          </a:p>
        </p:txBody>
      </p:sp>
      <p:sp>
        <p:nvSpPr>
          <p:cNvPr id="628" name="Google Shape;628;p70"/>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sp>
        <p:nvSpPr>
          <p:cNvPr id="629" name="Google Shape;629;p70"/>
          <p:cNvSpPr txBox="1"/>
          <p:nvPr/>
        </p:nvSpPr>
        <p:spPr>
          <a:xfrm>
            <a:off x="55900" y="3913525"/>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rs6983267 overlaps the </a:t>
            </a:r>
            <a:r>
              <a:rPr lang="en-GB" sz="1600" b="1">
                <a:solidFill>
                  <a:schemeClr val="accent3"/>
                </a:solidFill>
              </a:rPr>
              <a:t>enhancer</a:t>
            </a:r>
            <a:r>
              <a:rPr lang="en-GB" sz="1600">
                <a:solidFill>
                  <a:schemeClr val="dk1"/>
                </a:solidFill>
              </a:rPr>
              <a:t> </a:t>
            </a:r>
            <a:r>
              <a:rPr lang="en-GB" sz="1600" u="sng">
                <a:solidFill>
                  <a:schemeClr val="hlink"/>
                </a:solidFill>
                <a:hlinkClick r:id="rId3"/>
              </a:rPr>
              <a:t>ENSR8_CGMBX</a:t>
            </a:r>
            <a:r>
              <a:rPr lang="en-GB" sz="1600">
                <a:solidFill>
                  <a:schemeClr val="dk1"/>
                </a:solidFill>
              </a:rPr>
              <a:t> </a:t>
            </a:r>
            <a:endParaRPr sz="1600">
              <a:solidFill>
                <a:schemeClr val="dk1"/>
              </a:solidFill>
            </a:endParaRPr>
          </a:p>
        </p:txBody>
      </p:sp>
      <p:sp>
        <p:nvSpPr>
          <p:cNvPr id="630" name="Google Shape;630;p70"/>
          <p:cNvSpPr txBox="1"/>
          <p:nvPr/>
        </p:nvSpPr>
        <p:spPr>
          <a:xfrm>
            <a:off x="4625213" y="1390350"/>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rs6983267 is  ~334.3 kb upstream (5′) of the MYC gene</a:t>
            </a:r>
            <a:endParaRPr sz="1600">
              <a:solidFill>
                <a:schemeClr val="dk1"/>
              </a:solidFill>
            </a:endParaRPr>
          </a:p>
        </p:txBody>
      </p:sp>
      <p:pic>
        <p:nvPicPr>
          <p:cNvPr id="631" name="Google Shape;631;p70">
            <a:hlinkClick r:id="rId4"/>
          </p:cNvPr>
          <p:cNvPicPr preferRelativeResize="0"/>
          <p:nvPr/>
        </p:nvPicPr>
        <p:blipFill>
          <a:blip r:embed="rId5">
            <a:alphaModFix/>
          </a:blip>
          <a:stretch>
            <a:fillRect/>
          </a:stretch>
        </p:blipFill>
        <p:spPr>
          <a:xfrm>
            <a:off x="89675" y="1399054"/>
            <a:ext cx="4199942" cy="2514476"/>
          </a:xfrm>
          <a:prstGeom prst="rect">
            <a:avLst/>
          </a:prstGeom>
          <a:noFill/>
          <a:ln>
            <a:noFill/>
          </a:ln>
        </p:spPr>
      </p:pic>
      <p:pic>
        <p:nvPicPr>
          <p:cNvPr id="632" name="Google Shape;632;p70">
            <a:hlinkClick r:id="rId6"/>
          </p:cNvPr>
          <p:cNvPicPr preferRelativeResize="0"/>
          <p:nvPr/>
        </p:nvPicPr>
        <p:blipFill>
          <a:blip r:embed="rId7">
            <a:alphaModFix/>
          </a:blip>
          <a:stretch>
            <a:fillRect/>
          </a:stretch>
        </p:blipFill>
        <p:spPr>
          <a:xfrm>
            <a:off x="4569100" y="2219850"/>
            <a:ext cx="4422499" cy="23984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1"/>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far are the variants from the MYC gene? Could it be possible that these variants belong to a regulatory region? </a:t>
            </a:r>
            <a:endParaRPr sz="1300"/>
          </a:p>
          <a:p>
            <a:pPr marL="0" lvl="0" indent="0" algn="l" rtl="0">
              <a:lnSpc>
                <a:spcPct val="115000"/>
              </a:lnSpc>
              <a:spcBef>
                <a:spcPts val="750"/>
              </a:spcBef>
              <a:spcAft>
                <a:spcPts val="0"/>
              </a:spcAft>
              <a:buNone/>
            </a:pPr>
            <a:endParaRPr sz="1300"/>
          </a:p>
        </p:txBody>
      </p:sp>
      <p:sp>
        <p:nvSpPr>
          <p:cNvPr id="638" name="Google Shape;638;p71"/>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sp>
        <p:nvSpPr>
          <p:cNvPr id="639" name="Google Shape;639;p71"/>
          <p:cNvSpPr txBox="1"/>
          <p:nvPr/>
        </p:nvSpPr>
        <p:spPr>
          <a:xfrm>
            <a:off x="55900" y="3913525"/>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rs67491583 overlaps the </a:t>
            </a:r>
            <a:r>
              <a:rPr lang="en-GB" sz="1600" b="1">
                <a:solidFill>
                  <a:schemeClr val="accent3"/>
                </a:solidFill>
              </a:rPr>
              <a:t>enhancer</a:t>
            </a:r>
            <a:r>
              <a:rPr lang="en-GB" sz="1600">
                <a:solidFill>
                  <a:schemeClr val="dk1"/>
                </a:solidFill>
              </a:rPr>
              <a:t> </a:t>
            </a:r>
            <a:r>
              <a:rPr lang="en-GB" sz="1600" u="sng">
                <a:solidFill>
                  <a:schemeClr val="hlink"/>
                </a:solidFill>
                <a:hlinkClick r:id="rId3"/>
              </a:rPr>
              <a:t>ENSR8_93TKC2</a:t>
            </a:r>
            <a:r>
              <a:rPr lang="en-GB" sz="1600">
                <a:solidFill>
                  <a:schemeClr val="dk1"/>
                </a:solidFill>
              </a:rPr>
              <a:t> </a:t>
            </a:r>
            <a:endParaRPr sz="1600">
              <a:solidFill>
                <a:schemeClr val="dk1"/>
              </a:solidFill>
            </a:endParaRPr>
          </a:p>
        </p:txBody>
      </p:sp>
      <p:sp>
        <p:nvSpPr>
          <p:cNvPr id="640" name="Google Shape;640;p71"/>
          <p:cNvSpPr txBox="1"/>
          <p:nvPr/>
        </p:nvSpPr>
        <p:spPr>
          <a:xfrm>
            <a:off x="4625213" y="1390350"/>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variant rs67491583 is  ~333.4 kb upstream (5′) of the MYC gene</a:t>
            </a:r>
            <a:endParaRPr sz="1600">
              <a:solidFill>
                <a:schemeClr val="dk1"/>
              </a:solidFill>
            </a:endParaRPr>
          </a:p>
        </p:txBody>
      </p:sp>
      <p:pic>
        <p:nvPicPr>
          <p:cNvPr id="641" name="Google Shape;641;p71">
            <a:hlinkClick r:id="rId4"/>
          </p:cNvPr>
          <p:cNvPicPr preferRelativeResize="0"/>
          <p:nvPr/>
        </p:nvPicPr>
        <p:blipFill>
          <a:blip r:embed="rId5">
            <a:alphaModFix/>
          </a:blip>
          <a:stretch>
            <a:fillRect/>
          </a:stretch>
        </p:blipFill>
        <p:spPr>
          <a:xfrm>
            <a:off x="164975" y="1390350"/>
            <a:ext cx="4060176" cy="2455824"/>
          </a:xfrm>
          <a:prstGeom prst="rect">
            <a:avLst/>
          </a:prstGeom>
          <a:noFill/>
          <a:ln>
            <a:noFill/>
          </a:ln>
        </p:spPr>
      </p:pic>
      <p:pic>
        <p:nvPicPr>
          <p:cNvPr id="642" name="Google Shape;642;p71">
            <a:hlinkClick r:id="rId6"/>
          </p:cNvPr>
          <p:cNvPicPr preferRelativeResize="0"/>
          <p:nvPr/>
        </p:nvPicPr>
        <p:blipFill>
          <a:blip r:embed="rId7">
            <a:alphaModFix/>
          </a:blip>
          <a:stretch>
            <a:fillRect/>
          </a:stretch>
        </p:blipFill>
        <p:spPr>
          <a:xfrm>
            <a:off x="4416700" y="2067450"/>
            <a:ext cx="4522650" cy="24971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72"/>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Do the CREs containing rs6983267 and rs67491583 show tissue- or context-specific enhancer activity?</a:t>
            </a:r>
            <a:endParaRPr sz="1300"/>
          </a:p>
        </p:txBody>
      </p:sp>
      <p:sp>
        <p:nvSpPr>
          <p:cNvPr id="648" name="Google Shape;648;p72"/>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649" name="Google Shape;649;p72"/>
          <p:cNvSpPr txBox="1"/>
          <p:nvPr/>
        </p:nvSpPr>
        <p:spPr>
          <a:xfrm>
            <a:off x="55900" y="3913525"/>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EH38E3858447 is classified as an </a:t>
            </a:r>
            <a:r>
              <a:rPr lang="en-GB" sz="1600" b="1">
                <a:solidFill>
                  <a:schemeClr val="accent3"/>
                </a:solidFill>
              </a:rPr>
              <a:t> enhancer</a:t>
            </a:r>
            <a:r>
              <a:rPr lang="en-GB" sz="1600">
                <a:solidFill>
                  <a:schemeClr val="dk1"/>
                </a:solidFill>
              </a:rPr>
              <a:t> in 13/170 core collections</a:t>
            </a:r>
            <a:endParaRPr sz="1600">
              <a:solidFill>
                <a:schemeClr val="dk1"/>
              </a:solidFill>
            </a:endParaRPr>
          </a:p>
        </p:txBody>
      </p:sp>
      <p:pic>
        <p:nvPicPr>
          <p:cNvPr id="650" name="Google Shape;650;p72">
            <a:hlinkClick r:id="rId3"/>
          </p:cNvPr>
          <p:cNvPicPr preferRelativeResize="0"/>
          <p:nvPr/>
        </p:nvPicPr>
        <p:blipFill>
          <a:blip r:embed="rId4">
            <a:alphaModFix/>
          </a:blip>
          <a:stretch>
            <a:fillRect/>
          </a:stretch>
        </p:blipFill>
        <p:spPr>
          <a:xfrm>
            <a:off x="177275" y="1248350"/>
            <a:ext cx="4142794" cy="2286850"/>
          </a:xfrm>
          <a:prstGeom prst="rect">
            <a:avLst/>
          </a:prstGeom>
          <a:noFill/>
          <a:ln>
            <a:noFill/>
          </a:ln>
        </p:spPr>
      </p:pic>
      <p:pic>
        <p:nvPicPr>
          <p:cNvPr id="651" name="Google Shape;651;p72">
            <a:hlinkClick r:id="rId3"/>
          </p:cNvPr>
          <p:cNvPicPr preferRelativeResize="0"/>
          <p:nvPr/>
        </p:nvPicPr>
        <p:blipFill>
          <a:blip r:embed="rId5">
            <a:alphaModFix/>
          </a:blip>
          <a:stretch>
            <a:fillRect/>
          </a:stretch>
        </p:blipFill>
        <p:spPr>
          <a:xfrm>
            <a:off x="4511325" y="1248338"/>
            <a:ext cx="4544224" cy="22868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73"/>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Do the CREs containing rs6983267 and rs67491583 show tissue- or context-specific enhancer activity?</a:t>
            </a:r>
            <a:endParaRPr sz="1300"/>
          </a:p>
        </p:txBody>
      </p:sp>
      <p:sp>
        <p:nvSpPr>
          <p:cNvPr id="657" name="Google Shape;657;p73"/>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658" name="Google Shape;658;p73"/>
          <p:cNvSpPr txBox="1"/>
          <p:nvPr/>
        </p:nvSpPr>
        <p:spPr>
          <a:xfrm>
            <a:off x="338138" y="3915125"/>
            <a:ext cx="4360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rPr>
              <a:t>The EH38E3858449 is classified as an </a:t>
            </a:r>
            <a:r>
              <a:rPr lang="en-GB" sz="1600" b="1" dirty="0">
                <a:solidFill>
                  <a:schemeClr val="accent3"/>
                </a:solidFill>
              </a:rPr>
              <a:t> enhancer</a:t>
            </a:r>
            <a:r>
              <a:rPr lang="en-GB" sz="1600" dirty="0">
                <a:solidFill>
                  <a:schemeClr val="dk1"/>
                </a:solidFill>
              </a:rPr>
              <a:t> in 6/170 core collections</a:t>
            </a:r>
            <a:endParaRPr sz="1600" dirty="0">
              <a:solidFill>
                <a:schemeClr val="dk1"/>
              </a:solidFill>
            </a:endParaRPr>
          </a:p>
        </p:txBody>
      </p:sp>
      <p:pic>
        <p:nvPicPr>
          <p:cNvPr id="659" name="Google Shape;659;p73">
            <a:hlinkClick r:id="rId3"/>
          </p:cNvPr>
          <p:cNvPicPr preferRelativeResize="0"/>
          <p:nvPr/>
        </p:nvPicPr>
        <p:blipFill>
          <a:blip r:embed="rId4">
            <a:alphaModFix/>
          </a:blip>
          <a:stretch>
            <a:fillRect/>
          </a:stretch>
        </p:blipFill>
        <p:spPr>
          <a:xfrm>
            <a:off x="274349" y="1348339"/>
            <a:ext cx="4422501" cy="2446822"/>
          </a:xfrm>
          <a:prstGeom prst="rect">
            <a:avLst/>
          </a:prstGeom>
          <a:noFill/>
          <a:ln>
            <a:noFill/>
          </a:ln>
        </p:spPr>
      </p:pic>
      <p:pic>
        <p:nvPicPr>
          <p:cNvPr id="660" name="Google Shape;660;p73">
            <a:hlinkClick r:id="rId3"/>
          </p:cNvPr>
          <p:cNvPicPr preferRelativeResize="0"/>
          <p:nvPr/>
        </p:nvPicPr>
        <p:blipFill>
          <a:blip r:embed="rId5">
            <a:alphaModFix/>
          </a:blip>
          <a:stretch>
            <a:fillRect/>
          </a:stretch>
        </p:blipFill>
        <p:spPr>
          <a:xfrm>
            <a:off x="4806551" y="1853425"/>
            <a:ext cx="4185047" cy="228432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74"/>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Do the CREs containing rs6983267 and rs67491583 show tissue- or context-specific enhancer activity?</a:t>
            </a:r>
            <a:endParaRPr sz="1300"/>
          </a:p>
        </p:txBody>
      </p:sp>
      <p:sp>
        <p:nvSpPr>
          <p:cNvPr id="666" name="Google Shape;666;p74"/>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sp>
        <p:nvSpPr>
          <p:cNvPr id="667" name="Google Shape;667;p74"/>
          <p:cNvSpPr txBox="1"/>
          <p:nvPr/>
        </p:nvSpPr>
        <p:spPr>
          <a:xfrm>
            <a:off x="0" y="4352600"/>
            <a:ext cx="43608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solidFill>
                  <a:schemeClr val="dk1"/>
                </a:solidFill>
              </a:rPr>
              <a:t>The </a:t>
            </a:r>
            <a:r>
              <a:rPr lang="en-GB" u="sng">
                <a:solidFill>
                  <a:schemeClr val="hlink"/>
                </a:solidFill>
                <a:hlinkClick r:id="rId3"/>
              </a:rPr>
              <a:t>ENSR8_CGMBX</a:t>
            </a:r>
            <a:r>
              <a:rPr lang="en-GB">
                <a:solidFill>
                  <a:schemeClr val="dk1"/>
                </a:solidFill>
              </a:rPr>
              <a:t> is classified as an active </a:t>
            </a:r>
            <a:r>
              <a:rPr lang="en-GB" b="1">
                <a:solidFill>
                  <a:schemeClr val="accent3"/>
                </a:solidFill>
              </a:rPr>
              <a:t> enhancer</a:t>
            </a:r>
            <a:r>
              <a:rPr lang="en-GB">
                <a:solidFill>
                  <a:schemeClr val="dk1"/>
                </a:solidFill>
              </a:rPr>
              <a:t> in 51/144 epigenomes</a:t>
            </a:r>
            <a:endParaRPr>
              <a:solidFill>
                <a:schemeClr val="dk1"/>
              </a:solidFill>
            </a:endParaRPr>
          </a:p>
        </p:txBody>
      </p:sp>
      <p:pic>
        <p:nvPicPr>
          <p:cNvPr id="668" name="Google Shape;668;p74"/>
          <p:cNvPicPr preferRelativeResize="0"/>
          <p:nvPr/>
        </p:nvPicPr>
        <p:blipFill>
          <a:blip r:embed="rId4">
            <a:alphaModFix/>
          </a:blip>
          <a:stretch>
            <a:fillRect/>
          </a:stretch>
        </p:blipFill>
        <p:spPr>
          <a:xfrm>
            <a:off x="178325" y="1266338"/>
            <a:ext cx="3901823" cy="3137675"/>
          </a:xfrm>
          <a:prstGeom prst="rect">
            <a:avLst/>
          </a:prstGeom>
          <a:noFill/>
          <a:ln>
            <a:noFill/>
          </a:ln>
        </p:spPr>
      </p:pic>
      <p:pic>
        <p:nvPicPr>
          <p:cNvPr id="669" name="Google Shape;669;p74">
            <a:hlinkClick r:id="rId3"/>
          </p:cNvPr>
          <p:cNvPicPr preferRelativeResize="0"/>
          <p:nvPr/>
        </p:nvPicPr>
        <p:blipFill>
          <a:blip r:embed="rId5">
            <a:alphaModFix/>
          </a:blip>
          <a:stretch>
            <a:fillRect/>
          </a:stretch>
        </p:blipFill>
        <p:spPr>
          <a:xfrm>
            <a:off x="4903325" y="3321025"/>
            <a:ext cx="2585578" cy="1209524"/>
          </a:xfrm>
          <a:prstGeom prst="rect">
            <a:avLst/>
          </a:prstGeom>
          <a:noFill/>
          <a:ln>
            <a:noFill/>
          </a:ln>
        </p:spPr>
      </p:pic>
      <p:sp>
        <p:nvSpPr>
          <p:cNvPr id="670" name="Google Shape;670;p74">
            <a:hlinkClick r:id="rId3"/>
          </p:cNvPr>
          <p:cNvSpPr/>
          <p:nvPr/>
        </p:nvSpPr>
        <p:spPr>
          <a:xfrm>
            <a:off x="395175" y="1455225"/>
            <a:ext cx="545700" cy="94200"/>
          </a:xfrm>
          <a:prstGeom prst="rect">
            <a:avLst/>
          </a:prstGeom>
          <a:noFill/>
          <a:ln w="19050" cap="flat" cmpd="sng">
            <a:solidFill>
              <a:srgbClr val="FFA7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671" name="Google Shape;671;p74"/>
          <p:cNvSpPr txBox="1"/>
          <p:nvPr/>
        </p:nvSpPr>
        <p:spPr>
          <a:xfrm>
            <a:off x="4080150" y="4485575"/>
            <a:ext cx="43608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solidFill>
                  <a:schemeClr val="dk1"/>
                </a:solidFill>
              </a:rPr>
              <a:t>The </a:t>
            </a:r>
            <a:r>
              <a:rPr lang="en-GB" u="sng">
                <a:solidFill>
                  <a:schemeClr val="hlink"/>
                </a:solidFill>
                <a:hlinkClick r:id="rId3"/>
              </a:rPr>
              <a:t>ENSR8_CGMBX</a:t>
            </a:r>
            <a:r>
              <a:rPr lang="en-GB">
                <a:solidFill>
                  <a:schemeClr val="dk1"/>
                </a:solidFill>
              </a:rPr>
              <a:t> is classified as an active </a:t>
            </a:r>
            <a:r>
              <a:rPr lang="en-GB" b="1">
                <a:solidFill>
                  <a:schemeClr val="accent3"/>
                </a:solidFill>
              </a:rPr>
              <a:t>enhancer</a:t>
            </a:r>
            <a:r>
              <a:rPr lang="en-GB">
                <a:solidFill>
                  <a:schemeClr val="dk1"/>
                </a:solidFill>
              </a:rPr>
              <a:t> in 6/8 intestine epigenomes</a:t>
            </a:r>
            <a:endParaRPr>
              <a:solidFill>
                <a:schemeClr val="dk1"/>
              </a:solidFill>
            </a:endParaRPr>
          </a:p>
        </p:txBody>
      </p:sp>
      <p:pic>
        <p:nvPicPr>
          <p:cNvPr id="672" name="Google Shape;672;p74">
            <a:hlinkClick r:id="rId6"/>
          </p:cNvPr>
          <p:cNvPicPr preferRelativeResize="0">
            <a:picLocks noChangeAspect="1"/>
          </p:cNvPicPr>
          <p:nvPr/>
        </p:nvPicPr>
        <p:blipFill>
          <a:blip r:embed="rId7">
            <a:alphaModFix/>
          </a:blip>
          <a:stretch>
            <a:fillRect/>
          </a:stretch>
        </p:blipFill>
        <p:spPr>
          <a:xfrm>
            <a:off x="3525778" y="1342423"/>
            <a:ext cx="2683830" cy="1959845"/>
          </a:xfrm>
          <a:prstGeom prst="rect">
            <a:avLst/>
          </a:prstGeom>
          <a:noFill/>
          <a:ln>
            <a:noFill/>
          </a:ln>
        </p:spPr>
      </p:pic>
      <p:pic>
        <p:nvPicPr>
          <p:cNvPr id="673" name="Google Shape;673;p74">
            <a:hlinkClick r:id="rId6"/>
          </p:cNvPr>
          <p:cNvPicPr preferRelativeResize="0">
            <a:picLocks noChangeAspect="1"/>
          </p:cNvPicPr>
          <p:nvPr/>
        </p:nvPicPr>
        <p:blipFill>
          <a:blip r:embed="rId8">
            <a:alphaModFix/>
          </a:blip>
          <a:stretch>
            <a:fillRect/>
          </a:stretch>
        </p:blipFill>
        <p:spPr>
          <a:xfrm>
            <a:off x="6428745" y="1335303"/>
            <a:ext cx="2683830" cy="196696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75"/>
          <p:cNvSpPr txBox="1">
            <a:spLocks noGrp="1"/>
          </p:cNvSpPr>
          <p:nvPr>
            <p:ph type="body" idx="1"/>
          </p:nvPr>
        </p:nvSpPr>
        <p:spPr>
          <a:xfrm>
            <a:off x="338150" y="889825"/>
            <a:ext cx="8717400" cy="3459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Do the CREs containing rs6983267 and rs67491583 show tissue- or context-specific enhancer activity?</a:t>
            </a:r>
            <a:endParaRPr sz="1300"/>
          </a:p>
        </p:txBody>
      </p:sp>
      <p:sp>
        <p:nvSpPr>
          <p:cNvPr id="679" name="Google Shape;679;p75"/>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sp>
        <p:nvSpPr>
          <p:cNvPr id="680" name="Google Shape;680;p75"/>
          <p:cNvSpPr txBox="1"/>
          <p:nvPr/>
        </p:nvSpPr>
        <p:spPr>
          <a:xfrm>
            <a:off x="0" y="4352600"/>
            <a:ext cx="43608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solidFill>
                  <a:schemeClr val="dk1"/>
                </a:solidFill>
              </a:rPr>
              <a:t>The </a:t>
            </a:r>
            <a:r>
              <a:rPr lang="en-GB" u="sng">
                <a:solidFill>
                  <a:schemeClr val="hlink"/>
                </a:solidFill>
                <a:hlinkClick r:id="rId3"/>
              </a:rPr>
              <a:t>ENSR8_93TKC2</a:t>
            </a:r>
            <a:r>
              <a:rPr lang="en-GB">
                <a:solidFill>
                  <a:schemeClr val="dk1"/>
                </a:solidFill>
              </a:rPr>
              <a:t> is classified as an active </a:t>
            </a:r>
            <a:r>
              <a:rPr lang="en-GB" b="1">
                <a:solidFill>
                  <a:schemeClr val="accent3"/>
                </a:solidFill>
              </a:rPr>
              <a:t> enhancer</a:t>
            </a:r>
            <a:r>
              <a:rPr lang="en-GB">
                <a:solidFill>
                  <a:schemeClr val="dk1"/>
                </a:solidFill>
              </a:rPr>
              <a:t> in 21/144 epigenomes</a:t>
            </a:r>
            <a:endParaRPr>
              <a:solidFill>
                <a:schemeClr val="dk1"/>
              </a:solidFill>
            </a:endParaRPr>
          </a:p>
        </p:txBody>
      </p:sp>
      <p:sp>
        <p:nvSpPr>
          <p:cNvPr id="681" name="Google Shape;681;p75"/>
          <p:cNvSpPr txBox="1"/>
          <p:nvPr/>
        </p:nvSpPr>
        <p:spPr>
          <a:xfrm>
            <a:off x="4080150" y="4485575"/>
            <a:ext cx="43608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solidFill>
                  <a:schemeClr val="dk1"/>
                </a:solidFill>
              </a:rPr>
              <a:t>The </a:t>
            </a:r>
            <a:r>
              <a:rPr lang="en-GB" u="sng">
                <a:solidFill>
                  <a:schemeClr val="hlink"/>
                </a:solidFill>
                <a:hlinkClick r:id="rId3"/>
              </a:rPr>
              <a:t>ENSR8_93TKC2</a:t>
            </a:r>
            <a:r>
              <a:rPr lang="en-GB">
                <a:solidFill>
                  <a:schemeClr val="dk1"/>
                </a:solidFill>
              </a:rPr>
              <a:t> is classified as an active </a:t>
            </a:r>
            <a:r>
              <a:rPr lang="en-GB" b="1">
                <a:solidFill>
                  <a:schemeClr val="accent3"/>
                </a:solidFill>
              </a:rPr>
              <a:t>enhancer</a:t>
            </a:r>
            <a:r>
              <a:rPr lang="en-GB">
                <a:solidFill>
                  <a:schemeClr val="dk1"/>
                </a:solidFill>
              </a:rPr>
              <a:t> in 5/8 intestine epigenomes</a:t>
            </a:r>
            <a:endParaRPr>
              <a:solidFill>
                <a:schemeClr val="dk1"/>
              </a:solidFill>
            </a:endParaRPr>
          </a:p>
        </p:txBody>
      </p:sp>
      <p:pic>
        <p:nvPicPr>
          <p:cNvPr id="682" name="Google Shape;682;p75">
            <a:hlinkClick r:id="rId3"/>
          </p:cNvPr>
          <p:cNvPicPr preferRelativeResize="0"/>
          <p:nvPr/>
        </p:nvPicPr>
        <p:blipFill>
          <a:blip r:embed="rId4">
            <a:alphaModFix/>
          </a:blip>
          <a:stretch>
            <a:fillRect/>
          </a:stretch>
        </p:blipFill>
        <p:spPr>
          <a:xfrm>
            <a:off x="5665624" y="3373199"/>
            <a:ext cx="3415650" cy="1093125"/>
          </a:xfrm>
          <a:prstGeom prst="rect">
            <a:avLst/>
          </a:prstGeom>
          <a:noFill/>
          <a:ln>
            <a:noFill/>
          </a:ln>
        </p:spPr>
      </p:pic>
      <p:pic>
        <p:nvPicPr>
          <p:cNvPr id="683" name="Google Shape;683;p75">
            <a:hlinkClick r:id="rId3"/>
          </p:cNvPr>
          <p:cNvPicPr preferRelativeResize="0"/>
          <p:nvPr/>
        </p:nvPicPr>
        <p:blipFill>
          <a:blip r:embed="rId5">
            <a:alphaModFix/>
          </a:blip>
          <a:stretch>
            <a:fillRect/>
          </a:stretch>
        </p:blipFill>
        <p:spPr>
          <a:xfrm>
            <a:off x="152400" y="1388125"/>
            <a:ext cx="3510777" cy="2801098"/>
          </a:xfrm>
          <a:prstGeom prst="rect">
            <a:avLst/>
          </a:prstGeom>
          <a:noFill/>
          <a:ln>
            <a:noFill/>
          </a:ln>
        </p:spPr>
      </p:pic>
      <p:pic>
        <p:nvPicPr>
          <p:cNvPr id="684" name="Google Shape;684;p75">
            <a:hlinkClick r:id="rId6"/>
          </p:cNvPr>
          <p:cNvPicPr preferRelativeResize="0"/>
          <p:nvPr/>
        </p:nvPicPr>
        <p:blipFill>
          <a:blip r:embed="rId7">
            <a:alphaModFix/>
          </a:blip>
          <a:stretch>
            <a:fillRect/>
          </a:stretch>
        </p:blipFill>
        <p:spPr>
          <a:xfrm>
            <a:off x="4014263" y="1291569"/>
            <a:ext cx="2661027" cy="2118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76"/>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HCT116 and Caco-2 are colorectal cancer cell lines. Are they included in the studied resources? If yes, which epigenomic evidence is available for each of them?</a:t>
            </a:r>
            <a:endParaRPr sz="1300"/>
          </a:p>
          <a:p>
            <a:pPr marL="0" lvl="0" indent="0" algn="l" rtl="0">
              <a:lnSpc>
                <a:spcPct val="150000"/>
              </a:lnSpc>
              <a:spcBef>
                <a:spcPts val="750"/>
              </a:spcBef>
              <a:spcAft>
                <a:spcPts val="0"/>
              </a:spcAft>
              <a:buNone/>
            </a:pPr>
            <a:endParaRPr sz="1300"/>
          </a:p>
        </p:txBody>
      </p:sp>
      <p:sp>
        <p:nvSpPr>
          <p:cNvPr id="690" name="Google Shape;690;p76"/>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pic>
        <p:nvPicPr>
          <p:cNvPr id="691" name="Google Shape;691;p76"/>
          <p:cNvPicPr preferRelativeResize="0"/>
          <p:nvPr/>
        </p:nvPicPr>
        <p:blipFill>
          <a:blip r:embed="rId3">
            <a:alphaModFix/>
          </a:blip>
          <a:stretch>
            <a:fillRect/>
          </a:stretch>
        </p:blipFill>
        <p:spPr>
          <a:xfrm>
            <a:off x="180650" y="1731980"/>
            <a:ext cx="4322706" cy="3137676"/>
          </a:xfrm>
          <a:prstGeom prst="rect">
            <a:avLst/>
          </a:prstGeom>
          <a:noFill/>
          <a:ln>
            <a:noFill/>
          </a:ln>
        </p:spPr>
      </p:pic>
      <p:pic>
        <p:nvPicPr>
          <p:cNvPr id="692" name="Google Shape;692;p76">
            <a:hlinkClick r:id="rId4"/>
          </p:cNvPr>
          <p:cNvPicPr preferRelativeResize="0"/>
          <p:nvPr/>
        </p:nvPicPr>
        <p:blipFill>
          <a:blip r:embed="rId5">
            <a:alphaModFix/>
          </a:blip>
          <a:stretch>
            <a:fillRect/>
          </a:stretch>
        </p:blipFill>
        <p:spPr>
          <a:xfrm>
            <a:off x="4640646" y="1798606"/>
            <a:ext cx="4314694" cy="25229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77"/>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HCT116 and Caco-2 are colorectal cancer cell lines. Are they included in the studied resources? If yes, which epigenomic evidence is available for each of them?</a:t>
            </a:r>
            <a:endParaRPr sz="1300"/>
          </a:p>
          <a:p>
            <a:pPr marL="0" lvl="0" indent="0" algn="l" rtl="0">
              <a:lnSpc>
                <a:spcPct val="150000"/>
              </a:lnSpc>
              <a:spcBef>
                <a:spcPts val="750"/>
              </a:spcBef>
              <a:spcAft>
                <a:spcPts val="0"/>
              </a:spcAft>
              <a:buNone/>
            </a:pPr>
            <a:endParaRPr sz="1300"/>
          </a:p>
        </p:txBody>
      </p:sp>
      <p:sp>
        <p:nvSpPr>
          <p:cNvPr id="698" name="Google Shape;698;p77"/>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pic>
        <p:nvPicPr>
          <p:cNvPr id="699" name="Google Shape;699;p77"/>
          <p:cNvPicPr preferRelativeResize="0"/>
          <p:nvPr/>
        </p:nvPicPr>
        <p:blipFill>
          <a:blip r:embed="rId3">
            <a:alphaModFix/>
          </a:blip>
          <a:stretch>
            <a:fillRect/>
          </a:stretch>
        </p:blipFill>
        <p:spPr>
          <a:xfrm>
            <a:off x="338138" y="1701025"/>
            <a:ext cx="4045770" cy="3137675"/>
          </a:xfrm>
          <a:prstGeom prst="rect">
            <a:avLst/>
          </a:prstGeom>
          <a:noFill/>
          <a:ln>
            <a:noFill/>
          </a:ln>
        </p:spPr>
      </p:pic>
      <p:pic>
        <p:nvPicPr>
          <p:cNvPr id="700" name="Google Shape;700;p77"/>
          <p:cNvPicPr preferRelativeResize="0"/>
          <p:nvPr/>
        </p:nvPicPr>
        <p:blipFill>
          <a:blip r:embed="rId4">
            <a:alphaModFix/>
          </a:blip>
          <a:stretch>
            <a:fillRect/>
          </a:stretch>
        </p:blipFill>
        <p:spPr>
          <a:xfrm>
            <a:off x="4406995" y="1853425"/>
            <a:ext cx="4584605" cy="2438381"/>
          </a:xfrm>
          <a:prstGeom prst="rect">
            <a:avLst/>
          </a:prstGeom>
          <a:noFill/>
          <a:ln>
            <a:noFill/>
          </a:ln>
        </p:spPr>
      </p:pic>
      <p:sp>
        <p:nvSpPr>
          <p:cNvPr id="701" name="Google Shape;701;p77"/>
          <p:cNvSpPr/>
          <p:nvPr/>
        </p:nvSpPr>
        <p:spPr>
          <a:xfrm>
            <a:off x="5557175" y="2780075"/>
            <a:ext cx="3233100" cy="592500"/>
          </a:xfrm>
          <a:prstGeom prst="rect">
            <a:avLst/>
          </a:prstGeom>
          <a:noFill/>
          <a:ln w="1905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78"/>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HCT116 and Caco-2 are colorectal cancer cell lines. Are they included in the studied resources? If yes, which epigenomic evidence is available for each of them?</a:t>
            </a:r>
            <a:endParaRPr sz="1300"/>
          </a:p>
          <a:p>
            <a:pPr marL="0" lvl="0" indent="0" algn="l" rtl="0">
              <a:lnSpc>
                <a:spcPct val="150000"/>
              </a:lnSpc>
              <a:spcBef>
                <a:spcPts val="750"/>
              </a:spcBef>
              <a:spcAft>
                <a:spcPts val="0"/>
              </a:spcAft>
              <a:buNone/>
            </a:pPr>
            <a:endParaRPr sz="1300"/>
          </a:p>
        </p:txBody>
      </p:sp>
      <p:sp>
        <p:nvSpPr>
          <p:cNvPr id="707" name="Google Shape;707;p78"/>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pic>
        <p:nvPicPr>
          <p:cNvPr id="708" name="Google Shape;708;p78"/>
          <p:cNvPicPr preferRelativeResize="0"/>
          <p:nvPr/>
        </p:nvPicPr>
        <p:blipFill>
          <a:blip r:embed="rId3">
            <a:alphaModFix/>
          </a:blip>
          <a:stretch>
            <a:fillRect/>
          </a:stretch>
        </p:blipFill>
        <p:spPr>
          <a:xfrm>
            <a:off x="188550" y="2094888"/>
            <a:ext cx="5206850" cy="1546325"/>
          </a:xfrm>
          <a:prstGeom prst="rect">
            <a:avLst/>
          </a:prstGeom>
          <a:noFill/>
          <a:ln>
            <a:noFill/>
          </a:ln>
        </p:spPr>
      </p:pic>
      <p:pic>
        <p:nvPicPr>
          <p:cNvPr id="709" name="Google Shape;709;p78">
            <a:hlinkClick r:id="rId4"/>
          </p:cNvPr>
          <p:cNvPicPr preferRelativeResize="0"/>
          <p:nvPr/>
        </p:nvPicPr>
        <p:blipFill>
          <a:blip r:embed="rId5">
            <a:alphaModFix/>
          </a:blip>
          <a:stretch>
            <a:fillRect/>
          </a:stretch>
        </p:blipFill>
        <p:spPr>
          <a:xfrm>
            <a:off x="5467750" y="1547054"/>
            <a:ext cx="3487700" cy="300774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79"/>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HCT116 and Caco-2 are colorectal cancer cell lines. Are they included in the studied resources? If yes, which epigenomic evidence is available for each of them?</a:t>
            </a:r>
            <a:endParaRPr sz="1300"/>
          </a:p>
          <a:p>
            <a:pPr marL="0" lvl="0" indent="0" algn="l" rtl="0">
              <a:lnSpc>
                <a:spcPct val="150000"/>
              </a:lnSpc>
              <a:spcBef>
                <a:spcPts val="750"/>
              </a:spcBef>
              <a:spcAft>
                <a:spcPts val="0"/>
              </a:spcAft>
              <a:buNone/>
            </a:pPr>
            <a:endParaRPr sz="1300"/>
          </a:p>
        </p:txBody>
      </p:sp>
      <p:sp>
        <p:nvSpPr>
          <p:cNvPr id="715" name="Google Shape;715;p79"/>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pic>
        <p:nvPicPr>
          <p:cNvPr id="716" name="Google Shape;716;p79"/>
          <p:cNvPicPr preferRelativeResize="0"/>
          <p:nvPr/>
        </p:nvPicPr>
        <p:blipFill>
          <a:blip r:embed="rId3">
            <a:alphaModFix/>
          </a:blip>
          <a:stretch>
            <a:fillRect/>
          </a:stretch>
        </p:blipFill>
        <p:spPr>
          <a:xfrm>
            <a:off x="188550" y="2094888"/>
            <a:ext cx="5206850" cy="1546325"/>
          </a:xfrm>
          <a:prstGeom prst="rect">
            <a:avLst/>
          </a:prstGeom>
          <a:noFill/>
          <a:ln>
            <a:noFill/>
          </a:ln>
        </p:spPr>
      </p:pic>
      <p:pic>
        <p:nvPicPr>
          <p:cNvPr id="717" name="Google Shape;717;p79">
            <a:hlinkClick r:id="rId4"/>
          </p:cNvPr>
          <p:cNvPicPr preferRelativeResize="0"/>
          <p:nvPr/>
        </p:nvPicPr>
        <p:blipFill>
          <a:blip r:embed="rId5">
            <a:alphaModFix/>
          </a:blip>
          <a:stretch>
            <a:fillRect/>
          </a:stretch>
        </p:blipFill>
        <p:spPr>
          <a:xfrm>
            <a:off x="5449075" y="1345350"/>
            <a:ext cx="3460451" cy="33402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80"/>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23" name="Google Shape;723;p80"/>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pic>
        <p:nvPicPr>
          <p:cNvPr id="724" name="Google Shape;724;p80">
            <a:hlinkClick r:id="rId3"/>
          </p:cNvPr>
          <p:cNvPicPr preferRelativeResize="0"/>
          <p:nvPr/>
        </p:nvPicPr>
        <p:blipFill>
          <a:blip r:embed="rId4">
            <a:alphaModFix/>
          </a:blip>
          <a:stretch>
            <a:fillRect/>
          </a:stretch>
        </p:blipFill>
        <p:spPr>
          <a:xfrm>
            <a:off x="166486" y="1514681"/>
            <a:ext cx="4397752" cy="2248325"/>
          </a:xfrm>
          <a:prstGeom prst="rect">
            <a:avLst/>
          </a:prstGeom>
          <a:noFill/>
          <a:ln>
            <a:noFill/>
          </a:ln>
        </p:spPr>
      </p:pic>
      <p:pic>
        <p:nvPicPr>
          <p:cNvPr id="725" name="Google Shape;725;p80">
            <a:hlinkClick r:id="rId3"/>
          </p:cNvPr>
          <p:cNvPicPr preferRelativeResize="0"/>
          <p:nvPr/>
        </p:nvPicPr>
        <p:blipFill rotWithShape="1">
          <a:blip r:embed="rId5">
            <a:alphaModFix/>
          </a:blip>
          <a:srcRect t="6594"/>
          <a:stretch/>
        </p:blipFill>
        <p:spPr>
          <a:xfrm>
            <a:off x="4639075" y="2286000"/>
            <a:ext cx="4451298" cy="2248324"/>
          </a:xfrm>
          <a:prstGeom prst="rect">
            <a:avLst/>
          </a:prstGeom>
          <a:noFill/>
          <a:ln>
            <a:noFill/>
          </a:ln>
        </p:spPr>
      </p:pic>
      <p:sp>
        <p:nvSpPr>
          <p:cNvPr id="726" name="Google Shape;726;p80"/>
          <p:cNvSpPr txBox="1"/>
          <p:nvPr/>
        </p:nvSpPr>
        <p:spPr>
          <a:xfrm>
            <a:off x="55900" y="3913525"/>
            <a:ext cx="4360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EH38E3858447 and EH38E3858449 are both classified as </a:t>
            </a:r>
            <a:r>
              <a:rPr lang="en-GB" sz="1600" b="1">
                <a:solidFill>
                  <a:schemeClr val="accent3"/>
                </a:solidFill>
              </a:rPr>
              <a:t>Proximal enhancer</a:t>
            </a:r>
            <a:r>
              <a:rPr lang="en-GB" sz="1600">
                <a:solidFill>
                  <a:schemeClr val="dk1"/>
                </a:solidFill>
              </a:rPr>
              <a:t> in </a:t>
            </a:r>
            <a:r>
              <a:rPr lang="en-GB" sz="1600" i="1">
                <a:solidFill>
                  <a:schemeClr val="dk1"/>
                </a:solidFill>
              </a:rPr>
              <a:t>Caco-2</a:t>
            </a:r>
            <a:r>
              <a:rPr lang="en-GB" sz="1600">
                <a:solidFill>
                  <a:schemeClr val="dk1"/>
                </a:solidFill>
              </a:rPr>
              <a:t> and as </a:t>
            </a:r>
            <a:r>
              <a:rPr lang="en-GB" sz="1600" b="1">
                <a:solidFill>
                  <a:srgbClr val="249DC1"/>
                </a:solidFill>
              </a:rPr>
              <a:t>CA-CTCF</a:t>
            </a:r>
            <a:r>
              <a:rPr lang="en-GB" sz="1600">
                <a:solidFill>
                  <a:schemeClr val="dk1"/>
                </a:solidFill>
              </a:rPr>
              <a:t> in </a:t>
            </a:r>
            <a:r>
              <a:rPr lang="en-GB" sz="1600" i="1">
                <a:solidFill>
                  <a:schemeClr val="dk1"/>
                </a:solidFill>
              </a:rPr>
              <a:t>HCT116.</a:t>
            </a:r>
            <a:endParaRPr sz="1600" i="1">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81"/>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32" name="Google Shape;732;p81"/>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733" name="Google Shape;733;p81"/>
          <p:cNvSpPr txBox="1"/>
          <p:nvPr/>
        </p:nvSpPr>
        <p:spPr>
          <a:xfrm>
            <a:off x="1792100" y="4336850"/>
            <a:ext cx="5877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Select epigenomic tracks from HCT116 and Caco-2</a:t>
            </a:r>
            <a:endParaRPr sz="1600" i="1">
              <a:solidFill>
                <a:schemeClr val="dk1"/>
              </a:solidFill>
            </a:endParaRPr>
          </a:p>
        </p:txBody>
      </p:sp>
      <p:pic>
        <p:nvPicPr>
          <p:cNvPr id="734" name="Google Shape;734;p81">
            <a:hlinkClick r:id="rId3"/>
          </p:cNvPr>
          <p:cNvPicPr preferRelativeResize="0"/>
          <p:nvPr/>
        </p:nvPicPr>
        <p:blipFill rotWithShape="1">
          <a:blip r:embed="rId4">
            <a:alphaModFix/>
          </a:blip>
          <a:srcRect r="12250"/>
          <a:stretch/>
        </p:blipFill>
        <p:spPr>
          <a:xfrm>
            <a:off x="147650" y="1366600"/>
            <a:ext cx="4267301" cy="2690350"/>
          </a:xfrm>
          <a:prstGeom prst="rect">
            <a:avLst/>
          </a:prstGeom>
          <a:noFill/>
          <a:ln>
            <a:noFill/>
          </a:ln>
        </p:spPr>
      </p:pic>
      <p:pic>
        <p:nvPicPr>
          <p:cNvPr id="735" name="Google Shape;735;p81">
            <a:hlinkClick r:id="rId3"/>
          </p:cNvPr>
          <p:cNvPicPr preferRelativeResize="0"/>
          <p:nvPr/>
        </p:nvPicPr>
        <p:blipFill rotWithShape="1">
          <a:blip r:embed="rId5">
            <a:alphaModFix/>
          </a:blip>
          <a:srcRect r="11987"/>
          <a:stretch/>
        </p:blipFill>
        <p:spPr>
          <a:xfrm>
            <a:off x="4630687" y="1366600"/>
            <a:ext cx="4267288" cy="2690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82"/>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41" name="Google Shape;741;p82"/>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742" name="Google Shape;742;p82"/>
          <p:cNvSpPr txBox="1"/>
          <p:nvPr/>
        </p:nvSpPr>
        <p:spPr>
          <a:xfrm>
            <a:off x="945450" y="4266300"/>
            <a:ext cx="6731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For EH38E3858447, the</a:t>
            </a:r>
            <a:r>
              <a:rPr lang="en-GB" sz="1600" b="1">
                <a:solidFill>
                  <a:schemeClr val="accent3"/>
                </a:solidFill>
              </a:rPr>
              <a:t> H3K27ac signal</a:t>
            </a:r>
            <a:r>
              <a:rPr lang="en-GB" sz="1600">
                <a:solidFill>
                  <a:schemeClr val="dk1"/>
                </a:solidFill>
              </a:rPr>
              <a:t> for </a:t>
            </a:r>
            <a:r>
              <a:rPr lang="en-GB" sz="1600" i="1">
                <a:solidFill>
                  <a:schemeClr val="dk1"/>
                </a:solidFill>
              </a:rPr>
              <a:t>HCT116 </a:t>
            </a:r>
            <a:r>
              <a:rPr lang="en-GB" sz="1600">
                <a:solidFill>
                  <a:schemeClr val="dk1"/>
                </a:solidFill>
              </a:rPr>
              <a:t>and </a:t>
            </a:r>
            <a:r>
              <a:rPr lang="en-GB" sz="1600" i="1">
                <a:solidFill>
                  <a:schemeClr val="dk1"/>
                </a:solidFill>
              </a:rPr>
              <a:t>Caco-2</a:t>
            </a:r>
            <a:r>
              <a:rPr lang="en-GB" sz="1600">
                <a:solidFill>
                  <a:schemeClr val="dk1"/>
                </a:solidFill>
              </a:rPr>
              <a:t> doesn’t show big differences. </a:t>
            </a:r>
            <a:r>
              <a:rPr lang="en-GB" sz="1600" b="1">
                <a:solidFill>
                  <a:srgbClr val="249DC1"/>
                </a:solidFill>
              </a:rPr>
              <a:t>CTCF signal</a:t>
            </a:r>
            <a:r>
              <a:rPr lang="en-GB" sz="1600">
                <a:solidFill>
                  <a:schemeClr val="dk1"/>
                </a:solidFill>
              </a:rPr>
              <a:t> is high in both cell types.</a:t>
            </a:r>
            <a:endParaRPr sz="1600" i="1">
              <a:solidFill>
                <a:schemeClr val="dk1"/>
              </a:solidFill>
            </a:endParaRPr>
          </a:p>
        </p:txBody>
      </p:sp>
      <p:pic>
        <p:nvPicPr>
          <p:cNvPr id="743" name="Google Shape;743;p82">
            <a:hlinkClick r:id="rId3"/>
          </p:cNvPr>
          <p:cNvPicPr preferRelativeResize="0"/>
          <p:nvPr/>
        </p:nvPicPr>
        <p:blipFill>
          <a:blip r:embed="rId4">
            <a:alphaModFix/>
          </a:blip>
          <a:stretch>
            <a:fillRect/>
          </a:stretch>
        </p:blipFill>
        <p:spPr>
          <a:xfrm>
            <a:off x="182538" y="1360732"/>
            <a:ext cx="4381700" cy="2946140"/>
          </a:xfrm>
          <a:prstGeom prst="rect">
            <a:avLst/>
          </a:prstGeom>
          <a:noFill/>
          <a:ln>
            <a:noFill/>
          </a:ln>
        </p:spPr>
      </p:pic>
      <p:pic>
        <p:nvPicPr>
          <p:cNvPr id="744" name="Google Shape;744;p82"/>
          <p:cNvPicPr preferRelativeResize="0"/>
          <p:nvPr/>
        </p:nvPicPr>
        <p:blipFill>
          <a:blip r:embed="rId5">
            <a:alphaModFix/>
          </a:blip>
          <a:stretch>
            <a:fillRect/>
          </a:stretch>
        </p:blipFill>
        <p:spPr>
          <a:xfrm>
            <a:off x="4673849" y="1360732"/>
            <a:ext cx="4381701" cy="29055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83"/>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50" name="Google Shape;750;p83"/>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751" name="Google Shape;751;p83"/>
          <p:cNvSpPr txBox="1"/>
          <p:nvPr/>
        </p:nvSpPr>
        <p:spPr>
          <a:xfrm>
            <a:off x="91750" y="4304900"/>
            <a:ext cx="7831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For EH38E3858449, the</a:t>
            </a:r>
            <a:r>
              <a:rPr lang="en-GB" sz="1600" b="1">
                <a:solidFill>
                  <a:schemeClr val="accent3"/>
                </a:solidFill>
              </a:rPr>
              <a:t> H3K27ac signal</a:t>
            </a:r>
            <a:r>
              <a:rPr lang="en-GB" sz="1600">
                <a:solidFill>
                  <a:schemeClr val="dk1"/>
                </a:solidFill>
              </a:rPr>
              <a:t> for </a:t>
            </a:r>
            <a:r>
              <a:rPr lang="en-GB" sz="1600" i="1">
                <a:solidFill>
                  <a:schemeClr val="dk1"/>
                </a:solidFill>
              </a:rPr>
              <a:t>HCT116 </a:t>
            </a:r>
            <a:r>
              <a:rPr lang="en-GB" sz="1600">
                <a:solidFill>
                  <a:schemeClr val="dk1"/>
                </a:solidFill>
              </a:rPr>
              <a:t>is ~3 times lower than for </a:t>
            </a:r>
            <a:r>
              <a:rPr lang="en-GB" sz="1600" i="1">
                <a:solidFill>
                  <a:schemeClr val="dk1"/>
                </a:solidFill>
              </a:rPr>
              <a:t>Caco-2</a:t>
            </a:r>
            <a:r>
              <a:rPr lang="en-GB" sz="1600">
                <a:solidFill>
                  <a:schemeClr val="dk1"/>
                </a:solidFill>
              </a:rPr>
              <a:t> although it doesn’t show a clear peak. </a:t>
            </a:r>
            <a:r>
              <a:rPr lang="en-GB" sz="1600" b="1">
                <a:solidFill>
                  <a:srgbClr val="249DC1"/>
                </a:solidFill>
              </a:rPr>
              <a:t>CTCF signal</a:t>
            </a:r>
            <a:r>
              <a:rPr lang="en-GB" sz="1600">
                <a:solidFill>
                  <a:schemeClr val="dk1"/>
                </a:solidFill>
              </a:rPr>
              <a:t> is high in both cell types.</a:t>
            </a:r>
            <a:endParaRPr sz="1600">
              <a:solidFill>
                <a:schemeClr val="dk1"/>
              </a:solidFill>
            </a:endParaRPr>
          </a:p>
        </p:txBody>
      </p:sp>
      <p:pic>
        <p:nvPicPr>
          <p:cNvPr id="752" name="Google Shape;752;p83">
            <a:hlinkClick r:id="rId3"/>
          </p:cNvPr>
          <p:cNvPicPr preferRelativeResize="0"/>
          <p:nvPr/>
        </p:nvPicPr>
        <p:blipFill rotWithShape="1">
          <a:blip r:embed="rId4">
            <a:alphaModFix/>
          </a:blip>
          <a:srcRect t="5491" b="-9"/>
          <a:stretch/>
        </p:blipFill>
        <p:spPr>
          <a:xfrm>
            <a:off x="202367" y="1345524"/>
            <a:ext cx="4238775" cy="2909276"/>
          </a:xfrm>
          <a:prstGeom prst="rect">
            <a:avLst/>
          </a:prstGeom>
          <a:noFill/>
          <a:ln>
            <a:noFill/>
          </a:ln>
        </p:spPr>
      </p:pic>
      <p:pic>
        <p:nvPicPr>
          <p:cNvPr id="753" name="Google Shape;753;p83"/>
          <p:cNvPicPr preferRelativeResize="0"/>
          <p:nvPr/>
        </p:nvPicPr>
        <p:blipFill>
          <a:blip r:embed="rId5">
            <a:alphaModFix/>
          </a:blip>
          <a:stretch>
            <a:fillRect/>
          </a:stretch>
        </p:blipFill>
        <p:spPr>
          <a:xfrm>
            <a:off x="4645175" y="1344400"/>
            <a:ext cx="4296458" cy="2909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84"/>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59" name="Google Shape;759;p84"/>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sp>
        <p:nvSpPr>
          <p:cNvPr id="760" name="Google Shape;760;p84"/>
          <p:cNvSpPr txBox="1"/>
          <p:nvPr/>
        </p:nvSpPr>
        <p:spPr>
          <a:xfrm>
            <a:off x="1840313" y="4712400"/>
            <a:ext cx="5877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dirty="0">
                <a:solidFill>
                  <a:schemeClr val="dk1"/>
                </a:solidFill>
              </a:rPr>
              <a:t>Select HCT116 and Caco-2 on the epigenomes table</a:t>
            </a:r>
            <a:endParaRPr sz="1600" i="1" dirty="0">
              <a:solidFill>
                <a:schemeClr val="dk1"/>
              </a:solidFill>
            </a:endParaRPr>
          </a:p>
        </p:txBody>
      </p:sp>
      <p:pic>
        <p:nvPicPr>
          <p:cNvPr id="761" name="Google Shape;761;p84">
            <a:hlinkClick r:id="rId3"/>
          </p:cNvPr>
          <p:cNvPicPr preferRelativeResize="0"/>
          <p:nvPr/>
        </p:nvPicPr>
        <p:blipFill>
          <a:blip r:embed="rId4">
            <a:alphaModFix/>
          </a:blip>
          <a:stretch>
            <a:fillRect/>
          </a:stretch>
        </p:blipFill>
        <p:spPr>
          <a:xfrm>
            <a:off x="1840313" y="1295425"/>
            <a:ext cx="5447850" cy="3515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85"/>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67" name="Google Shape;767;p85"/>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Ensembl resources</a:t>
            </a:r>
            <a:endParaRPr/>
          </a:p>
        </p:txBody>
      </p:sp>
      <p:pic>
        <p:nvPicPr>
          <p:cNvPr id="768" name="Google Shape;768;p85">
            <a:hlinkClick r:id="rId3"/>
          </p:cNvPr>
          <p:cNvPicPr preferRelativeResize="0"/>
          <p:nvPr/>
        </p:nvPicPr>
        <p:blipFill>
          <a:blip r:embed="rId4">
            <a:alphaModFix/>
          </a:blip>
          <a:stretch>
            <a:fillRect/>
          </a:stretch>
        </p:blipFill>
        <p:spPr>
          <a:xfrm>
            <a:off x="1337387" y="1372875"/>
            <a:ext cx="5901298" cy="37706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86"/>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How is the regulatory activity in the locus for HCT116 and Caco-2?</a:t>
            </a:r>
            <a:endParaRPr sz="1300"/>
          </a:p>
          <a:p>
            <a:pPr marL="0" lvl="0" indent="0" algn="l" rtl="0">
              <a:lnSpc>
                <a:spcPct val="150000"/>
              </a:lnSpc>
              <a:spcBef>
                <a:spcPts val="750"/>
              </a:spcBef>
              <a:spcAft>
                <a:spcPts val="0"/>
              </a:spcAft>
              <a:buNone/>
            </a:pPr>
            <a:endParaRPr sz="1300"/>
          </a:p>
        </p:txBody>
      </p:sp>
      <p:sp>
        <p:nvSpPr>
          <p:cNvPr id="774" name="Google Shape;774;p86"/>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
        <p:nvSpPr>
          <p:cNvPr id="775" name="Google Shape;775;p86"/>
          <p:cNvSpPr txBox="1"/>
          <p:nvPr/>
        </p:nvSpPr>
        <p:spPr>
          <a:xfrm>
            <a:off x="225800" y="4181750"/>
            <a:ext cx="76965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a:solidFill>
                  <a:schemeClr val="dk1"/>
                </a:solidFill>
              </a:rPr>
              <a:t>For both, ENSR8_CGMBX and ENSR8_93TKC2, </a:t>
            </a:r>
            <a:r>
              <a:rPr lang="en-GB" sz="1600" i="1">
                <a:solidFill>
                  <a:schemeClr val="dk1"/>
                </a:solidFill>
              </a:rPr>
              <a:t>HCT116 </a:t>
            </a:r>
            <a:r>
              <a:rPr lang="en-GB" sz="1600">
                <a:solidFill>
                  <a:schemeClr val="dk1"/>
                </a:solidFill>
              </a:rPr>
              <a:t>and </a:t>
            </a:r>
            <a:r>
              <a:rPr lang="en-GB" sz="1600" i="1">
                <a:solidFill>
                  <a:schemeClr val="dk1"/>
                </a:solidFill>
              </a:rPr>
              <a:t>Caco-2</a:t>
            </a:r>
            <a:r>
              <a:rPr lang="en-GB" sz="1600">
                <a:solidFill>
                  <a:schemeClr val="dk1"/>
                </a:solidFill>
              </a:rPr>
              <a:t> show evidence of open chromatin and </a:t>
            </a:r>
            <a:r>
              <a:rPr lang="en-GB" sz="1600" b="1">
                <a:solidFill>
                  <a:srgbClr val="F1C232"/>
                </a:solidFill>
              </a:rPr>
              <a:t>H3K4me1 signal</a:t>
            </a:r>
            <a:r>
              <a:rPr lang="en-GB" sz="1600">
                <a:solidFill>
                  <a:schemeClr val="dk1"/>
                </a:solidFill>
              </a:rPr>
              <a:t>. For ENSR8_CGMBX, </a:t>
            </a:r>
            <a:r>
              <a:rPr lang="en-GB" sz="1600" i="1">
                <a:solidFill>
                  <a:schemeClr val="dk1"/>
                </a:solidFill>
              </a:rPr>
              <a:t>HCT116 </a:t>
            </a:r>
            <a:r>
              <a:rPr lang="en-GB" sz="1600">
                <a:solidFill>
                  <a:schemeClr val="dk1"/>
                </a:solidFill>
              </a:rPr>
              <a:t>also shows evidence of </a:t>
            </a:r>
            <a:r>
              <a:rPr lang="en-GB" sz="1600" b="1">
                <a:solidFill>
                  <a:schemeClr val="accent3"/>
                </a:solidFill>
              </a:rPr>
              <a:t>H3K27ac signal</a:t>
            </a:r>
            <a:r>
              <a:rPr lang="en-GB" sz="1600">
                <a:solidFill>
                  <a:schemeClr val="dk1"/>
                </a:solidFill>
              </a:rPr>
              <a:t>.</a:t>
            </a:r>
            <a:endParaRPr sz="1600" i="1">
              <a:solidFill>
                <a:schemeClr val="dk1"/>
              </a:solidFill>
            </a:endParaRPr>
          </a:p>
        </p:txBody>
      </p:sp>
      <p:pic>
        <p:nvPicPr>
          <p:cNvPr id="776" name="Google Shape;776;p86">
            <a:hlinkClick r:id="rId3"/>
          </p:cNvPr>
          <p:cNvPicPr preferRelativeResize="0">
            <a:picLocks noChangeAspect="1"/>
          </p:cNvPicPr>
          <p:nvPr/>
        </p:nvPicPr>
        <p:blipFill>
          <a:blip r:embed="rId4">
            <a:alphaModFix/>
          </a:blip>
          <a:stretch>
            <a:fillRect/>
          </a:stretch>
        </p:blipFill>
        <p:spPr>
          <a:xfrm>
            <a:off x="1866137" y="1323738"/>
            <a:ext cx="4717542" cy="292993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87"/>
          <p:cNvSpPr txBox="1">
            <a:spLocks noGrp="1"/>
          </p:cNvSpPr>
          <p:nvPr>
            <p:ph type="body" idx="1"/>
          </p:nvPr>
        </p:nvSpPr>
        <p:spPr>
          <a:xfrm>
            <a:off x="338150" y="889825"/>
            <a:ext cx="8717400" cy="811200"/>
          </a:xfrm>
          <a:prstGeom prst="rect">
            <a:avLst/>
          </a:prstGeom>
        </p:spPr>
        <p:txBody>
          <a:bodyPr spcFirstLastPara="1" wrap="square" lIns="0" tIns="45700" rIns="91425" bIns="45700" anchor="t" anchorCtr="0">
            <a:noAutofit/>
          </a:bodyPr>
          <a:lstStyle/>
          <a:p>
            <a:pPr marL="0" lvl="0" indent="0" algn="l" rtl="0">
              <a:lnSpc>
                <a:spcPct val="150000"/>
              </a:lnSpc>
              <a:spcBef>
                <a:spcPts val="750"/>
              </a:spcBef>
              <a:spcAft>
                <a:spcPts val="0"/>
              </a:spcAft>
              <a:buNone/>
            </a:pPr>
            <a:r>
              <a:rPr lang="en-GB" sz="1300"/>
              <a:t>Do the CREs annotation resources show agreement in the studied locus?</a:t>
            </a:r>
            <a:endParaRPr sz="1300"/>
          </a:p>
          <a:p>
            <a:pPr marL="0" lvl="0" indent="0" algn="l" rtl="0">
              <a:lnSpc>
                <a:spcPct val="150000"/>
              </a:lnSpc>
              <a:spcBef>
                <a:spcPts val="750"/>
              </a:spcBef>
              <a:spcAft>
                <a:spcPts val="0"/>
              </a:spcAft>
              <a:buNone/>
            </a:pPr>
            <a:endParaRPr sz="1300"/>
          </a:p>
          <a:p>
            <a:pPr marL="0" lvl="0" indent="0" algn="l" rtl="0">
              <a:lnSpc>
                <a:spcPct val="150000"/>
              </a:lnSpc>
              <a:spcBef>
                <a:spcPts val="750"/>
              </a:spcBef>
              <a:spcAft>
                <a:spcPts val="0"/>
              </a:spcAft>
              <a:buNone/>
            </a:pPr>
            <a:endParaRPr sz="1300"/>
          </a:p>
        </p:txBody>
      </p:sp>
      <p:sp>
        <p:nvSpPr>
          <p:cNvPr id="782" name="Google Shape;782;p87"/>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a:t>
            </a:r>
            <a:endParaRPr/>
          </a:p>
        </p:txBody>
      </p:sp>
      <p:pic>
        <p:nvPicPr>
          <p:cNvPr id="783" name="Google Shape;783;p87">
            <a:hlinkClick r:id="rId3"/>
          </p:cNvPr>
          <p:cNvPicPr preferRelativeResize="0"/>
          <p:nvPr/>
        </p:nvPicPr>
        <p:blipFill>
          <a:blip r:embed="rId4">
            <a:alphaModFix/>
          </a:blip>
          <a:stretch>
            <a:fillRect/>
          </a:stretch>
        </p:blipFill>
        <p:spPr>
          <a:xfrm>
            <a:off x="5019252" y="1344287"/>
            <a:ext cx="3786598" cy="2351749"/>
          </a:xfrm>
          <a:prstGeom prst="rect">
            <a:avLst/>
          </a:prstGeom>
          <a:noFill/>
          <a:ln>
            <a:noFill/>
          </a:ln>
        </p:spPr>
      </p:pic>
      <p:pic>
        <p:nvPicPr>
          <p:cNvPr id="784" name="Google Shape;784;p87">
            <a:hlinkClick r:id="rId5"/>
          </p:cNvPr>
          <p:cNvPicPr preferRelativeResize="0"/>
          <p:nvPr/>
        </p:nvPicPr>
        <p:blipFill>
          <a:blip r:embed="rId6">
            <a:alphaModFix/>
          </a:blip>
          <a:stretch>
            <a:fillRect/>
          </a:stretch>
        </p:blipFill>
        <p:spPr>
          <a:xfrm>
            <a:off x="240222" y="1376725"/>
            <a:ext cx="4185431" cy="2286875"/>
          </a:xfrm>
          <a:prstGeom prst="rect">
            <a:avLst/>
          </a:prstGeom>
          <a:noFill/>
          <a:ln>
            <a:noFill/>
          </a:ln>
        </p:spPr>
      </p:pic>
      <p:sp>
        <p:nvSpPr>
          <p:cNvPr id="785" name="Google Shape;785;p87"/>
          <p:cNvSpPr txBox="1"/>
          <p:nvPr/>
        </p:nvSpPr>
        <p:spPr>
          <a:xfrm>
            <a:off x="152538" y="3663600"/>
            <a:ext cx="4360800" cy="118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1"/>
                </a:solidFill>
              </a:rPr>
              <a:t>rs6983267 overlaps with EH38E3858447,   classified by ENCODE as </a:t>
            </a:r>
            <a:r>
              <a:rPr lang="en-GB" sz="1300" b="1">
                <a:solidFill>
                  <a:schemeClr val="accent3"/>
                </a:solidFill>
              </a:rPr>
              <a:t>Proximal enhancer</a:t>
            </a:r>
            <a:r>
              <a:rPr lang="en-GB" sz="1300">
                <a:solidFill>
                  <a:schemeClr val="dk1"/>
                </a:solidFill>
              </a:rPr>
              <a:t> in </a:t>
            </a:r>
            <a:r>
              <a:rPr lang="en-GB" sz="1300" i="1">
                <a:solidFill>
                  <a:schemeClr val="dk1"/>
                </a:solidFill>
              </a:rPr>
              <a:t>Caco-2</a:t>
            </a:r>
            <a:r>
              <a:rPr lang="en-GB" sz="1300">
                <a:solidFill>
                  <a:schemeClr val="dk1"/>
                </a:solidFill>
              </a:rPr>
              <a:t> and as </a:t>
            </a:r>
            <a:r>
              <a:rPr lang="en-GB" sz="1300" b="1">
                <a:solidFill>
                  <a:srgbClr val="249DC1"/>
                </a:solidFill>
              </a:rPr>
              <a:t>CA-CTCF</a:t>
            </a:r>
            <a:r>
              <a:rPr lang="en-GB" sz="1300">
                <a:solidFill>
                  <a:schemeClr val="dk1"/>
                </a:solidFill>
              </a:rPr>
              <a:t> in </a:t>
            </a:r>
            <a:r>
              <a:rPr lang="en-GB" sz="1300" i="1">
                <a:solidFill>
                  <a:schemeClr val="dk1"/>
                </a:solidFill>
              </a:rPr>
              <a:t>HCT116</a:t>
            </a:r>
            <a:r>
              <a:rPr lang="en-GB" sz="1300">
                <a:solidFill>
                  <a:schemeClr val="dk1"/>
                </a:solidFill>
              </a:rPr>
              <a:t>, and with ENSR8_CGMBX, classified by Ensembl regulation as </a:t>
            </a:r>
            <a:r>
              <a:rPr lang="en-GB" sz="1300" b="1">
                <a:solidFill>
                  <a:schemeClr val="accent3"/>
                </a:solidFill>
              </a:rPr>
              <a:t>Active enhancer</a:t>
            </a:r>
            <a:r>
              <a:rPr lang="en-GB" sz="1300">
                <a:solidFill>
                  <a:schemeClr val="dk1"/>
                </a:solidFill>
              </a:rPr>
              <a:t> in both cell lines.</a:t>
            </a:r>
            <a:endParaRPr sz="1300">
              <a:solidFill>
                <a:schemeClr val="dk1"/>
              </a:solidFill>
            </a:endParaRPr>
          </a:p>
        </p:txBody>
      </p:sp>
      <p:sp>
        <p:nvSpPr>
          <p:cNvPr id="786" name="Google Shape;786;p87"/>
          <p:cNvSpPr txBox="1"/>
          <p:nvPr/>
        </p:nvSpPr>
        <p:spPr>
          <a:xfrm>
            <a:off x="4694750" y="3632250"/>
            <a:ext cx="4360800" cy="118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1"/>
                </a:solidFill>
              </a:rPr>
              <a:t>rs67491583 overlaps with EH38E3858449,   classified by ENCODE as </a:t>
            </a:r>
            <a:r>
              <a:rPr lang="en-GB" sz="1300" b="1">
                <a:solidFill>
                  <a:schemeClr val="accent3"/>
                </a:solidFill>
              </a:rPr>
              <a:t>Proximal enhancer</a:t>
            </a:r>
            <a:r>
              <a:rPr lang="en-GB" sz="1300">
                <a:solidFill>
                  <a:schemeClr val="dk1"/>
                </a:solidFill>
              </a:rPr>
              <a:t> in </a:t>
            </a:r>
            <a:r>
              <a:rPr lang="en-GB" sz="1300" i="1">
                <a:solidFill>
                  <a:schemeClr val="dk1"/>
                </a:solidFill>
              </a:rPr>
              <a:t>Caco-2</a:t>
            </a:r>
            <a:r>
              <a:rPr lang="en-GB" sz="1300">
                <a:solidFill>
                  <a:schemeClr val="dk1"/>
                </a:solidFill>
              </a:rPr>
              <a:t> and as </a:t>
            </a:r>
            <a:r>
              <a:rPr lang="en-GB" sz="1300" b="1">
                <a:solidFill>
                  <a:srgbClr val="249DC1"/>
                </a:solidFill>
              </a:rPr>
              <a:t>CA-CTCF</a:t>
            </a:r>
            <a:r>
              <a:rPr lang="en-GB" sz="1300">
                <a:solidFill>
                  <a:schemeClr val="dk1"/>
                </a:solidFill>
              </a:rPr>
              <a:t> in </a:t>
            </a:r>
            <a:r>
              <a:rPr lang="en-GB" sz="1300" i="1">
                <a:solidFill>
                  <a:schemeClr val="dk1"/>
                </a:solidFill>
              </a:rPr>
              <a:t>HCT11</a:t>
            </a:r>
            <a:r>
              <a:rPr lang="en-GB" sz="1300">
                <a:solidFill>
                  <a:schemeClr val="dk1"/>
                </a:solidFill>
              </a:rPr>
              <a:t>, and with ENSR8_93TKC2, classified by Ensembl Regulation as </a:t>
            </a:r>
            <a:r>
              <a:rPr lang="en-GB" sz="1300" b="1">
                <a:solidFill>
                  <a:schemeClr val="accent3"/>
                </a:solidFill>
              </a:rPr>
              <a:t>Active enhancer</a:t>
            </a:r>
            <a:r>
              <a:rPr lang="en-GB" sz="1300">
                <a:solidFill>
                  <a:schemeClr val="dk1"/>
                </a:solidFill>
              </a:rPr>
              <a:t> in both cell lines.</a:t>
            </a:r>
            <a:endParaRPr sz="13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88"/>
          <p:cNvSpPr txBox="1">
            <a:spLocks noGrp="1"/>
          </p:cNvSpPr>
          <p:nvPr>
            <p:ph type="body" idx="1"/>
          </p:nvPr>
        </p:nvSpPr>
        <p:spPr>
          <a:xfrm>
            <a:off x="338150" y="889825"/>
            <a:ext cx="8717400" cy="31953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Main question: </a:t>
            </a:r>
            <a:r>
              <a:rPr lang="en-GB" i="1"/>
              <a:t>Do these 8q24 non-coding variants overlap regulatory elements that could plausibly influence MYC in a colorectal-relevant context?</a:t>
            </a:r>
            <a:endParaRPr i="1"/>
          </a:p>
          <a:p>
            <a:pPr marL="0" lvl="0" indent="0" algn="l" rtl="0">
              <a:lnSpc>
                <a:spcPct val="150000"/>
              </a:lnSpc>
              <a:spcBef>
                <a:spcPts val="750"/>
              </a:spcBef>
              <a:spcAft>
                <a:spcPts val="0"/>
              </a:spcAft>
              <a:buNone/>
            </a:pPr>
            <a:r>
              <a:rPr lang="en-GB" i="1"/>
              <a:t>	Yes, the non-coding variants overlap enhancer CREs that could play a role in regulating MYC through long range interactions. According to both ENCODE Screen and Ensembl Regulation, the regulatory elements containing the non-coding variants show activity in the explored colorectal-cancer cell lines. Ensembl Regulation classified the two regulatory elements as Active Enhancers in both cell lines while ENCODE classified them as Distal Enhancers only in Caco-2. </a:t>
            </a:r>
            <a:endParaRPr sz="1300"/>
          </a:p>
          <a:p>
            <a:pPr marL="0" lvl="0" indent="0" algn="l" rtl="0">
              <a:lnSpc>
                <a:spcPct val="150000"/>
              </a:lnSpc>
              <a:spcBef>
                <a:spcPts val="750"/>
              </a:spcBef>
              <a:spcAft>
                <a:spcPts val="0"/>
              </a:spcAft>
              <a:buNone/>
            </a:pPr>
            <a:endParaRPr sz="1300"/>
          </a:p>
          <a:p>
            <a:pPr marL="0" lvl="0" indent="0" algn="l" rtl="0">
              <a:lnSpc>
                <a:spcPct val="150000"/>
              </a:lnSpc>
              <a:spcBef>
                <a:spcPts val="750"/>
              </a:spcBef>
              <a:spcAft>
                <a:spcPts val="0"/>
              </a:spcAft>
              <a:buNone/>
            </a:pPr>
            <a:endParaRPr sz="1300"/>
          </a:p>
        </p:txBody>
      </p:sp>
      <p:sp>
        <p:nvSpPr>
          <p:cNvPr id="792" name="Google Shape;792;p88"/>
          <p:cNvSpPr txBox="1">
            <a:spLocks noGrp="1"/>
          </p:cNvSpPr>
          <p:nvPr>
            <p:ph type="title"/>
          </p:nvPr>
        </p:nvSpPr>
        <p:spPr>
          <a:xfrm>
            <a:off x="338138" y="273844"/>
            <a:ext cx="84522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1: Using ENCODE resources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89"/>
          <p:cNvSpPr txBox="1">
            <a:spLocks noGrp="1"/>
          </p:cNvSpPr>
          <p:nvPr>
            <p:ph type="body" idx="1"/>
          </p:nvPr>
        </p:nvSpPr>
        <p:spPr>
          <a:xfrm>
            <a:off x="338138" y="889824"/>
            <a:ext cx="8452200" cy="37116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a:t>
            </a:r>
            <a:r>
              <a:rPr lang="en-GB" u="sng">
                <a:solidFill>
                  <a:schemeClr val="hlink"/>
                </a:solidFill>
                <a:hlinkClick r:id="rId3"/>
              </a:rPr>
              <a:t>Dlx5/Dlx6</a:t>
            </a:r>
            <a:r>
              <a:rPr lang="en-GB"/>
              <a:t> intergenic region contains the conserved enhancer I56i (GRCm39/mm10, chr6:6,869,098-6,869,533), which has been described as a forebrain enhancer active in GABAergic interneuron development </a:t>
            </a:r>
            <a:r>
              <a:rPr lang="en-GB" baseline="30000"/>
              <a:t>4</a:t>
            </a:r>
            <a:r>
              <a:rPr lang="en-GB"/>
              <a:t>. </a:t>
            </a:r>
            <a:endParaRPr/>
          </a:p>
          <a:p>
            <a:pPr marL="457200" lvl="0" indent="-330200" algn="l" rtl="0">
              <a:lnSpc>
                <a:spcPct val="150000"/>
              </a:lnSpc>
              <a:spcBef>
                <a:spcPts val="0"/>
              </a:spcBef>
              <a:spcAft>
                <a:spcPts val="0"/>
              </a:spcAft>
              <a:buSzPts val="1600"/>
              <a:buChar char="✓"/>
            </a:pPr>
            <a:r>
              <a:rPr lang="en-GB"/>
              <a:t>chr6:6,869,492 A&gt;G in I56i was reported to impair enhancer activity in the developing forebrain and adult cortex </a:t>
            </a:r>
            <a:r>
              <a:rPr lang="en-GB" baseline="30000"/>
              <a:t>4</a:t>
            </a:r>
            <a:r>
              <a:rPr lang="en-GB"/>
              <a:t>.</a:t>
            </a:r>
            <a:endParaRPr/>
          </a:p>
          <a:p>
            <a:pPr marL="457200" lvl="0" indent="-330200" algn="l" rtl="0">
              <a:lnSpc>
                <a:spcPct val="150000"/>
              </a:lnSpc>
              <a:spcBef>
                <a:spcPts val="0"/>
              </a:spcBef>
              <a:spcAft>
                <a:spcPts val="0"/>
              </a:spcAft>
              <a:buSzPts val="1600"/>
              <a:buChar char="✓"/>
            </a:pPr>
            <a:r>
              <a:rPr lang="en-GB"/>
              <a:t>The location of the SNP coincides with one of the two putative Dlx binding sites within I56i. This region of I56i also encodes the second exon of the long polyadenylated non-coding RNA (lpncRNA) Evf2 (Dlx6os1).</a:t>
            </a:r>
            <a:endParaRPr/>
          </a:p>
          <a:p>
            <a:pPr marL="0" lvl="0" indent="0" algn="l" rtl="0">
              <a:lnSpc>
                <a:spcPct val="115000"/>
              </a:lnSpc>
              <a:spcBef>
                <a:spcPts val="750"/>
              </a:spcBef>
              <a:spcAft>
                <a:spcPts val="0"/>
              </a:spcAft>
              <a:buNone/>
            </a:pPr>
            <a:endParaRPr/>
          </a:p>
        </p:txBody>
      </p:sp>
      <p:sp>
        <p:nvSpPr>
          <p:cNvPr id="798" name="Google Shape;798;p89"/>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Mouse Dlx5/Dlx6 and the I56i enhancer </a:t>
            </a:r>
            <a:endParaRPr/>
          </a:p>
        </p:txBody>
      </p:sp>
      <p:sp>
        <p:nvSpPr>
          <p:cNvPr id="799" name="Google Shape;799;p89"/>
          <p:cNvSpPr txBox="1"/>
          <p:nvPr/>
        </p:nvSpPr>
        <p:spPr>
          <a:xfrm>
            <a:off x="45750" y="4643450"/>
            <a:ext cx="77322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baseline="30000"/>
              <a:t>4</a:t>
            </a:r>
            <a:r>
              <a:rPr lang="en-GB" sz="800"/>
              <a:t>Poitras, Luc, et al. "An SNP in an ultraconserved regulatory element affects Dlx5/Dlx6 regulation in the forebrain." Development 137.18 (2010): 3089-3097.</a:t>
            </a:r>
            <a:endParaRPr sz="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90"/>
          <p:cNvSpPr txBox="1">
            <a:spLocks noGrp="1"/>
          </p:cNvSpPr>
          <p:nvPr>
            <p:ph type="body" idx="1"/>
          </p:nvPr>
        </p:nvSpPr>
        <p:spPr>
          <a:xfrm>
            <a:off x="338138" y="889824"/>
            <a:ext cx="8452200" cy="37116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Main question: </a:t>
            </a:r>
            <a:r>
              <a:rPr lang="en-GB" i="1"/>
              <a:t>Does the I56i candidate sequence correspond to a current regulatory annotation near Dlx5/Dlx6? How strong is the evidence that it acts as a forebrain enhancer?</a:t>
            </a:r>
            <a:endParaRPr i="1"/>
          </a:p>
          <a:p>
            <a:pPr marL="457200" lvl="0" indent="-330200" algn="l" rtl="0">
              <a:lnSpc>
                <a:spcPct val="150000"/>
              </a:lnSpc>
              <a:spcBef>
                <a:spcPts val="0"/>
              </a:spcBef>
              <a:spcAft>
                <a:spcPts val="0"/>
              </a:spcAft>
              <a:buSzPts val="1600"/>
              <a:buChar char="✓"/>
            </a:pPr>
            <a:r>
              <a:rPr lang="en-GB"/>
              <a:t>Guiding questions:</a:t>
            </a:r>
            <a:endParaRPr/>
          </a:p>
          <a:p>
            <a:pPr marL="914400" lvl="1" indent="-317500" algn="l" rtl="0">
              <a:lnSpc>
                <a:spcPct val="150000"/>
              </a:lnSpc>
              <a:spcBef>
                <a:spcPts val="0"/>
              </a:spcBef>
              <a:spcAft>
                <a:spcPts val="0"/>
              </a:spcAft>
              <a:buSzPts val="1400"/>
              <a:buChar char="●"/>
            </a:pPr>
            <a:r>
              <a:rPr lang="en-GB"/>
              <a:t>Are there regulatory elements in the Dlx5/Dlx6 locus?</a:t>
            </a:r>
            <a:endParaRPr/>
          </a:p>
          <a:p>
            <a:pPr marL="914400" lvl="1" indent="-317500" algn="l" rtl="0">
              <a:lnSpc>
                <a:spcPct val="150000"/>
              </a:lnSpc>
              <a:spcBef>
                <a:spcPts val="0"/>
              </a:spcBef>
              <a:spcAft>
                <a:spcPts val="0"/>
              </a:spcAft>
              <a:buSzPts val="1400"/>
              <a:buChar char="●"/>
            </a:pPr>
            <a:r>
              <a:rPr lang="en-GB"/>
              <a:t>Is the region strongly regulated in forebrain developmental stages? </a:t>
            </a:r>
            <a:endParaRPr/>
          </a:p>
          <a:p>
            <a:pPr marL="914400" lvl="1" indent="-317500" algn="l" rtl="0">
              <a:lnSpc>
                <a:spcPct val="150000"/>
              </a:lnSpc>
              <a:spcBef>
                <a:spcPts val="0"/>
              </a:spcBef>
              <a:spcAft>
                <a:spcPts val="0"/>
              </a:spcAft>
              <a:buSzPts val="1400"/>
              <a:buChar char="●"/>
            </a:pPr>
            <a:r>
              <a:rPr lang="en-GB"/>
              <a:t>Do the epigenomic evidence tracks support the I56i enhancer region? </a:t>
            </a:r>
            <a:endParaRPr/>
          </a:p>
          <a:p>
            <a:pPr marL="914400" lvl="1" indent="-317500" algn="l" rtl="0">
              <a:lnSpc>
                <a:spcPct val="150000"/>
              </a:lnSpc>
              <a:spcBef>
                <a:spcPts val="0"/>
              </a:spcBef>
              <a:spcAft>
                <a:spcPts val="0"/>
              </a:spcAft>
              <a:buSzPts val="1400"/>
              <a:buChar char="●"/>
            </a:pPr>
            <a:r>
              <a:rPr lang="en-GB"/>
              <a:t>Do the CREs annotation resources show agreement in the studied locus?</a:t>
            </a:r>
            <a:endParaRPr/>
          </a:p>
          <a:p>
            <a:pPr marL="0" lvl="0" indent="0" algn="l" rtl="0">
              <a:lnSpc>
                <a:spcPct val="115000"/>
              </a:lnSpc>
              <a:spcBef>
                <a:spcPts val="750"/>
              </a:spcBef>
              <a:spcAft>
                <a:spcPts val="0"/>
              </a:spcAft>
              <a:buNone/>
            </a:pPr>
            <a:endParaRPr/>
          </a:p>
          <a:p>
            <a:pPr marL="0" lvl="0" indent="0" algn="l" rtl="0">
              <a:lnSpc>
                <a:spcPct val="115000"/>
              </a:lnSpc>
              <a:spcBef>
                <a:spcPts val="750"/>
              </a:spcBef>
              <a:spcAft>
                <a:spcPts val="0"/>
              </a:spcAft>
              <a:buNone/>
            </a:pPr>
            <a:endParaRPr/>
          </a:p>
        </p:txBody>
      </p:sp>
      <p:sp>
        <p:nvSpPr>
          <p:cNvPr id="805" name="Google Shape;805;p90"/>
          <p:cNvSpPr txBox="1">
            <a:spLocks noGrp="1"/>
          </p:cNvSpPr>
          <p:nvPr>
            <p:ph type="title"/>
          </p:nvPr>
        </p:nvSpPr>
        <p:spPr>
          <a:xfrm>
            <a:off x="167600" y="269875"/>
            <a:ext cx="89295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Mouse Dlx5/Dlx6 and the I56i enhancer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91"/>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a:t>
            </a:r>
            <a:r>
              <a:rPr lang="en-GB" u="sng">
                <a:solidFill>
                  <a:schemeClr val="hlink"/>
                </a:solidFill>
                <a:hlinkClick r:id="rId3"/>
              </a:rPr>
              <a:t>Dlx5/Dlx6</a:t>
            </a:r>
            <a:r>
              <a:rPr lang="en-GB"/>
              <a:t> intergenic region </a:t>
            </a:r>
            <a:endParaRPr/>
          </a:p>
        </p:txBody>
      </p:sp>
      <p:sp>
        <p:nvSpPr>
          <p:cNvPr id="811" name="Google Shape;811;p91"/>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pic>
        <p:nvPicPr>
          <p:cNvPr id="812" name="Google Shape;812;p91">
            <a:hlinkClick r:id="rId4"/>
          </p:cNvPr>
          <p:cNvPicPr preferRelativeResize="0"/>
          <p:nvPr/>
        </p:nvPicPr>
        <p:blipFill>
          <a:blip r:embed="rId5">
            <a:alphaModFix/>
          </a:blip>
          <a:stretch>
            <a:fillRect/>
          </a:stretch>
        </p:blipFill>
        <p:spPr>
          <a:xfrm>
            <a:off x="378200" y="1371473"/>
            <a:ext cx="3594074" cy="1793550"/>
          </a:xfrm>
          <a:prstGeom prst="rect">
            <a:avLst/>
          </a:prstGeom>
          <a:noFill/>
          <a:ln>
            <a:noFill/>
          </a:ln>
        </p:spPr>
      </p:pic>
      <p:pic>
        <p:nvPicPr>
          <p:cNvPr id="813" name="Google Shape;813;p91">
            <a:hlinkClick r:id="rId4"/>
          </p:cNvPr>
          <p:cNvPicPr preferRelativeResize="0"/>
          <p:nvPr/>
        </p:nvPicPr>
        <p:blipFill>
          <a:blip r:embed="rId6">
            <a:alphaModFix/>
          </a:blip>
          <a:stretch>
            <a:fillRect/>
          </a:stretch>
        </p:blipFill>
        <p:spPr>
          <a:xfrm>
            <a:off x="573625" y="3171189"/>
            <a:ext cx="3203224" cy="1893925"/>
          </a:xfrm>
          <a:prstGeom prst="rect">
            <a:avLst/>
          </a:prstGeom>
          <a:noFill/>
          <a:ln>
            <a:noFill/>
          </a:ln>
        </p:spPr>
      </p:pic>
      <p:pic>
        <p:nvPicPr>
          <p:cNvPr id="814" name="Google Shape;814;p91"/>
          <p:cNvPicPr preferRelativeResize="0"/>
          <p:nvPr/>
        </p:nvPicPr>
        <p:blipFill>
          <a:blip r:embed="rId7">
            <a:alphaModFix/>
          </a:blip>
          <a:stretch>
            <a:fillRect/>
          </a:stretch>
        </p:blipFill>
        <p:spPr>
          <a:xfrm>
            <a:off x="4607275" y="924200"/>
            <a:ext cx="3203227" cy="1886806"/>
          </a:xfrm>
          <a:prstGeom prst="rect">
            <a:avLst/>
          </a:prstGeom>
          <a:noFill/>
          <a:ln>
            <a:noFill/>
          </a:ln>
        </p:spPr>
      </p:pic>
      <p:pic>
        <p:nvPicPr>
          <p:cNvPr id="815" name="Google Shape;815;p91">
            <a:hlinkClick r:id="rId8"/>
          </p:cNvPr>
          <p:cNvPicPr preferRelativeResize="0"/>
          <p:nvPr/>
        </p:nvPicPr>
        <p:blipFill>
          <a:blip r:embed="rId9">
            <a:alphaModFix/>
          </a:blip>
          <a:stretch>
            <a:fillRect/>
          </a:stretch>
        </p:blipFill>
        <p:spPr>
          <a:xfrm>
            <a:off x="4607275" y="2924450"/>
            <a:ext cx="3193027" cy="18939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92"/>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a:t>
            </a:r>
            <a:r>
              <a:rPr lang="en-GB" u="sng">
                <a:solidFill>
                  <a:schemeClr val="hlink"/>
                </a:solidFill>
                <a:hlinkClick r:id="rId3"/>
              </a:rPr>
              <a:t>Dlx5/Dlx6</a:t>
            </a:r>
            <a:r>
              <a:rPr lang="en-GB"/>
              <a:t> intergenic region </a:t>
            </a:r>
            <a:endParaRPr/>
          </a:p>
        </p:txBody>
      </p:sp>
      <p:sp>
        <p:nvSpPr>
          <p:cNvPr id="821" name="Google Shape;821;p92"/>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pic>
        <p:nvPicPr>
          <p:cNvPr id="822" name="Google Shape;822;p92">
            <a:hlinkClick r:id="rId4"/>
          </p:cNvPr>
          <p:cNvPicPr preferRelativeResize="0"/>
          <p:nvPr/>
        </p:nvPicPr>
        <p:blipFill>
          <a:blip r:embed="rId5">
            <a:alphaModFix/>
          </a:blip>
          <a:stretch>
            <a:fillRect/>
          </a:stretch>
        </p:blipFill>
        <p:spPr>
          <a:xfrm>
            <a:off x="940099" y="1479943"/>
            <a:ext cx="6599312" cy="356877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93"/>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a:t>
            </a:r>
            <a:r>
              <a:rPr lang="en-GB" u="sng">
                <a:solidFill>
                  <a:schemeClr val="hlink"/>
                </a:solidFill>
                <a:hlinkClick r:id="rId3"/>
              </a:rPr>
              <a:t>Dlx5/Dlx6</a:t>
            </a:r>
            <a:r>
              <a:rPr lang="en-GB"/>
              <a:t> intergenic region </a:t>
            </a:r>
            <a:endParaRPr/>
          </a:p>
        </p:txBody>
      </p:sp>
      <p:sp>
        <p:nvSpPr>
          <p:cNvPr id="828" name="Google Shape;828;p93"/>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pic>
        <p:nvPicPr>
          <p:cNvPr id="829" name="Google Shape;829;p93"/>
          <p:cNvPicPr preferRelativeResize="0"/>
          <p:nvPr/>
        </p:nvPicPr>
        <p:blipFill>
          <a:blip r:embed="rId4">
            <a:alphaModFix/>
          </a:blip>
          <a:stretch>
            <a:fillRect/>
          </a:stretch>
        </p:blipFill>
        <p:spPr>
          <a:xfrm>
            <a:off x="921691" y="1502681"/>
            <a:ext cx="6878527" cy="35687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94"/>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a:t>
            </a:r>
            <a:r>
              <a:rPr lang="en-GB" u="sng">
                <a:solidFill>
                  <a:schemeClr val="hlink"/>
                </a:solidFill>
                <a:hlinkClick r:id="rId3"/>
              </a:rPr>
              <a:t>Dlx5/Dlx6</a:t>
            </a:r>
            <a:r>
              <a:rPr lang="en-GB"/>
              <a:t> intergenic region </a:t>
            </a:r>
            <a:endParaRPr/>
          </a:p>
        </p:txBody>
      </p:sp>
      <p:sp>
        <p:nvSpPr>
          <p:cNvPr id="835" name="Google Shape;835;p94"/>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pic>
        <p:nvPicPr>
          <p:cNvPr id="836" name="Google Shape;836;p94"/>
          <p:cNvPicPr preferRelativeResize="0"/>
          <p:nvPr/>
        </p:nvPicPr>
        <p:blipFill>
          <a:blip r:embed="rId4">
            <a:alphaModFix/>
          </a:blip>
          <a:stretch>
            <a:fillRect/>
          </a:stretch>
        </p:blipFill>
        <p:spPr>
          <a:xfrm>
            <a:off x="73050" y="1515903"/>
            <a:ext cx="5044749" cy="2675525"/>
          </a:xfrm>
          <a:prstGeom prst="rect">
            <a:avLst/>
          </a:prstGeom>
          <a:noFill/>
          <a:ln>
            <a:noFill/>
          </a:ln>
        </p:spPr>
      </p:pic>
      <p:pic>
        <p:nvPicPr>
          <p:cNvPr id="837" name="Google Shape;837;p94">
            <a:hlinkClick r:id="rId5"/>
          </p:cNvPr>
          <p:cNvPicPr preferRelativeResize="0"/>
          <p:nvPr/>
        </p:nvPicPr>
        <p:blipFill>
          <a:blip r:embed="rId6">
            <a:alphaModFix/>
          </a:blip>
          <a:stretch>
            <a:fillRect/>
          </a:stretch>
        </p:blipFill>
        <p:spPr>
          <a:xfrm>
            <a:off x="5274299" y="983249"/>
            <a:ext cx="3704776" cy="345415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95"/>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a:t>
            </a:r>
            <a:r>
              <a:rPr lang="en-GB" u="sng">
                <a:solidFill>
                  <a:schemeClr val="hlink"/>
                </a:solidFill>
                <a:hlinkClick r:id="rId3"/>
              </a:rPr>
              <a:t>Dlx5/Dlx6</a:t>
            </a:r>
            <a:r>
              <a:rPr lang="en-GB"/>
              <a:t> intergenic region </a:t>
            </a:r>
            <a:endParaRPr/>
          </a:p>
        </p:txBody>
      </p:sp>
      <p:sp>
        <p:nvSpPr>
          <p:cNvPr id="843" name="Google Shape;843;p95"/>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pic>
        <p:nvPicPr>
          <p:cNvPr id="844" name="Google Shape;844;p95"/>
          <p:cNvPicPr preferRelativeResize="0"/>
          <p:nvPr/>
        </p:nvPicPr>
        <p:blipFill>
          <a:blip r:embed="rId4">
            <a:alphaModFix/>
          </a:blip>
          <a:stretch>
            <a:fillRect/>
          </a:stretch>
        </p:blipFill>
        <p:spPr>
          <a:xfrm>
            <a:off x="186525" y="1428600"/>
            <a:ext cx="4913074" cy="2607026"/>
          </a:xfrm>
          <a:prstGeom prst="rect">
            <a:avLst/>
          </a:prstGeom>
          <a:noFill/>
          <a:ln>
            <a:noFill/>
          </a:ln>
        </p:spPr>
      </p:pic>
      <p:pic>
        <p:nvPicPr>
          <p:cNvPr id="845" name="Google Shape;845;p95">
            <a:hlinkClick r:id="rId5"/>
          </p:cNvPr>
          <p:cNvPicPr preferRelativeResize="0"/>
          <p:nvPr/>
        </p:nvPicPr>
        <p:blipFill>
          <a:blip r:embed="rId6">
            <a:alphaModFix/>
          </a:blip>
          <a:stretch>
            <a:fillRect/>
          </a:stretch>
        </p:blipFill>
        <p:spPr>
          <a:xfrm>
            <a:off x="5258274" y="1011949"/>
            <a:ext cx="3739599" cy="344032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96"/>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conserved enhancer I56i (GRCm39/mm10, chr6:6,869,098-6,869,533)</a:t>
            </a:r>
            <a:endParaRPr/>
          </a:p>
        </p:txBody>
      </p:sp>
      <p:sp>
        <p:nvSpPr>
          <p:cNvPr id="851" name="Google Shape;851;p96"/>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pic>
        <p:nvPicPr>
          <p:cNvPr id="852" name="Google Shape;852;p96">
            <a:hlinkClick r:id="rId3"/>
          </p:cNvPr>
          <p:cNvPicPr preferRelativeResize="0"/>
          <p:nvPr/>
        </p:nvPicPr>
        <p:blipFill>
          <a:blip r:embed="rId4">
            <a:alphaModFix/>
          </a:blip>
          <a:stretch>
            <a:fillRect/>
          </a:stretch>
        </p:blipFill>
        <p:spPr>
          <a:xfrm>
            <a:off x="246425" y="1528512"/>
            <a:ext cx="3979849" cy="2086475"/>
          </a:xfrm>
          <a:prstGeom prst="rect">
            <a:avLst/>
          </a:prstGeom>
          <a:noFill/>
          <a:ln>
            <a:noFill/>
          </a:ln>
        </p:spPr>
      </p:pic>
      <p:pic>
        <p:nvPicPr>
          <p:cNvPr id="853" name="Google Shape;853;p96">
            <a:hlinkClick r:id="rId5"/>
          </p:cNvPr>
          <p:cNvPicPr preferRelativeResize="0"/>
          <p:nvPr/>
        </p:nvPicPr>
        <p:blipFill>
          <a:blip r:embed="rId6">
            <a:alphaModFix/>
          </a:blip>
          <a:stretch>
            <a:fillRect/>
          </a:stretch>
        </p:blipFill>
        <p:spPr>
          <a:xfrm>
            <a:off x="4362400" y="2292101"/>
            <a:ext cx="4713849" cy="2351350"/>
          </a:xfrm>
          <a:prstGeom prst="rect">
            <a:avLst/>
          </a:prstGeom>
          <a:noFill/>
          <a:ln>
            <a:noFill/>
          </a:ln>
        </p:spPr>
      </p:pic>
      <p:sp>
        <p:nvSpPr>
          <p:cNvPr id="854" name="Google Shape;854;p96"/>
          <p:cNvSpPr txBox="1"/>
          <p:nvPr/>
        </p:nvSpPr>
        <p:spPr>
          <a:xfrm>
            <a:off x="55950" y="3720050"/>
            <a:ext cx="4360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i561 enhancer covers a region that contains a </a:t>
            </a:r>
            <a:r>
              <a:rPr lang="en-GB" sz="1600" b="1">
                <a:solidFill>
                  <a:srgbClr val="FFD966"/>
                </a:solidFill>
              </a:rPr>
              <a:t>Distal enhancer</a:t>
            </a:r>
            <a:r>
              <a:rPr lang="en-GB" sz="1600">
                <a:solidFill>
                  <a:schemeClr val="dk1"/>
                </a:solidFill>
              </a:rPr>
              <a:t>, EM10E0813270, and a  </a:t>
            </a:r>
            <a:r>
              <a:rPr lang="en-GB" sz="1600" b="1">
                <a:solidFill>
                  <a:schemeClr val="accent3"/>
                </a:solidFill>
              </a:rPr>
              <a:t>Proximal enhancer</a:t>
            </a:r>
            <a:r>
              <a:rPr lang="en-GB" sz="1600">
                <a:solidFill>
                  <a:schemeClr val="dk1"/>
                </a:solidFill>
              </a:rPr>
              <a:t>,</a:t>
            </a:r>
            <a:r>
              <a:rPr lang="en-GB" sz="1600" b="1">
                <a:solidFill>
                  <a:schemeClr val="accent3"/>
                </a:solidFill>
              </a:rPr>
              <a:t> </a:t>
            </a:r>
            <a:r>
              <a:rPr lang="en-GB" sz="1600">
                <a:solidFill>
                  <a:schemeClr val="dk1"/>
                </a:solidFill>
              </a:rPr>
              <a:t>EM10E0813271.</a:t>
            </a:r>
            <a:endParaRPr sz="1600" i="1">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97"/>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The conserved enhancer I56i (GRCm39/mm10, chr6:6,869,098-6,869,533)</a:t>
            </a:r>
            <a:endParaRPr/>
          </a:p>
        </p:txBody>
      </p:sp>
      <p:sp>
        <p:nvSpPr>
          <p:cNvPr id="860" name="Google Shape;860;p97"/>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sp>
        <p:nvSpPr>
          <p:cNvPr id="861" name="Google Shape;861;p97"/>
          <p:cNvSpPr txBox="1"/>
          <p:nvPr/>
        </p:nvSpPr>
        <p:spPr>
          <a:xfrm>
            <a:off x="55950" y="3720050"/>
            <a:ext cx="4360800"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i561 enhancer covers a region that contains an </a:t>
            </a:r>
            <a:r>
              <a:rPr lang="en-GB" sz="1600" b="1">
                <a:solidFill>
                  <a:schemeClr val="accent3"/>
                </a:solidFill>
              </a:rPr>
              <a:t>enhancer</a:t>
            </a:r>
            <a:r>
              <a:rPr lang="en-GB" sz="1600">
                <a:solidFill>
                  <a:schemeClr val="dk1"/>
                </a:solidFill>
              </a:rPr>
              <a:t>, ENSMUSR6_B3CRS, and a small section of a </a:t>
            </a:r>
            <a:r>
              <a:rPr lang="en-GB" sz="1600" b="1">
                <a:solidFill>
                  <a:srgbClr val="FF0000"/>
                </a:solidFill>
              </a:rPr>
              <a:t>promoter</a:t>
            </a:r>
            <a:r>
              <a:rPr lang="en-GB" sz="1600">
                <a:solidFill>
                  <a:schemeClr val="dk1"/>
                </a:solidFill>
              </a:rPr>
              <a:t>,</a:t>
            </a:r>
            <a:r>
              <a:rPr lang="en-GB" sz="1600" b="1">
                <a:solidFill>
                  <a:schemeClr val="accent3"/>
                </a:solidFill>
              </a:rPr>
              <a:t> </a:t>
            </a:r>
            <a:r>
              <a:rPr lang="en-GB" sz="1600">
                <a:solidFill>
                  <a:schemeClr val="dk1"/>
                </a:solidFill>
              </a:rPr>
              <a:t>ENSMUSR6_94PLR.</a:t>
            </a:r>
            <a:endParaRPr sz="1600" i="1">
              <a:solidFill>
                <a:schemeClr val="dk1"/>
              </a:solidFill>
            </a:endParaRPr>
          </a:p>
        </p:txBody>
      </p:sp>
      <p:pic>
        <p:nvPicPr>
          <p:cNvPr id="862" name="Google Shape;862;p97">
            <a:hlinkClick r:id="rId3"/>
          </p:cNvPr>
          <p:cNvPicPr preferRelativeResize="0"/>
          <p:nvPr/>
        </p:nvPicPr>
        <p:blipFill>
          <a:blip r:embed="rId4">
            <a:alphaModFix/>
          </a:blip>
          <a:stretch>
            <a:fillRect/>
          </a:stretch>
        </p:blipFill>
        <p:spPr>
          <a:xfrm>
            <a:off x="152400" y="1490441"/>
            <a:ext cx="4264350" cy="2057033"/>
          </a:xfrm>
          <a:prstGeom prst="rect">
            <a:avLst/>
          </a:prstGeom>
          <a:noFill/>
          <a:ln>
            <a:noFill/>
          </a:ln>
        </p:spPr>
      </p:pic>
      <p:pic>
        <p:nvPicPr>
          <p:cNvPr id="863" name="Google Shape;863;p97">
            <a:hlinkClick r:id="rId5"/>
          </p:cNvPr>
          <p:cNvPicPr preferRelativeResize="0"/>
          <p:nvPr/>
        </p:nvPicPr>
        <p:blipFill>
          <a:blip r:embed="rId6">
            <a:alphaModFix/>
          </a:blip>
          <a:stretch>
            <a:fillRect/>
          </a:stretch>
        </p:blipFill>
        <p:spPr>
          <a:xfrm>
            <a:off x="4498997" y="1446294"/>
            <a:ext cx="4492603" cy="21453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98"/>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chr6:6,869,492 A&gt;G in I56i was reported to impair enhancer activity in the developing forebrain and adult cortex</a:t>
            </a:r>
            <a:endParaRPr/>
          </a:p>
        </p:txBody>
      </p:sp>
      <p:sp>
        <p:nvSpPr>
          <p:cNvPr id="869" name="Google Shape;869;p98"/>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sp>
        <p:nvSpPr>
          <p:cNvPr id="870" name="Google Shape;870;p98"/>
          <p:cNvSpPr txBox="1"/>
          <p:nvPr/>
        </p:nvSpPr>
        <p:spPr>
          <a:xfrm>
            <a:off x="5707975" y="2850450"/>
            <a:ext cx="34077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I56i variant overlaps the </a:t>
            </a:r>
            <a:r>
              <a:rPr lang="en-GB" sz="1600" b="1">
                <a:solidFill>
                  <a:srgbClr val="FF9900"/>
                </a:solidFill>
              </a:rPr>
              <a:t>Proximal enhancer</a:t>
            </a:r>
            <a:r>
              <a:rPr lang="en-GB" sz="1600">
                <a:solidFill>
                  <a:schemeClr val="dk1"/>
                </a:solidFill>
              </a:rPr>
              <a:t>, EM10E0813271.</a:t>
            </a:r>
            <a:endParaRPr/>
          </a:p>
        </p:txBody>
      </p:sp>
      <p:pic>
        <p:nvPicPr>
          <p:cNvPr id="871" name="Google Shape;871;p98"/>
          <p:cNvPicPr preferRelativeResize="0"/>
          <p:nvPr/>
        </p:nvPicPr>
        <p:blipFill>
          <a:blip r:embed="rId3">
            <a:alphaModFix/>
          </a:blip>
          <a:stretch>
            <a:fillRect/>
          </a:stretch>
        </p:blipFill>
        <p:spPr>
          <a:xfrm>
            <a:off x="758479" y="1692276"/>
            <a:ext cx="4991825" cy="1121275"/>
          </a:xfrm>
          <a:prstGeom prst="rect">
            <a:avLst/>
          </a:prstGeom>
          <a:noFill/>
          <a:ln>
            <a:noFill/>
          </a:ln>
        </p:spPr>
      </p:pic>
      <p:pic>
        <p:nvPicPr>
          <p:cNvPr id="872" name="Google Shape;872;p98"/>
          <p:cNvPicPr preferRelativeResize="0"/>
          <p:nvPr/>
        </p:nvPicPr>
        <p:blipFill>
          <a:blip r:embed="rId4">
            <a:alphaModFix/>
          </a:blip>
          <a:stretch>
            <a:fillRect/>
          </a:stretch>
        </p:blipFill>
        <p:spPr>
          <a:xfrm>
            <a:off x="758479" y="2813551"/>
            <a:ext cx="4816124" cy="232994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99"/>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chr6:6,869,492 A&gt;G in I56i was reported to impair enhancer activity in the developing forebrain and adult cortex</a:t>
            </a:r>
            <a:endParaRPr/>
          </a:p>
        </p:txBody>
      </p:sp>
      <p:sp>
        <p:nvSpPr>
          <p:cNvPr id="878" name="Google Shape;878;p99"/>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sp>
        <p:nvSpPr>
          <p:cNvPr id="879" name="Google Shape;879;p99"/>
          <p:cNvSpPr txBox="1"/>
          <p:nvPr/>
        </p:nvSpPr>
        <p:spPr>
          <a:xfrm>
            <a:off x="550350" y="4395600"/>
            <a:ext cx="74367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a:t>
            </a:r>
            <a:r>
              <a:rPr lang="en-GB" sz="1600" b="1">
                <a:solidFill>
                  <a:srgbClr val="FFA700"/>
                </a:solidFill>
              </a:rPr>
              <a:t>Proximal enhancer</a:t>
            </a:r>
            <a:r>
              <a:rPr lang="en-GB" sz="1600">
                <a:solidFill>
                  <a:schemeClr val="dk1"/>
                </a:solidFill>
              </a:rPr>
              <a:t> EM10E0813271 is annotated as such only in two datasets that come from forebrain biosamples. </a:t>
            </a:r>
            <a:endParaRPr/>
          </a:p>
        </p:txBody>
      </p:sp>
      <p:pic>
        <p:nvPicPr>
          <p:cNvPr id="880" name="Google Shape;880;p99">
            <a:hlinkClick r:id="rId3"/>
          </p:cNvPr>
          <p:cNvPicPr preferRelativeResize="0"/>
          <p:nvPr/>
        </p:nvPicPr>
        <p:blipFill>
          <a:blip r:embed="rId4">
            <a:alphaModFix/>
          </a:blip>
          <a:stretch>
            <a:fillRect/>
          </a:stretch>
        </p:blipFill>
        <p:spPr>
          <a:xfrm>
            <a:off x="4442176" y="1422324"/>
            <a:ext cx="4073619" cy="2820876"/>
          </a:xfrm>
          <a:prstGeom prst="rect">
            <a:avLst/>
          </a:prstGeom>
          <a:noFill/>
          <a:ln>
            <a:noFill/>
          </a:ln>
        </p:spPr>
      </p:pic>
      <p:pic>
        <p:nvPicPr>
          <p:cNvPr id="881" name="Google Shape;881;p99"/>
          <p:cNvPicPr preferRelativeResize="0"/>
          <p:nvPr/>
        </p:nvPicPr>
        <p:blipFill>
          <a:blip r:embed="rId5">
            <a:alphaModFix/>
          </a:blip>
          <a:stretch>
            <a:fillRect/>
          </a:stretch>
        </p:blipFill>
        <p:spPr>
          <a:xfrm>
            <a:off x="244125" y="2007949"/>
            <a:ext cx="4137377" cy="205306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00"/>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pic>
        <p:nvPicPr>
          <p:cNvPr id="887" name="Google Shape;887;p100"/>
          <p:cNvPicPr preferRelativeResize="0"/>
          <p:nvPr/>
        </p:nvPicPr>
        <p:blipFill>
          <a:blip r:embed="rId3">
            <a:alphaModFix/>
          </a:blip>
          <a:stretch>
            <a:fillRect/>
          </a:stretch>
        </p:blipFill>
        <p:spPr>
          <a:xfrm>
            <a:off x="152400" y="940675"/>
            <a:ext cx="5656765" cy="3702774"/>
          </a:xfrm>
          <a:prstGeom prst="rect">
            <a:avLst/>
          </a:prstGeom>
          <a:noFill/>
          <a:ln>
            <a:noFill/>
          </a:ln>
        </p:spPr>
      </p:pic>
      <p:sp>
        <p:nvSpPr>
          <p:cNvPr id="888" name="Google Shape;888;p100"/>
          <p:cNvSpPr txBox="1"/>
          <p:nvPr/>
        </p:nvSpPr>
        <p:spPr>
          <a:xfrm>
            <a:off x="5915000" y="1418150"/>
            <a:ext cx="3130500" cy="215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Forebrain epigenomes with DNase data are part of the core and partial data collections. </a:t>
            </a:r>
            <a:endParaRPr sz="1600">
              <a:solidFill>
                <a:schemeClr val="dk1"/>
              </a:solidFill>
            </a:endParaRPr>
          </a:p>
          <a:p>
            <a:pPr marL="0" lvl="0" indent="0" algn="l" rtl="0">
              <a:spcBef>
                <a:spcPts val="0"/>
              </a:spcBef>
              <a:spcAft>
                <a:spcPts val="0"/>
              </a:spcAft>
              <a:buNone/>
            </a:pPr>
            <a:r>
              <a:rPr lang="en-GB" sz="1600">
                <a:solidFill>
                  <a:schemeClr val="dk1"/>
                </a:solidFill>
              </a:rPr>
              <a:t>Forebrain epigenomes in ancillary collection do not have DNase, they have ATAC data but that is not used for CREs definition</a:t>
            </a:r>
            <a:endParaRPr sz="160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101"/>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ENCODE</a:t>
            </a:r>
            <a:endParaRPr/>
          </a:p>
        </p:txBody>
      </p:sp>
      <p:pic>
        <p:nvPicPr>
          <p:cNvPr id="894" name="Google Shape;894;p101">
            <a:hlinkClick r:id="rId3"/>
          </p:cNvPr>
          <p:cNvPicPr preferRelativeResize="0"/>
          <p:nvPr/>
        </p:nvPicPr>
        <p:blipFill>
          <a:blip r:embed="rId4">
            <a:alphaModFix/>
          </a:blip>
          <a:stretch>
            <a:fillRect/>
          </a:stretch>
        </p:blipFill>
        <p:spPr>
          <a:xfrm>
            <a:off x="186525" y="940675"/>
            <a:ext cx="5744735" cy="3702776"/>
          </a:xfrm>
          <a:prstGeom prst="rect">
            <a:avLst/>
          </a:prstGeom>
          <a:noFill/>
          <a:ln>
            <a:noFill/>
          </a:ln>
        </p:spPr>
      </p:pic>
      <p:sp>
        <p:nvSpPr>
          <p:cNvPr id="895" name="Google Shape;895;p101"/>
          <p:cNvSpPr txBox="1"/>
          <p:nvPr/>
        </p:nvSpPr>
        <p:spPr>
          <a:xfrm>
            <a:off x="5915000" y="1418150"/>
            <a:ext cx="31305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There is a good support on open-chromatin and H3K27ac signals for the forebrain epigenomes on the EM10E0813271 enhancer, although it is stronger for EM10E0813270</a:t>
            </a:r>
            <a:endParaRPr sz="16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102"/>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chr6:6,869,492 A&gt;G in I56i was reported to impair enhancer activity in the developing forebrain and adult cortex</a:t>
            </a:r>
            <a:endParaRPr/>
          </a:p>
        </p:txBody>
      </p:sp>
      <p:sp>
        <p:nvSpPr>
          <p:cNvPr id="901" name="Google Shape;901;p102"/>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sp>
        <p:nvSpPr>
          <p:cNvPr id="902" name="Google Shape;902;p102"/>
          <p:cNvSpPr txBox="1"/>
          <p:nvPr/>
        </p:nvSpPr>
        <p:spPr>
          <a:xfrm>
            <a:off x="5707975" y="2850450"/>
            <a:ext cx="34077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I56i variant overlaps the </a:t>
            </a:r>
            <a:r>
              <a:rPr lang="en-GB" sz="1600" b="1">
                <a:solidFill>
                  <a:schemeClr val="accent3"/>
                </a:solidFill>
              </a:rPr>
              <a:t>enhancer</a:t>
            </a:r>
            <a:r>
              <a:rPr lang="en-GB" sz="1600">
                <a:solidFill>
                  <a:schemeClr val="dk1"/>
                </a:solidFill>
              </a:rPr>
              <a:t>, ENSMUSR6_B3CRS.</a:t>
            </a:r>
            <a:endParaRPr/>
          </a:p>
        </p:txBody>
      </p:sp>
      <p:pic>
        <p:nvPicPr>
          <p:cNvPr id="903" name="Google Shape;903;p102"/>
          <p:cNvPicPr preferRelativeResize="0"/>
          <p:nvPr/>
        </p:nvPicPr>
        <p:blipFill>
          <a:blip r:embed="rId3">
            <a:alphaModFix/>
          </a:blip>
          <a:stretch>
            <a:fillRect/>
          </a:stretch>
        </p:blipFill>
        <p:spPr>
          <a:xfrm>
            <a:off x="186525" y="1824004"/>
            <a:ext cx="5403173" cy="312899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03"/>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chr6:6,869,492 A&gt;G in I56i was reported to impair enhancer activity in the developing forebrain and adult cortex</a:t>
            </a:r>
            <a:endParaRPr/>
          </a:p>
        </p:txBody>
      </p:sp>
      <p:sp>
        <p:nvSpPr>
          <p:cNvPr id="909" name="Google Shape;909;p103"/>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sp>
        <p:nvSpPr>
          <p:cNvPr id="910" name="Google Shape;910;p103"/>
          <p:cNvSpPr txBox="1"/>
          <p:nvPr/>
        </p:nvSpPr>
        <p:spPr>
          <a:xfrm>
            <a:off x="5637825" y="2198238"/>
            <a:ext cx="34077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The I56i variant overlaps the </a:t>
            </a:r>
            <a:r>
              <a:rPr lang="en-GB" sz="1600" b="1">
                <a:solidFill>
                  <a:schemeClr val="accent3"/>
                </a:solidFill>
              </a:rPr>
              <a:t>enhancer</a:t>
            </a:r>
            <a:r>
              <a:rPr lang="en-GB" sz="1600">
                <a:solidFill>
                  <a:schemeClr val="dk1"/>
                </a:solidFill>
              </a:rPr>
              <a:t>, ENSMUSR6_B3CRS. ENSMUSR6_B3CRS is reported as Active in different developmental stages (from E13.5 to newborn) of forebrain epigenomes.</a:t>
            </a:r>
            <a:endParaRPr/>
          </a:p>
        </p:txBody>
      </p:sp>
      <p:pic>
        <p:nvPicPr>
          <p:cNvPr id="911" name="Google Shape;911;p103"/>
          <p:cNvPicPr preferRelativeResize="0"/>
          <p:nvPr/>
        </p:nvPicPr>
        <p:blipFill>
          <a:blip r:embed="rId3">
            <a:alphaModFix/>
          </a:blip>
          <a:stretch>
            <a:fillRect/>
          </a:stretch>
        </p:blipFill>
        <p:spPr>
          <a:xfrm>
            <a:off x="186525" y="1811880"/>
            <a:ext cx="5403176" cy="290052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104"/>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30200" algn="l" rtl="0">
              <a:lnSpc>
                <a:spcPct val="150000"/>
              </a:lnSpc>
              <a:spcBef>
                <a:spcPts val="750"/>
              </a:spcBef>
              <a:spcAft>
                <a:spcPts val="0"/>
              </a:spcAft>
              <a:buSzPts val="1600"/>
              <a:buChar char="✓"/>
            </a:pPr>
            <a:r>
              <a:rPr lang="en-GB"/>
              <a:t>chr6:6,869,492 A&gt;G in I56i was reported to impair enhancer activity in the developing forebrain and adult cortex</a:t>
            </a:r>
            <a:endParaRPr/>
          </a:p>
        </p:txBody>
      </p:sp>
      <p:sp>
        <p:nvSpPr>
          <p:cNvPr id="917" name="Google Shape;917;p104"/>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pic>
        <p:nvPicPr>
          <p:cNvPr id="918" name="Google Shape;918;p104">
            <a:hlinkClick r:id="rId3"/>
          </p:cNvPr>
          <p:cNvPicPr preferRelativeResize="0">
            <a:picLocks noChangeAspect="1"/>
          </p:cNvPicPr>
          <p:nvPr/>
        </p:nvPicPr>
        <p:blipFill>
          <a:blip r:embed="rId4">
            <a:alphaModFix/>
          </a:blip>
          <a:stretch>
            <a:fillRect/>
          </a:stretch>
        </p:blipFill>
        <p:spPr>
          <a:xfrm>
            <a:off x="1009968" y="1760520"/>
            <a:ext cx="4168861" cy="3382980"/>
          </a:xfrm>
          <a:prstGeom prst="rect">
            <a:avLst/>
          </a:prstGeom>
          <a:noFill/>
          <a:ln>
            <a:noFill/>
          </a:ln>
        </p:spPr>
      </p:pic>
      <p:sp>
        <p:nvSpPr>
          <p:cNvPr id="919" name="Google Shape;919;p104"/>
          <p:cNvSpPr txBox="1"/>
          <p:nvPr/>
        </p:nvSpPr>
        <p:spPr>
          <a:xfrm>
            <a:off x="5637825" y="2198238"/>
            <a:ext cx="3407700" cy="116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In forebrain epigenomes, the enhancer activity becomes more evident from developmental stage E13.5 to newborn.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5"/>
          <p:cNvSpPr txBox="1">
            <a:spLocks noGrp="1"/>
          </p:cNvSpPr>
          <p:nvPr>
            <p:ph type="body" idx="1"/>
          </p:nvPr>
        </p:nvSpPr>
        <p:spPr>
          <a:xfrm>
            <a:off x="338150" y="889824"/>
            <a:ext cx="8452200" cy="380100"/>
          </a:xfrm>
          <a:prstGeom prst="rect">
            <a:avLst/>
          </a:prstGeom>
        </p:spPr>
        <p:txBody>
          <a:bodyPr spcFirstLastPara="1" wrap="square" lIns="0" tIns="45700" rIns="91425" bIns="45700" anchor="t" anchorCtr="0">
            <a:noAutofit/>
          </a:bodyPr>
          <a:lstStyle/>
          <a:p>
            <a:pPr marL="457200" lvl="0" indent="-317500" algn="l" rtl="0">
              <a:lnSpc>
                <a:spcPct val="150000"/>
              </a:lnSpc>
              <a:spcBef>
                <a:spcPts val="375"/>
              </a:spcBef>
              <a:spcAft>
                <a:spcPts val="0"/>
              </a:spcAft>
              <a:buSzPts val="1400"/>
              <a:buChar char="✓"/>
            </a:pPr>
            <a:r>
              <a:rPr lang="en-GB" sz="1400"/>
              <a:t>Do the CREs annotation resources show agreement in the studied locus?</a:t>
            </a:r>
            <a:endParaRPr/>
          </a:p>
        </p:txBody>
      </p:sp>
      <p:sp>
        <p:nvSpPr>
          <p:cNvPr id="925" name="Google Shape;925;p105"/>
          <p:cNvSpPr txBox="1">
            <a:spLocks noGrp="1"/>
          </p:cNvSpPr>
          <p:nvPr>
            <p:ph type="title"/>
          </p:nvPr>
        </p:nvSpPr>
        <p:spPr>
          <a:xfrm>
            <a:off x="186525" y="269875"/>
            <a:ext cx="8859000" cy="5184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GB"/>
              <a:t>Case study 2: Dlx5/Dlx6 and the I56i enhancer - Ensembl</a:t>
            </a:r>
            <a:endParaRPr/>
          </a:p>
        </p:txBody>
      </p:sp>
      <p:pic>
        <p:nvPicPr>
          <p:cNvPr id="926" name="Google Shape;926;p105">
            <a:hlinkClick r:id="rId3"/>
          </p:cNvPr>
          <p:cNvPicPr preferRelativeResize="0"/>
          <p:nvPr/>
        </p:nvPicPr>
        <p:blipFill>
          <a:blip r:embed="rId4">
            <a:alphaModFix/>
          </a:blip>
          <a:stretch>
            <a:fillRect/>
          </a:stretch>
        </p:blipFill>
        <p:spPr>
          <a:xfrm>
            <a:off x="5495676" y="1362475"/>
            <a:ext cx="3549849" cy="2880650"/>
          </a:xfrm>
          <a:prstGeom prst="rect">
            <a:avLst/>
          </a:prstGeom>
          <a:noFill/>
          <a:ln>
            <a:noFill/>
          </a:ln>
        </p:spPr>
      </p:pic>
      <p:sp>
        <p:nvSpPr>
          <p:cNvPr id="927" name="Google Shape;927;p105"/>
          <p:cNvSpPr txBox="1"/>
          <p:nvPr/>
        </p:nvSpPr>
        <p:spPr>
          <a:xfrm>
            <a:off x="887625" y="4243125"/>
            <a:ext cx="64386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chemeClr val="dk1"/>
                </a:solidFill>
              </a:rPr>
              <a:t>Both resources report an enhancer overlapping the variant and the I56i enhancer. The evidence supporting regulatory activity of these elements in forebrain epigenomes is stronger in Ensembl Regulation.</a:t>
            </a:r>
            <a:endParaRPr/>
          </a:p>
        </p:txBody>
      </p:sp>
      <p:pic>
        <p:nvPicPr>
          <p:cNvPr id="928" name="Google Shape;928;p105">
            <a:hlinkClick r:id="rId5"/>
          </p:cNvPr>
          <p:cNvPicPr preferRelativeResize="0"/>
          <p:nvPr/>
        </p:nvPicPr>
        <p:blipFill>
          <a:blip r:embed="rId6">
            <a:alphaModFix/>
          </a:blip>
          <a:stretch>
            <a:fillRect/>
          </a:stretch>
        </p:blipFill>
        <p:spPr>
          <a:xfrm>
            <a:off x="241075" y="1371473"/>
            <a:ext cx="4330925" cy="2791499"/>
          </a:xfrm>
          <a:prstGeom prst="rect">
            <a:avLst/>
          </a:prstGeom>
          <a:noFill/>
          <a:ln>
            <a:noFill/>
          </a:ln>
        </p:spPr>
      </p:pic>
    </p:spTree>
  </p:cSld>
  <p:clrMapOvr>
    <a:masterClrMapping/>
  </p:clrMapOvr>
</p:sld>
</file>

<file path=ppt/theme/theme1.xml><?xml version="1.0" encoding="utf-8"?>
<a:theme xmlns:a="http://schemas.openxmlformats.org/drawingml/2006/main" name="Custom Design">
  <a:themeElements>
    <a:clrScheme name="EMBL template">
      <a:dk1>
        <a:srgbClr val="000000"/>
      </a:dk1>
      <a:lt1>
        <a:srgbClr val="FFFFFF"/>
      </a:lt1>
      <a:dk2>
        <a:srgbClr val="007B53"/>
      </a:dk2>
      <a:lt2>
        <a:srgbClr val="707372"/>
      </a:lt2>
      <a:accent1>
        <a:srgbClr val="18974C"/>
      </a:accent1>
      <a:accent2>
        <a:srgbClr val="A1BE1F"/>
      </a:accent2>
      <a:accent3>
        <a:srgbClr val="F49E17"/>
      </a:accent3>
      <a:accent4>
        <a:srgbClr val="F4C61F"/>
      </a:accent4>
      <a:accent5>
        <a:srgbClr val="D41645"/>
      </a:accent5>
      <a:accent6>
        <a:srgbClr val="3B6FB6"/>
      </a:accent6>
      <a:hlink>
        <a:srgbClr val="2A57A3"/>
      </a:hlink>
      <a:folHlink>
        <a:srgbClr val="7345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2289</Words>
  <Application>Microsoft Macintosh PowerPoint</Application>
  <PresentationFormat>On-screen Show (16:9)</PresentationFormat>
  <Paragraphs>153</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Libre Franklin Medium</vt:lpstr>
      <vt:lpstr>Arial</vt:lpstr>
      <vt:lpstr>Arial Black</vt:lpstr>
      <vt:lpstr>Franklin Gothic</vt:lpstr>
      <vt:lpstr>Libre Franklin Thin</vt:lpstr>
      <vt:lpstr>Libre Franklin</vt:lpstr>
      <vt:lpstr>Custom Design</vt:lpstr>
      <vt:lpstr>Integrative Case Study: Non-coding Variant Interpretation</vt:lpstr>
      <vt:lpstr>PowerPoint Presentation</vt:lpstr>
      <vt:lpstr>Case study 1: Human disease locus MYC / 8q24 </vt:lpstr>
      <vt:lpstr>Case study 1: Human disease locus MYC / 8q24 </vt:lpstr>
      <vt:lpstr>Case study 1: Human disease locus MYC / 8q24 </vt:lpstr>
      <vt:lpstr>Case study 1: Human disease locus MYC / 8q24 </vt:lpstr>
      <vt:lpstr>Case study 1: Human disease locus MYC / 8q24 </vt:lpstr>
      <vt:lpstr>Case study 1: Human disease locus MYC / 8q24 </vt:lpstr>
      <vt:lpstr>Case study 1: Human disease locus MYC / 8q24 </vt:lpstr>
      <vt:lpstr>Case study 1: Human disease locus MYC / 8q24 </vt:lpstr>
      <vt:lpstr>Case study 1: Human disease locus MYC / 8q24 </vt:lpstr>
      <vt:lpstr>Case study 1: Using ENCODE resources</vt:lpstr>
      <vt:lpstr>Case study 1: Using ENCODE resources</vt:lpstr>
      <vt:lpstr>Case study 1: Using ENCODE resources</vt:lpstr>
      <vt:lpstr>Case study 1: Using ENCODE resources</vt:lpstr>
      <vt:lpstr>Case study 1: Using Ensembl resources</vt:lpstr>
      <vt:lpstr>Case study 1: Using Ensembl resources</vt:lpstr>
      <vt:lpstr>Case study 1: Using ENCODE resources</vt:lpstr>
      <vt:lpstr>Case study 1: Using ENCODE resources</vt:lpstr>
      <vt:lpstr>Case study 1: Using Ensembl resources</vt:lpstr>
      <vt:lpstr>Case study 1: Using Ensembl resources</vt:lpstr>
      <vt:lpstr>Case study 1: Using ENCODE resources</vt:lpstr>
      <vt:lpstr>Case study 1: Using ENCODE resources</vt:lpstr>
      <vt:lpstr>Case study 1: Using Ensembl resources</vt:lpstr>
      <vt:lpstr>Case study 1: Using Ensembl resources</vt:lpstr>
      <vt:lpstr>Case study 1: Using ENCODE resources</vt:lpstr>
      <vt:lpstr>Case study 1: Using ENCODE resources</vt:lpstr>
      <vt:lpstr>Case study 1: Using ENCODE resources</vt:lpstr>
      <vt:lpstr>Case study 1: Using ENCODE resources</vt:lpstr>
      <vt:lpstr>Case study 1: Using Ensembl resources</vt:lpstr>
      <vt:lpstr>Case study 1: Using Ensembl resources</vt:lpstr>
      <vt:lpstr>Case study 1: Using ENCODE resources</vt:lpstr>
      <vt:lpstr>Case study 1</vt:lpstr>
      <vt:lpstr>Case study 1: Using ENCODE resources</vt:lpstr>
      <vt:lpstr>Case study 2: Mouse Dlx5/Dlx6 and the I56i enhancer </vt:lpstr>
      <vt:lpstr>Case study 2: Mouse Dlx5/Dlx6 and the I56i enhancer </vt:lpstr>
      <vt:lpstr>Case study 2: Dlx5/Dlx6 and the I56i enhancer - ENCODE</vt:lpstr>
      <vt:lpstr>Case study 2: Dlx5/Dlx6 and the I56i enhancer - ENCODE</vt:lpstr>
      <vt:lpstr>Case study 2: Dlx5/Dlx6 and the I56i enhancer - Ensembl</vt:lpstr>
      <vt:lpstr>Case study 2: Dlx5/Dlx6 and the I56i enhancer - Ensembl</vt:lpstr>
      <vt:lpstr>Case study 2: Dlx5/Dlx6 and the I56i enhancer - Ensembl</vt:lpstr>
      <vt:lpstr>Case study 2: Dlx5/Dlx6 and the I56i enhancer - ENCODE</vt:lpstr>
      <vt:lpstr>Case study 2: Dlx5/Dlx6 and the I56i enhancer - Ensembl</vt:lpstr>
      <vt:lpstr>Case study 2: Dlx5/Dlx6 and the I56i enhancer - ENCODE</vt:lpstr>
      <vt:lpstr>Case study 2: Dlx5/Dlx6 and the I56i enhancer - ENCODE</vt:lpstr>
      <vt:lpstr>Case study 2: Dlx5/Dlx6 and the I56i enhancer - ENCODE</vt:lpstr>
      <vt:lpstr>Case study 2: Dlx5/Dlx6 and the I56i enhancer - ENCODE</vt:lpstr>
      <vt:lpstr>Case study 2: Dlx5/Dlx6 and the I56i enhancer - Ensembl</vt:lpstr>
      <vt:lpstr>Case study 2: Dlx5/Dlx6 and the I56i enhancer - Ensembl</vt:lpstr>
      <vt:lpstr>Case study 2: Dlx5/Dlx6 and the I56i enhancer - Ensembl</vt:lpstr>
      <vt:lpstr>Case study 2: Dlx5/Dlx6 and the I56i enhancer - Ensembl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Gabriela Merino</cp:lastModifiedBy>
  <cp:revision>1</cp:revision>
  <dcterms:modified xsi:type="dcterms:W3CDTF">2026-08-20T14:26:57Z</dcterms:modified>
</cp:coreProperties>
</file>