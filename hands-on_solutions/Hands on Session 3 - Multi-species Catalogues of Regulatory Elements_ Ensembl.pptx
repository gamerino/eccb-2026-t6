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1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30"/>
    </p:embeddedFont>
    <p:embeddedFont>
      <p:font typeface="Franklin Gothic" panose="020B0603020102020204" pitchFamily="34" charset="0"/>
      <p:regular r:id="rId31"/>
      <p:bold r:id="rId32"/>
      <p:italic r:id="rId33"/>
      <p:boldItalic r:id="rId34"/>
    </p:embeddedFont>
    <p:embeddedFont>
      <p:font typeface="Libre Franklin" pitchFamily="2" charset="77"/>
      <p:regular r:id="rId35"/>
      <p:bold r:id="rId36"/>
      <p:italic r:id="rId37"/>
      <p:boldItalic r:id="rId38"/>
    </p:embeddedFont>
    <p:embeddedFont>
      <p:font typeface="Libre Franklin Medium" pitchFamily="2" charset="77"/>
      <p:regular r:id="rId39"/>
      <p:italic r:id="rId40"/>
    </p:embeddedFont>
    <p:embeddedFont>
      <p:font typeface="Libre Franklin Thin" pitchFamily="2" charset="77"/>
      <p:regular r:id="rId41"/>
      <p: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7"/>
  </p:normalViewPr>
  <p:slideViewPr>
    <p:cSldViewPr snapToGrid="0">
      <p:cViewPr varScale="1">
        <p:scale>
          <a:sx n="153" d="100"/>
          <a:sy n="153" d="100"/>
        </p:scale>
        <p:origin x="3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f667d7fe7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f667d7fe7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0e1ed9864_0_1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d0e1ed9864_0_10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g3d0e1ed9864_0_10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f667d7fe7b_0_10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f667d7fe7b_0_10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f3e6bfa3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f3e6bfa31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f3e6bfa31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f3e6bfa315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f3e6bfa31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f3e6bfa315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f3e6bfa31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f3e6bfa31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f3e6bfa315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f3e6bfa315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3e6bfa31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f3e6bfa315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f3e6bfa315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f3e6bfa315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f3e6bfa315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f3e6bfa315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f3e6bfa315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f3e6bfa315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3e6bfa315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f3e6bfa315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f3e6bfa315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f3e6bfa315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f3e6bfa315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f3e6bfa315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f3e6bfa315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f3e6bfa315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f3e6bfa315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f3e6bfa315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f3e6bfa315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f3e6bfa315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f3e6bfa315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f3e6bfa315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f3e6bfa315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f3e6bfa315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f3e6bfa315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f3e6bfa315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f3e6bfa315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f3e6bfa315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f3e6bfa315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f3e6bfa315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f3e6bfa315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f3e6bfa315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f3e6bfa315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3f3e6bfa315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f3e6bfa315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f3e6bfa315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f3e6bfa315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3f3e6bfa315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Elements_grey">
  <p:cSld name="Title_And_Elements_gre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7793831" y="4557712"/>
            <a:ext cx="1143000" cy="5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elements_white">
  <p:cSld name="Title_and_elements_whi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Title - South Building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53567" y="0"/>
            <a:ext cx="4275376" cy="32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Cell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7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3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9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3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4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5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6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2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7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8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9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10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1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TRAINING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INDUSTRY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9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6" cy="3289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9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9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_NoImage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3998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20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noImage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0" name="Google Shape;17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Staff_Association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8" name="Google Shape;17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6925" y="4118125"/>
            <a:ext cx="2091450" cy="727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ff Association grey ">
  <p:cSld name="Staff Association grey 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3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83" name="Google Shape;183;p23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2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5" name="Google Shape;185;p2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4368" y="4628593"/>
            <a:ext cx="1202725" cy="41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ff Association white">
  <p:cSld name="Staff Association white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4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1" name="Google Shape;191;p2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2" name="Google Shape;19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4368" y="4628593"/>
            <a:ext cx="1202725" cy="41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grey">
  <p:cSld name="Two Elements_grey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5"/>
          <p:cNvSpPr/>
          <p:nvPr/>
        </p:nvSpPr>
        <p:spPr>
          <a:xfrm>
            <a:off x="0" y="869951"/>
            <a:ext cx="9144000" cy="3754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5"/>
          <p:cNvSpPr txBox="1">
            <a:spLocks noGrp="1"/>
          </p:cNvSpPr>
          <p:nvPr>
            <p:ph type="body" idx="1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body" idx="2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2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white">
  <p:cSld name="Two Elements_whit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6"/>
          <p:cNvSpPr txBox="1">
            <a:spLocks noGrp="1"/>
          </p:cNvSpPr>
          <p:nvPr>
            <p:ph type="body" idx="1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26"/>
          <p:cNvSpPr txBox="1">
            <a:spLocks noGrp="1"/>
          </p:cNvSpPr>
          <p:nvPr>
            <p:ph type="body" idx="2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2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Elements_grey_green">
  <p:cSld name="Two_Elements_grey_green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7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11" name="Google Shape;211;p27"/>
          <p:cNvSpPr txBox="1">
            <a:spLocks noGrp="1"/>
          </p:cNvSpPr>
          <p:nvPr>
            <p:ph type="body" idx="1"/>
          </p:nvPr>
        </p:nvSpPr>
        <p:spPr>
          <a:xfrm>
            <a:off x="1" y="887016"/>
            <a:ext cx="3155100" cy="3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27"/>
          <p:cNvSpPr txBox="1">
            <a:spLocks noGrp="1"/>
          </p:cNvSpPr>
          <p:nvPr>
            <p:ph type="body" idx="2"/>
          </p:nvPr>
        </p:nvSpPr>
        <p:spPr>
          <a:xfrm>
            <a:off x="3146611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27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4" name="Google Shape;214;p27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7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grey_green_right">
  <p:cSld name="Two Elements_grey_green_right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8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19" name="Google Shape;219;p28"/>
          <p:cNvSpPr txBox="1">
            <a:spLocks noGrp="1"/>
          </p:cNvSpPr>
          <p:nvPr>
            <p:ph type="body" idx="1"/>
          </p:nvPr>
        </p:nvSpPr>
        <p:spPr>
          <a:xfrm>
            <a:off x="5988844" y="887016"/>
            <a:ext cx="3155100" cy="3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8"/>
          <p:cNvSpPr txBox="1">
            <a:spLocks noGrp="1"/>
          </p:cNvSpPr>
          <p:nvPr>
            <p:ph type="body" idx="2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8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grey_green_right">
  <p:cSld name="Three Elements_grey_green_righ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9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27" name="Google Shape;227;p29"/>
          <p:cNvSpPr txBox="1">
            <a:spLocks noGrp="1"/>
          </p:cNvSpPr>
          <p:nvPr>
            <p:ph type="body" idx="1"/>
          </p:nvPr>
        </p:nvSpPr>
        <p:spPr>
          <a:xfrm>
            <a:off x="5988844" y="880036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body" idx="2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body" idx="3"/>
          </p:nvPr>
        </p:nvSpPr>
        <p:spPr>
          <a:xfrm>
            <a:off x="5988844" y="2757758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9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dark_grey">
  <p:cSld name="Three Elements_dark_grey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36" name="Google Shape;236;p30"/>
          <p:cNvSpPr txBox="1">
            <a:spLocks noGrp="1"/>
          </p:cNvSpPr>
          <p:nvPr>
            <p:ph type="body" idx="1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30"/>
          <p:cNvSpPr txBox="1">
            <a:spLocks noGrp="1"/>
          </p:cNvSpPr>
          <p:nvPr>
            <p:ph type="body" idx="2"/>
          </p:nvPr>
        </p:nvSpPr>
        <p:spPr>
          <a:xfrm>
            <a:off x="5988844" y="880036"/>
            <a:ext cx="3155100" cy="185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body" idx="3"/>
          </p:nvPr>
        </p:nvSpPr>
        <p:spPr>
          <a:xfrm>
            <a:off x="5988844" y="2757758"/>
            <a:ext cx="3155100" cy="185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30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0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green_left_grey">
  <p:cSld name="Three Elements_green_left_gre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45" name="Google Shape;245;p31"/>
          <p:cNvSpPr txBox="1">
            <a:spLocks noGrp="1"/>
          </p:cNvSpPr>
          <p:nvPr>
            <p:ph type="body" idx="1"/>
          </p:nvPr>
        </p:nvSpPr>
        <p:spPr>
          <a:xfrm>
            <a:off x="3146611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body" idx="2"/>
          </p:nvPr>
        </p:nvSpPr>
        <p:spPr>
          <a:xfrm>
            <a:off x="794" y="880036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body" idx="3"/>
          </p:nvPr>
        </p:nvSpPr>
        <p:spPr>
          <a:xfrm>
            <a:off x="794" y="2757758"/>
            <a:ext cx="3155100" cy="185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3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9" name="Google Shape;249;p3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Elements_green">
  <p:cSld name="Six Elements_green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>
            <a:spLocks noGrp="1"/>
          </p:cNvSpPr>
          <p:nvPr>
            <p:ph type="pic" idx="2"/>
          </p:nvPr>
        </p:nvSpPr>
        <p:spPr>
          <a:xfrm>
            <a:off x="610380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2"/>
          <p:cNvSpPr>
            <a:spLocks noGrp="1"/>
          </p:cNvSpPr>
          <p:nvPr>
            <p:ph type="pic" idx="3"/>
          </p:nvPr>
        </p:nvSpPr>
        <p:spPr>
          <a:xfrm>
            <a:off x="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32"/>
          <p:cNvSpPr>
            <a:spLocks noGrp="1"/>
          </p:cNvSpPr>
          <p:nvPr>
            <p:ph type="pic" idx="4"/>
          </p:nvPr>
        </p:nvSpPr>
        <p:spPr>
          <a:xfrm>
            <a:off x="305190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32"/>
          <p:cNvSpPr txBox="1">
            <a:spLocks noGrp="1"/>
          </p:cNvSpPr>
          <p:nvPr>
            <p:ph type="body" idx="1"/>
          </p:nvPr>
        </p:nvSpPr>
        <p:spPr>
          <a:xfrm>
            <a:off x="6103144" y="2746675"/>
            <a:ext cx="3040800" cy="186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3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body" idx="5"/>
          </p:nvPr>
        </p:nvSpPr>
        <p:spPr>
          <a:xfrm>
            <a:off x="1" y="2746675"/>
            <a:ext cx="3040800" cy="186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32"/>
          <p:cNvSpPr txBox="1">
            <a:spLocks noGrp="1"/>
          </p:cNvSpPr>
          <p:nvPr>
            <p:ph type="body" idx="6"/>
          </p:nvPr>
        </p:nvSpPr>
        <p:spPr>
          <a:xfrm>
            <a:off x="3051573" y="2746675"/>
            <a:ext cx="3040800" cy="186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59" name="Google Shape;259;p32"/>
          <p:cNvCxnSpPr/>
          <p:nvPr/>
        </p:nvCxnSpPr>
        <p:spPr>
          <a:xfrm>
            <a:off x="3051573" y="2736057"/>
            <a:ext cx="0" cy="1907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0" name="Google Shape;260;p32"/>
          <p:cNvCxnSpPr/>
          <p:nvPr/>
        </p:nvCxnSpPr>
        <p:spPr>
          <a:xfrm>
            <a:off x="6097513" y="2736057"/>
            <a:ext cx="0" cy="1907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1" name="Google Shape;261;p3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2" name="Google Shape;262;p3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3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ight Elements_green">
  <p:cSld name="Eight Elements_green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>
            <a:spLocks noGrp="1"/>
          </p:cNvSpPr>
          <p:nvPr>
            <p:ph type="pic" idx="2"/>
          </p:nvPr>
        </p:nvSpPr>
        <p:spPr>
          <a:xfrm>
            <a:off x="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3"/>
          <p:cNvSpPr>
            <a:spLocks noGrp="1"/>
          </p:cNvSpPr>
          <p:nvPr>
            <p:ph type="pic" idx="3"/>
          </p:nvPr>
        </p:nvSpPr>
        <p:spPr>
          <a:xfrm>
            <a:off x="22893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3"/>
          <p:cNvSpPr>
            <a:spLocks noGrp="1"/>
          </p:cNvSpPr>
          <p:nvPr>
            <p:ph type="pic" idx="4"/>
          </p:nvPr>
        </p:nvSpPr>
        <p:spPr>
          <a:xfrm>
            <a:off x="4578599" y="879477"/>
            <a:ext cx="22797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3"/>
          <p:cNvSpPr>
            <a:spLocks noGrp="1"/>
          </p:cNvSpPr>
          <p:nvPr>
            <p:ph type="pic" idx="5"/>
          </p:nvPr>
        </p:nvSpPr>
        <p:spPr>
          <a:xfrm>
            <a:off x="68679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3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body" idx="1"/>
          </p:nvPr>
        </p:nvSpPr>
        <p:spPr>
          <a:xfrm>
            <a:off x="1" y="2761060"/>
            <a:ext cx="2279700" cy="185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body" idx="6"/>
          </p:nvPr>
        </p:nvSpPr>
        <p:spPr>
          <a:xfrm>
            <a:off x="2288060" y="2761060"/>
            <a:ext cx="2279700" cy="18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33"/>
          <p:cNvSpPr txBox="1">
            <a:spLocks noGrp="1"/>
          </p:cNvSpPr>
          <p:nvPr>
            <p:ph type="body" idx="7"/>
          </p:nvPr>
        </p:nvSpPr>
        <p:spPr>
          <a:xfrm>
            <a:off x="4576119" y="2761060"/>
            <a:ext cx="2279700" cy="185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33"/>
          <p:cNvSpPr txBox="1">
            <a:spLocks noGrp="1"/>
          </p:cNvSpPr>
          <p:nvPr>
            <p:ph type="body" idx="8"/>
          </p:nvPr>
        </p:nvSpPr>
        <p:spPr>
          <a:xfrm>
            <a:off x="6864178" y="2761060"/>
            <a:ext cx="2279700" cy="18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74" name="Google Shape;274;p33"/>
          <p:cNvCxnSpPr/>
          <p:nvPr/>
        </p:nvCxnSpPr>
        <p:spPr>
          <a:xfrm>
            <a:off x="2285095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5" name="Google Shape;275;p33"/>
          <p:cNvCxnSpPr/>
          <p:nvPr/>
        </p:nvCxnSpPr>
        <p:spPr>
          <a:xfrm>
            <a:off x="4571578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6" name="Google Shape;276;p33"/>
          <p:cNvCxnSpPr/>
          <p:nvPr/>
        </p:nvCxnSpPr>
        <p:spPr>
          <a:xfrm>
            <a:off x="6869932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7" name="Google Shape;277;p3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8" name="Google Shape;278;p3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ight Elements_grey">
  <p:cSld name="Eight Elements_grey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>
            <a:spLocks noGrp="1"/>
          </p:cNvSpPr>
          <p:nvPr>
            <p:ph type="pic" idx="2"/>
          </p:nvPr>
        </p:nvSpPr>
        <p:spPr>
          <a:xfrm>
            <a:off x="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34"/>
          <p:cNvSpPr>
            <a:spLocks noGrp="1"/>
          </p:cNvSpPr>
          <p:nvPr>
            <p:ph type="pic" idx="3"/>
          </p:nvPr>
        </p:nvSpPr>
        <p:spPr>
          <a:xfrm>
            <a:off x="22893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34"/>
          <p:cNvSpPr>
            <a:spLocks noGrp="1"/>
          </p:cNvSpPr>
          <p:nvPr>
            <p:ph type="pic" idx="4"/>
          </p:nvPr>
        </p:nvSpPr>
        <p:spPr>
          <a:xfrm>
            <a:off x="4578599" y="879477"/>
            <a:ext cx="22797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34"/>
          <p:cNvSpPr>
            <a:spLocks noGrp="1"/>
          </p:cNvSpPr>
          <p:nvPr>
            <p:ph type="pic" idx="5"/>
          </p:nvPr>
        </p:nvSpPr>
        <p:spPr>
          <a:xfrm>
            <a:off x="68679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3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34"/>
          <p:cNvSpPr txBox="1">
            <a:spLocks noGrp="1"/>
          </p:cNvSpPr>
          <p:nvPr>
            <p:ph type="body" idx="1"/>
          </p:nvPr>
        </p:nvSpPr>
        <p:spPr>
          <a:xfrm>
            <a:off x="1" y="2761060"/>
            <a:ext cx="2279700" cy="1850100"/>
          </a:xfrm>
          <a:prstGeom prst="rect">
            <a:avLst/>
          </a:prstGeom>
          <a:solidFill>
            <a:srgbClr val="A8ABAA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34"/>
          <p:cNvSpPr txBox="1">
            <a:spLocks noGrp="1"/>
          </p:cNvSpPr>
          <p:nvPr>
            <p:ph type="body" idx="6"/>
          </p:nvPr>
        </p:nvSpPr>
        <p:spPr>
          <a:xfrm>
            <a:off x="2288060" y="2761060"/>
            <a:ext cx="2279700" cy="18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8" name="Google Shape;288;p34"/>
          <p:cNvSpPr txBox="1">
            <a:spLocks noGrp="1"/>
          </p:cNvSpPr>
          <p:nvPr>
            <p:ph type="body" idx="7"/>
          </p:nvPr>
        </p:nvSpPr>
        <p:spPr>
          <a:xfrm>
            <a:off x="4576119" y="2761060"/>
            <a:ext cx="2279700" cy="1850100"/>
          </a:xfrm>
          <a:prstGeom prst="rect">
            <a:avLst/>
          </a:prstGeom>
          <a:solidFill>
            <a:srgbClr val="A8ABAA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9" name="Google Shape;289;p34"/>
          <p:cNvSpPr txBox="1">
            <a:spLocks noGrp="1"/>
          </p:cNvSpPr>
          <p:nvPr>
            <p:ph type="body" idx="8"/>
          </p:nvPr>
        </p:nvSpPr>
        <p:spPr>
          <a:xfrm>
            <a:off x="6864178" y="2761060"/>
            <a:ext cx="2279700" cy="18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90" name="Google Shape;290;p34"/>
          <p:cNvCxnSpPr/>
          <p:nvPr/>
        </p:nvCxnSpPr>
        <p:spPr>
          <a:xfrm>
            <a:off x="2285095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1" name="Google Shape;291;p34"/>
          <p:cNvCxnSpPr/>
          <p:nvPr/>
        </p:nvCxnSpPr>
        <p:spPr>
          <a:xfrm>
            <a:off x="4571578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2" name="Google Shape;292;p34"/>
          <p:cNvCxnSpPr/>
          <p:nvPr/>
        </p:nvCxnSpPr>
        <p:spPr>
          <a:xfrm>
            <a:off x="6869932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3" name="Google Shape;293;p3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4" name="Google Shape;294;p3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3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with_Footer">
  <p:cSld name="Blank_with_Footer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8" name="Google Shape;298;p3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3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85">
          <p15:clr>
            <a:srgbClr val="FBAE40"/>
          </p15:clr>
        </p15:guide>
        <p15:guide id="2" pos="2160">
          <p15:clr>
            <a:srgbClr val="FBAE40"/>
          </p15:clr>
        </p15:guide>
        <p15:guide id="3" orient="horz" pos="1964">
          <p15:clr>
            <a:srgbClr val="FBAE40"/>
          </p15:clr>
        </p15:guide>
        <p15:guide id="4" orient="horz" pos="1742">
          <p15:clr>
            <a:srgbClr val="FBAE40"/>
          </p15:clr>
        </p15:guide>
        <p15:guide id="5" orient="horz" pos="1521">
          <p15:clr>
            <a:srgbClr val="FBAE40"/>
          </p15:clr>
        </p15:guide>
        <p15:guide id="6" orient="horz" pos="1300">
          <p15:clr>
            <a:srgbClr val="FBAE40"/>
          </p15:clr>
        </p15:guide>
        <p15:guide id="7" orient="horz" pos="1079">
          <p15:clr>
            <a:srgbClr val="FBAE40"/>
          </p15:clr>
        </p15:guide>
        <p15:guide id="8" orient="horz" pos="858">
          <p15:clr>
            <a:srgbClr val="FBAE40"/>
          </p15:clr>
        </p15:guide>
        <p15:guide id="9" orient="horz" pos="637">
          <p15:clr>
            <a:srgbClr val="FBAE40"/>
          </p15:clr>
        </p15:guide>
        <p15:guide id="10" orient="horz" pos="411">
          <p15:clr>
            <a:srgbClr val="FBAE40"/>
          </p15:clr>
        </p15:guide>
        <p15:guide id="11" orient="horz" pos="194">
          <p15:clr>
            <a:srgbClr val="FBAE40"/>
          </p15:clr>
        </p15:guide>
        <p15:guide id="12" pos="2381">
          <p15:clr>
            <a:srgbClr val="FBAE40"/>
          </p15:clr>
        </p15:guide>
        <p15:guide id="13" pos="2603">
          <p15:clr>
            <a:srgbClr val="FBAE40"/>
          </p15:clr>
        </p15:guide>
        <p15:guide id="14" pos="2824">
          <p15:clr>
            <a:srgbClr val="FBAE40"/>
          </p15:clr>
        </p15:guide>
        <p15:guide id="15" pos="3044">
          <p15:clr>
            <a:srgbClr val="FBAE40"/>
          </p15:clr>
        </p15:guide>
        <p15:guide id="16" pos="3266">
          <p15:clr>
            <a:srgbClr val="FBAE40"/>
          </p15:clr>
        </p15:guide>
        <p15:guide id="17" pos="3487">
          <p15:clr>
            <a:srgbClr val="FBAE40"/>
          </p15:clr>
        </p15:guide>
        <p15:guide id="18" pos="3708">
          <p15:clr>
            <a:srgbClr val="FBAE40"/>
          </p15:clr>
        </p15:guide>
        <p15:guide id="19" pos="3929">
          <p15:clr>
            <a:srgbClr val="FBAE40"/>
          </p15:clr>
        </p15:guide>
        <p15:guide id="20" pos="4151">
          <p15:clr>
            <a:srgbClr val="FBAE40"/>
          </p15:clr>
        </p15:guide>
        <p15:guide id="21" pos="1939">
          <p15:clr>
            <a:srgbClr val="FBAE40"/>
          </p15:clr>
        </p15:guide>
        <p15:guide id="22" pos="1718">
          <p15:clr>
            <a:srgbClr val="FBAE40"/>
          </p15:clr>
        </p15:guide>
        <p15:guide id="23" pos="1496">
          <p15:clr>
            <a:srgbClr val="FBAE40"/>
          </p15:clr>
        </p15:guide>
        <p15:guide id="24" pos="1276">
          <p15:clr>
            <a:srgbClr val="FBAE40"/>
          </p15:clr>
        </p15:guide>
        <p15:guide id="25" pos="1055">
          <p15:clr>
            <a:srgbClr val="FBAE40"/>
          </p15:clr>
        </p15:guide>
        <p15:guide id="26" pos="833">
          <p15:clr>
            <a:srgbClr val="FBAE40"/>
          </p15:clr>
        </p15:guide>
        <p15:guide id="27" pos="612">
          <p15:clr>
            <a:srgbClr val="FBAE40"/>
          </p15:clr>
        </p15:guide>
        <p15:guide id="28" pos="391">
          <p15:clr>
            <a:srgbClr val="FBAE40"/>
          </p15:clr>
        </p15:guide>
        <p15:guide id="29" pos="17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individual_image">
  <p:cSld name="Divider_individual_image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>
            <a:spLocks noGrp="1"/>
          </p:cNvSpPr>
          <p:nvPr>
            <p:ph type="pic" idx="2"/>
          </p:nvPr>
        </p:nvSpPr>
        <p:spPr>
          <a:xfrm>
            <a:off x="0" y="2"/>
            <a:ext cx="9144000" cy="46233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36"/>
          <p:cNvSpPr txBox="1">
            <a:spLocks noGrp="1"/>
          </p:cNvSpPr>
          <p:nvPr>
            <p:ph type="title"/>
          </p:nvPr>
        </p:nvSpPr>
        <p:spPr>
          <a:xfrm>
            <a:off x="0" y="1112941"/>
            <a:ext cx="7527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6"/>
          <p:cNvSpPr txBox="1">
            <a:spLocks noGrp="1"/>
          </p:cNvSpPr>
          <p:nvPr>
            <p:ph type="body" idx="1"/>
          </p:nvPr>
        </p:nvSpPr>
        <p:spPr>
          <a:xfrm>
            <a:off x="0" y="1638301"/>
            <a:ext cx="7535400" cy="9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3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5" name="Google Shape;305;p3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3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2">
  <p:cSld name="Section Headline_2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1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7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37"/>
          <p:cNvSpPr txBox="1">
            <a:spLocks noGrp="1"/>
          </p:cNvSpPr>
          <p:nvPr>
            <p:ph type="body" idx="2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3">
  <p:cSld name="Section Headline_3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"/>
            <a:ext cx="9143998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alpha val="29804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8"/>
          <p:cNvSpPr txBox="1">
            <a:spLocks noGrp="1"/>
          </p:cNvSpPr>
          <p:nvPr>
            <p:ph type="body" idx="1"/>
          </p:nvPr>
        </p:nvSpPr>
        <p:spPr>
          <a:xfrm>
            <a:off x="403622" y="665164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5" name="Google Shape;315;p38"/>
          <p:cNvSpPr txBox="1">
            <a:spLocks noGrp="1"/>
          </p:cNvSpPr>
          <p:nvPr>
            <p:ph type="body" idx="2"/>
          </p:nvPr>
        </p:nvSpPr>
        <p:spPr>
          <a:xfrm>
            <a:off x="1335122" y="665164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4">
  <p:cSld name="Section Headline_4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9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39"/>
          <p:cNvSpPr txBox="1">
            <a:spLocks noGrp="1"/>
          </p:cNvSpPr>
          <p:nvPr>
            <p:ph type="body" idx="1"/>
          </p:nvPr>
        </p:nvSpPr>
        <p:spPr>
          <a:xfrm>
            <a:off x="1298972" y="88423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0" name="Google Shape;320;p39"/>
          <p:cNvSpPr txBox="1">
            <a:spLocks noGrp="1"/>
          </p:cNvSpPr>
          <p:nvPr>
            <p:ph type="body" idx="3"/>
          </p:nvPr>
        </p:nvSpPr>
        <p:spPr>
          <a:xfrm>
            <a:off x="2230472" y="88423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5">
  <p:cSld name="Section Headline_5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0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5" name="Google Shape;325;p40"/>
          <p:cNvSpPr txBox="1">
            <a:spLocks noGrp="1"/>
          </p:cNvSpPr>
          <p:nvPr>
            <p:ph type="body" idx="3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41"/>
          <p:cNvCxnSpPr/>
          <p:nvPr/>
        </p:nvCxnSpPr>
        <p:spPr>
          <a:xfrm rot="10800000">
            <a:off x="-8" y="2749548"/>
            <a:ext cx="6096000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8" name="Google Shape;328;p4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41"/>
          <p:cNvSpPr txBox="1">
            <a:spLocks noGrp="1"/>
          </p:cNvSpPr>
          <p:nvPr>
            <p:ph type="body" idx="1"/>
          </p:nvPr>
        </p:nvSpPr>
        <p:spPr>
          <a:xfrm>
            <a:off x="5962650" y="870348"/>
            <a:ext cx="3181200" cy="3773100"/>
          </a:xfrm>
          <a:prstGeom prst="rect">
            <a:avLst/>
          </a:prstGeom>
          <a:solidFill>
            <a:srgbClr val="C4C7C6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41"/>
          <p:cNvSpPr txBox="1">
            <a:spLocks noGrp="1"/>
          </p:cNvSpPr>
          <p:nvPr>
            <p:ph type="body" idx="2"/>
          </p:nvPr>
        </p:nvSpPr>
        <p:spPr>
          <a:xfrm>
            <a:off x="-18510" y="2759927"/>
            <a:ext cx="5981100" cy="18834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41"/>
          <p:cNvSpPr txBox="1">
            <a:spLocks noGrp="1"/>
          </p:cNvSpPr>
          <p:nvPr>
            <p:ph type="body" idx="3"/>
          </p:nvPr>
        </p:nvSpPr>
        <p:spPr>
          <a:xfrm>
            <a:off x="-18510" y="870348"/>
            <a:ext cx="5981100" cy="187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4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3" name="Google Shape;333;p4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4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 layout 2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/>
        </p:nvSpPr>
        <p:spPr>
          <a:xfrm>
            <a:off x="0" y="870348"/>
            <a:ext cx="9144000" cy="375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37" name="Google Shape;337;p42"/>
          <p:cNvSpPr txBox="1">
            <a:spLocks noGrp="1"/>
          </p:cNvSpPr>
          <p:nvPr>
            <p:ph type="body" idx="1"/>
          </p:nvPr>
        </p:nvSpPr>
        <p:spPr>
          <a:xfrm>
            <a:off x="5962650" y="870348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8" name="Google Shape;338;p42"/>
          <p:cNvSpPr txBox="1">
            <a:spLocks noGrp="1"/>
          </p:cNvSpPr>
          <p:nvPr>
            <p:ph type="body" idx="2"/>
          </p:nvPr>
        </p:nvSpPr>
        <p:spPr>
          <a:xfrm>
            <a:off x="5962650" y="1810044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9" name="Google Shape;339;p42"/>
          <p:cNvSpPr txBox="1">
            <a:spLocks noGrp="1"/>
          </p:cNvSpPr>
          <p:nvPr>
            <p:ph type="body" idx="3"/>
          </p:nvPr>
        </p:nvSpPr>
        <p:spPr>
          <a:xfrm>
            <a:off x="5962650" y="2749740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0" name="Google Shape;340;p42"/>
          <p:cNvSpPr txBox="1">
            <a:spLocks noGrp="1"/>
          </p:cNvSpPr>
          <p:nvPr>
            <p:ph type="body" idx="4"/>
          </p:nvPr>
        </p:nvSpPr>
        <p:spPr>
          <a:xfrm>
            <a:off x="5962650" y="3689436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 layout 3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3"/>
          <p:cNvSpPr/>
          <p:nvPr/>
        </p:nvSpPr>
        <p:spPr>
          <a:xfrm>
            <a:off x="0" y="2764154"/>
            <a:ext cx="9144000" cy="18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43"/>
          <p:cNvSpPr>
            <a:spLocks noGrp="1"/>
          </p:cNvSpPr>
          <p:nvPr>
            <p:ph type="pic" idx="2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3"/>
          <p:cNvSpPr>
            <a:spLocks noGrp="1"/>
          </p:cNvSpPr>
          <p:nvPr>
            <p:ph type="pic" idx="3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3"/>
          <p:cNvSpPr>
            <a:spLocks noGrp="1"/>
          </p:cNvSpPr>
          <p:nvPr>
            <p:ph type="pic" idx="4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3"/>
          <p:cNvSpPr txBox="1">
            <a:spLocks noGrp="1"/>
          </p:cNvSpPr>
          <p:nvPr>
            <p:ph type="body" idx="1"/>
          </p:nvPr>
        </p:nvSpPr>
        <p:spPr>
          <a:xfrm>
            <a:off x="-1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43"/>
          <p:cNvSpPr txBox="1">
            <a:spLocks noGrp="1"/>
          </p:cNvSpPr>
          <p:nvPr>
            <p:ph type="body" idx="5"/>
          </p:nvPr>
        </p:nvSpPr>
        <p:spPr>
          <a:xfrm>
            <a:off x="6095976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43"/>
          <p:cNvSpPr txBox="1">
            <a:spLocks noGrp="1"/>
          </p:cNvSpPr>
          <p:nvPr>
            <p:ph type="body" idx="6"/>
          </p:nvPr>
        </p:nvSpPr>
        <p:spPr>
          <a:xfrm>
            <a:off x="-1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4" name="Google Shape;354;p43"/>
          <p:cNvSpPr txBox="1">
            <a:spLocks noGrp="1"/>
          </p:cNvSpPr>
          <p:nvPr>
            <p:ph type="body" idx="7"/>
          </p:nvPr>
        </p:nvSpPr>
        <p:spPr>
          <a:xfrm>
            <a:off x="3047987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5" name="Google Shape;355;p43"/>
          <p:cNvSpPr txBox="1">
            <a:spLocks noGrp="1"/>
          </p:cNvSpPr>
          <p:nvPr>
            <p:ph type="body" idx="8"/>
          </p:nvPr>
        </p:nvSpPr>
        <p:spPr>
          <a:xfrm>
            <a:off x="6095976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6" name="Google Shape;356;p43"/>
          <p:cNvSpPr txBox="1">
            <a:spLocks noGrp="1"/>
          </p:cNvSpPr>
          <p:nvPr>
            <p:ph type="body" idx="9"/>
          </p:nvPr>
        </p:nvSpPr>
        <p:spPr>
          <a:xfrm>
            <a:off x="3063239" y="2764154"/>
            <a:ext cx="3048000" cy="1980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7" name="Google Shape;357;p4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8" name="Google Shape;358;p4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4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 layout 6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44"/>
          <p:cNvSpPr>
            <a:spLocks noGrp="1"/>
          </p:cNvSpPr>
          <p:nvPr>
            <p:ph type="pic" idx="2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44"/>
          <p:cNvSpPr>
            <a:spLocks noGrp="1"/>
          </p:cNvSpPr>
          <p:nvPr>
            <p:ph type="pic" idx="3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44"/>
          <p:cNvSpPr>
            <a:spLocks noGrp="1"/>
          </p:cNvSpPr>
          <p:nvPr>
            <p:ph type="pic" idx="4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44"/>
          <p:cNvSpPr txBox="1">
            <a:spLocks noGrp="1"/>
          </p:cNvSpPr>
          <p:nvPr>
            <p:ph type="body" idx="1"/>
          </p:nvPr>
        </p:nvSpPr>
        <p:spPr>
          <a:xfrm>
            <a:off x="-1" y="2764153"/>
            <a:ext cx="3048000" cy="45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6" name="Google Shape;366;p44"/>
          <p:cNvSpPr txBox="1">
            <a:spLocks noGrp="1"/>
          </p:cNvSpPr>
          <p:nvPr>
            <p:ph type="body" idx="5"/>
          </p:nvPr>
        </p:nvSpPr>
        <p:spPr>
          <a:xfrm>
            <a:off x="3048004" y="2764153"/>
            <a:ext cx="3048000" cy="45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7" name="Google Shape;367;p44"/>
          <p:cNvSpPr txBox="1">
            <a:spLocks noGrp="1"/>
          </p:cNvSpPr>
          <p:nvPr>
            <p:ph type="body" idx="6"/>
          </p:nvPr>
        </p:nvSpPr>
        <p:spPr>
          <a:xfrm>
            <a:off x="-1" y="3219449"/>
            <a:ext cx="3048000" cy="144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8" name="Google Shape;368;p44"/>
          <p:cNvSpPr txBox="1">
            <a:spLocks noGrp="1"/>
          </p:cNvSpPr>
          <p:nvPr>
            <p:ph type="body" idx="7"/>
          </p:nvPr>
        </p:nvSpPr>
        <p:spPr>
          <a:xfrm>
            <a:off x="6095993" y="2764153"/>
            <a:ext cx="3048000" cy="45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9" name="Google Shape;369;p44"/>
          <p:cNvSpPr txBox="1">
            <a:spLocks noGrp="1"/>
          </p:cNvSpPr>
          <p:nvPr>
            <p:ph type="body" idx="8"/>
          </p:nvPr>
        </p:nvSpPr>
        <p:spPr>
          <a:xfrm>
            <a:off x="6095993" y="3219449"/>
            <a:ext cx="3048000" cy="144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0" name="Google Shape;370;p44"/>
          <p:cNvSpPr txBox="1">
            <a:spLocks noGrp="1"/>
          </p:cNvSpPr>
          <p:nvPr>
            <p:ph type="body" idx="9"/>
          </p:nvPr>
        </p:nvSpPr>
        <p:spPr>
          <a:xfrm>
            <a:off x="3048004" y="3219449"/>
            <a:ext cx="3048000" cy="144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1" name="Google Shape;371;p4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2" name="Google Shape;372;p4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4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 layout 7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5"/>
          <p:cNvSpPr txBox="1">
            <a:spLocks noGrp="1"/>
          </p:cNvSpPr>
          <p:nvPr>
            <p:ph type="body" idx="1"/>
          </p:nvPr>
        </p:nvSpPr>
        <p:spPr>
          <a:xfrm>
            <a:off x="5976156" y="1356109"/>
            <a:ext cx="3167700" cy="23229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6" name="Google Shape;376;p4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45"/>
          <p:cNvSpPr txBox="1">
            <a:spLocks noGrp="1"/>
          </p:cNvSpPr>
          <p:nvPr>
            <p:ph type="body" idx="2"/>
          </p:nvPr>
        </p:nvSpPr>
        <p:spPr>
          <a:xfrm>
            <a:off x="1" y="3687365"/>
            <a:ext cx="5976900" cy="94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8" name="Google Shape;378;p45"/>
          <p:cNvSpPr txBox="1">
            <a:spLocks noGrp="1"/>
          </p:cNvSpPr>
          <p:nvPr>
            <p:ph type="body" idx="3"/>
          </p:nvPr>
        </p:nvSpPr>
        <p:spPr>
          <a:xfrm>
            <a:off x="5976902" y="3687366"/>
            <a:ext cx="3167100" cy="94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9" name="Google Shape;379;p45"/>
          <p:cNvSpPr txBox="1">
            <a:spLocks noGrp="1"/>
          </p:cNvSpPr>
          <p:nvPr>
            <p:ph type="body" idx="4"/>
          </p:nvPr>
        </p:nvSpPr>
        <p:spPr>
          <a:xfrm>
            <a:off x="0" y="1338146"/>
            <a:ext cx="5962800" cy="23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0" name="Google Shape;380;p45"/>
          <p:cNvSpPr txBox="1">
            <a:spLocks noGrp="1"/>
          </p:cNvSpPr>
          <p:nvPr>
            <p:ph type="body" idx="5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44000" tIns="0" rIns="540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1" name="Google Shape;381;p4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2" name="Google Shape;382;p4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4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8">
  <p:cSld name="custom layout 8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86" name="Google Shape;386;p46"/>
          <p:cNvCxnSpPr/>
          <p:nvPr/>
        </p:nvCxnSpPr>
        <p:spPr>
          <a:xfrm>
            <a:off x="-1" y="868209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C4C7C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7" name="Google Shape;387;p46"/>
          <p:cNvSpPr txBox="1">
            <a:spLocks noGrp="1"/>
          </p:cNvSpPr>
          <p:nvPr>
            <p:ph type="body" idx="1"/>
          </p:nvPr>
        </p:nvSpPr>
        <p:spPr>
          <a:xfrm>
            <a:off x="0" y="4156473"/>
            <a:ext cx="9144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8" name="Google Shape;388;p46"/>
          <p:cNvSpPr>
            <a:spLocks noGrp="1"/>
          </p:cNvSpPr>
          <p:nvPr>
            <p:ph type="pic" idx="2"/>
          </p:nvPr>
        </p:nvSpPr>
        <p:spPr>
          <a:xfrm>
            <a:off x="-1" y="876301"/>
            <a:ext cx="30480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46"/>
          <p:cNvSpPr>
            <a:spLocks noGrp="1"/>
          </p:cNvSpPr>
          <p:nvPr>
            <p:ph type="pic" idx="3"/>
          </p:nvPr>
        </p:nvSpPr>
        <p:spPr>
          <a:xfrm>
            <a:off x="6096004" y="876301"/>
            <a:ext cx="30480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46"/>
          <p:cNvSpPr txBox="1">
            <a:spLocks noGrp="1"/>
          </p:cNvSpPr>
          <p:nvPr>
            <p:ph type="body" idx="4"/>
          </p:nvPr>
        </p:nvSpPr>
        <p:spPr>
          <a:xfrm>
            <a:off x="3048004" y="876301"/>
            <a:ext cx="3048000" cy="3286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1" name="Google Shape;391;p4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2" name="Google Shape;392;p4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4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9">
  <p:cSld name="custom layout 9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47"/>
          <p:cNvSpPr>
            <a:spLocks noGrp="1"/>
          </p:cNvSpPr>
          <p:nvPr>
            <p:ph type="pic" idx="2"/>
          </p:nvPr>
        </p:nvSpPr>
        <p:spPr>
          <a:xfrm>
            <a:off x="6096004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47"/>
          <p:cNvSpPr>
            <a:spLocks noGrp="1"/>
          </p:cNvSpPr>
          <p:nvPr>
            <p:ph type="pic" idx="3"/>
          </p:nvPr>
        </p:nvSpPr>
        <p:spPr>
          <a:xfrm>
            <a:off x="6096004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7"/>
          <p:cNvSpPr>
            <a:spLocks noGrp="1"/>
          </p:cNvSpPr>
          <p:nvPr>
            <p:ph type="pic" idx="4"/>
          </p:nvPr>
        </p:nvSpPr>
        <p:spPr>
          <a:xfrm>
            <a:off x="3048008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7"/>
          <p:cNvSpPr>
            <a:spLocks noGrp="1"/>
          </p:cNvSpPr>
          <p:nvPr>
            <p:ph type="pic" idx="5"/>
          </p:nvPr>
        </p:nvSpPr>
        <p:spPr>
          <a:xfrm>
            <a:off x="3048008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47"/>
          <p:cNvSpPr txBox="1">
            <a:spLocks noGrp="1"/>
          </p:cNvSpPr>
          <p:nvPr>
            <p:ph type="body" idx="1"/>
          </p:nvPr>
        </p:nvSpPr>
        <p:spPr>
          <a:xfrm>
            <a:off x="-12" y="2751534"/>
            <a:ext cx="15240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1" name="Google Shape;401;p47"/>
          <p:cNvSpPr txBox="1">
            <a:spLocks noGrp="1"/>
          </p:cNvSpPr>
          <p:nvPr>
            <p:ph type="body" idx="6"/>
          </p:nvPr>
        </p:nvSpPr>
        <p:spPr>
          <a:xfrm>
            <a:off x="-1" y="879475"/>
            <a:ext cx="3048000" cy="4683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2" name="Google Shape;402;p47"/>
          <p:cNvSpPr txBox="1">
            <a:spLocks noGrp="1"/>
          </p:cNvSpPr>
          <p:nvPr>
            <p:ph type="body" idx="7"/>
          </p:nvPr>
        </p:nvSpPr>
        <p:spPr>
          <a:xfrm>
            <a:off x="-1" y="1348781"/>
            <a:ext cx="3048000" cy="700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3" name="Google Shape;403;p47"/>
          <p:cNvSpPr txBox="1">
            <a:spLocks noGrp="1"/>
          </p:cNvSpPr>
          <p:nvPr>
            <p:ph type="body" idx="8"/>
          </p:nvPr>
        </p:nvSpPr>
        <p:spPr>
          <a:xfrm>
            <a:off x="-1" y="2049656"/>
            <a:ext cx="3048000" cy="6975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4" name="Google Shape;404;p47"/>
          <p:cNvSpPr txBox="1">
            <a:spLocks noGrp="1"/>
          </p:cNvSpPr>
          <p:nvPr>
            <p:ph type="body" idx="9"/>
          </p:nvPr>
        </p:nvSpPr>
        <p:spPr>
          <a:xfrm>
            <a:off x="1523999" y="2751534"/>
            <a:ext cx="1524000" cy="18720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5" name="Google Shape;405;p47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6" name="Google Shape;406;p47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47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0">
  <p:cSld name="custom layout 10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8"/>
          <p:cNvSpPr txBox="1">
            <a:spLocks noGrp="1"/>
          </p:cNvSpPr>
          <p:nvPr>
            <p:ph type="body" idx="1"/>
          </p:nvPr>
        </p:nvSpPr>
        <p:spPr>
          <a:xfrm>
            <a:off x="6857775" y="870347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p48"/>
          <p:cNvSpPr txBox="1">
            <a:spLocks noGrp="1"/>
          </p:cNvSpPr>
          <p:nvPr>
            <p:ph type="body" idx="2"/>
          </p:nvPr>
        </p:nvSpPr>
        <p:spPr>
          <a:xfrm>
            <a:off x="6857775" y="2119209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1" name="Google Shape;411;p48"/>
          <p:cNvSpPr txBox="1">
            <a:spLocks noGrp="1"/>
          </p:cNvSpPr>
          <p:nvPr>
            <p:ph type="body" idx="3"/>
          </p:nvPr>
        </p:nvSpPr>
        <p:spPr>
          <a:xfrm>
            <a:off x="6857775" y="3368072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p4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48"/>
          <p:cNvSpPr>
            <a:spLocks noGrp="1"/>
          </p:cNvSpPr>
          <p:nvPr>
            <p:ph type="pic" idx="4"/>
          </p:nvPr>
        </p:nvSpPr>
        <p:spPr>
          <a:xfrm>
            <a:off x="0" y="879476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8"/>
          <p:cNvSpPr>
            <a:spLocks noGrp="1"/>
          </p:cNvSpPr>
          <p:nvPr>
            <p:ph type="pic" idx="5"/>
          </p:nvPr>
        </p:nvSpPr>
        <p:spPr>
          <a:xfrm>
            <a:off x="4571960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48"/>
          <p:cNvSpPr txBox="1">
            <a:spLocks noGrp="1"/>
          </p:cNvSpPr>
          <p:nvPr>
            <p:ph type="body" idx="6"/>
          </p:nvPr>
        </p:nvSpPr>
        <p:spPr>
          <a:xfrm>
            <a:off x="-1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6" name="Google Shape;416;p48"/>
          <p:cNvSpPr txBox="1">
            <a:spLocks noGrp="1"/>
          </p:cNvSpPr>
          <p:nvPr>
            <p:ph type="body" idx="7"/>
          </p:nvPr>
        </p:nvSpPr>
        <p:spPr>
          <a:xfrm>
            <a:off x="4571888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7" name="Google Shape;417;p48"/>
          <p:cNvSpPr>
            <a:spLocks noGrp="1"/>
          </p:cNvSpPr>
          <p:nvPr>
            <p:ph type="pic" idx="8"/>
          </p:nvPr>
        </p:nvSpPr>
        <p:spPr>
          <a:xfrm>
            <a:off x="2285811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8"/>
          <p:cNvSpPr txBox="1">
            <a:spLocks noGrp="1"/>
          </p:cNvSpPr>
          <p:nvPr>
            <p:ph type="body" idx="9"/>
          </p:nvPr>
        </p:nvSpPr>
        <p:spPr>
          <a:xfrm>
            <a:off x="2285811" y="4156472"/>
            <a:ext cx="2286000" cy="4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419" name="Google Shape;419;p48"/>
          <p:cNvCxnSpPr/>
          <p:nvPr/>
        </p:nvCxnSpPr>
        <p:spPr>
          <a:xfrm>
            <a:off x="6857775" y="2119209"/>
            <a:ext cx="2286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0" name="Google Shape;420;p48"/>
          <p:cNvCxnSpPr/>
          <p:nvPr/>
        </p:nvCxnSpPr>
        <p:spPr>
          <a:xfrm>
            <a:off x="6857775" y="3371937"/>
            <a:ext cx="2286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1" name="Google Shape;421;p48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2" name="Google Shape;422;p48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48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1">
  <p:cSld name="custom layout 11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9"/>
          <p:cNvSpPr txBox="1">
            <a:spLocks noGrp="1"/>
          </p:cNvSpPr>
          <p:nvPr>
            <p:ph type="body" idx="1"/>
          </p:nvPr>
        </p:nvSpPr>
        <p:spPr>
          <a:xfrm>
            <a:off x="6443663" y="870347"/>
            <a:ext cx="2700600" cy="12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6" name="Google Shape;426;p49"/>
          <p:cNvSpPr txBox="1">
            <a:spLocks noGrp="1"/>
          </p:cNvSpPr>
          <p:nvPr>
            <p:ph type="body" idx="2"/>
          </p:nvPr>
        </p:nvSpPr>
        <p:spPr>
          <a:xfrm>
            <a:off x="6443663" y="2135557"/>
            <a:ext cx="2700600" cy="123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7" name="Google Shape;427;p49"/>
          <p:cNvSpPr txBox="1">
            <a:spLocks noGrp="1"/>
          </p:cNvSpPr>
          <p:nvPr>
            <p:ph type="body" idx="3"/>
          </p:nvPr>
        </p:nvSpPr>
        <p:spPr>
          <a:xfrm>
            <a:off x="6443663" y="3378568"/>
            <a:ext cx="2700600" cy="12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8" name="Google Shape;428;p49"/>
          <p:cNvSpPr txBox="1">
            <a:spLocks noGrp="1"/>
          </p:cNvSpPr>
          <p:nvPr>
            <p:ph type="body" idx="4"/>
          </p:nvPr>
        </p:nvSpPr>
        <p:spPr>
          <a:xfrm>
            <a:off x="0" y="870347"/>
            <a:ext cx="2700600" cy="12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9" name="Google Shape;429;p49"/>
          <p:cNvSpPr txBox="1">
            <a:spLocks noGrp="1"/>
          </p:cNvSpPr>
          <p:nvPr>
            <p:ph type="body" idx="5"/>
          </p:nvPr>
        </p:nvSpPr>
        <p:spPr>
          <a:xfrm>
            <a:off x="0" y="2135557"/>
            <a:ext cx="2700600" cy="123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0" name="Google Shape;430;p49"/>
          <p:cNvSpPr txBox="1">
            <a:spLocks noGrp="1"/>
          </p:cNvSpPr>
          <p:nvPr>
            <p:ph type="body" idx="6"/>
          </p:nvPr>
        </p:nvSpPr>
        <p:spPr>
          <a:xfrm>
            <a:off x="0" y="3378568"/>
            <a:ext cx="2700600" cy="12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1" name="Google Shape;431;p4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49"/>
          <p:cNvSpPr>
            <a:spLocks noGrp="1"/>
          </p:cNvSpPr>
          <p:nvPr>
            <p:ph type="pic" idx="7"/>
          </p:nvPr>
        </p:nvSpPr>
        <p:spPr>
          <a:xfrm>
            <a:off x="2700338" y="879475"/>
            <a:ext cx="3758100" cy="3744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33" name="Google Shape;433;p49"/>
          <p:cNvCxnSpPr/>
          <p:nvPr/>
        </p:nvCxnSpPr>
        <p:spPr>
          <a:xfrm>
            <a:off x="6443663" y="2119209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4" name="Google Shape;434;p49"/>
          <p:cNvCxnSpPr/>
          <p:nvPr/>
        </p:nvCxnSpPr>
        <p:spPr>
          <a:xfrm>
            <a:off x="6443663" y="3371937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5" name="Google Shape;435;p49"/>
          <p:cNvCxnSpPr/>
          <p:nvPr/>
        </p:nvCxnSpPr>
        <p:spPr>
          <a:xfrm>
            <a:off x="-2857" y="2119209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6" name="Google Shape;436;p49"/>
          <p:cNvCxnSpPr/>
          <p:nvPr/>
        </p:nvCxnSpPr>
        <p:spPr>
          <a:xfrm>
            <a:off x="-2857" y="3371937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7" name="Google Shape;437;p49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8" name="Google Shape;438;p49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49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2">
  <p:cSld name="custom layout 12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0"/>
          <p:cNvSpPr txBox="1">
            <a:spLocks noGrp="1"/>
          </p:cNvSpPr>
          <p:nvPr>
            <p:ph type="body" idx="1"/>
          </p:nvPr>
        </p:nvSpPr>
        <p:spPr>
          <a:xfrm>
            <a:off x="3047996" y="13477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2" name="Google Shape;442;p50"/>
          <p:cNvSpPr txBox="1">
            <a:spLocks noGrp="1"/>
          </p:cNvSpPr>
          <p:nvPr>
            <p:ph type="body" idx="2"/>
          </p:nvPr>
        </p:nvSpPr>
        <p:spPr>
          <a:xfrm>
            <a:off x="3047996" y="38052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3" name="Google Shape;443;p50"/>
          <p:cNvSpPr txBox="1">
            <a:spLocks noGrp="1"/>
          </p:cNvSpPr>
          <p:nvPr>
            <p:ph type="body" idx="3"/>
          </p:nvPr>
        </p:nvSpPr>
        <p:spPr>
          <a:xfrm>
            <a:off x="3047996" y="29860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4" name="Google Shape;444;p50"/>
          <p:cNvSpPr txBox="1">
            <a:spLocks noGrp="1"/>
          </p:cNvSpPr>
          <p:nvPr>
            <p:ph type="body" idx="4"/>
          </p:nvPr>
        </p:nvSpPr>
        <p:spPr>
          <a:xfrm>
            <a:off x="3047996" y="21669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5" name="Google Shape;445;p5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50"/>
          <p:cNvSpPr txBox="1">
            <a:spLocks noGrp="1"/>
          </p:cNvSpPr>
          <p:nvPr>
            <p:ph type="body" idx="5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7000" tIns="0" rIns="540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7" name="Google Shape;447;p50"/>
          <p:cNvSpPr>
            <a:spLocks noGrp="1"/>
          </p:cNvSpPr>
          <p:nvPr>
            <p:ph type="pic" idx="6"/>
          </p:nvPr>
        </p:nvSpPr>
        <p:spPr>
          <a:xfrm>
            <a:off x="-1" y="1347788"/>
            <a:ext cx="3048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0"/>
          <p:cNvSpPr>
            <a:spLocks noGrp="1"/>
          </p:cNvSpPr>
          <p:nvPr>
            <p:ph type="pic" idx="7"/>
          </p:nvPr>
        </p:nvSpPr>
        <p:spPr>
          <a:xfrm>
            <a:off x="6096004" y="1347787"/>
            <a:ext cx="3048000" cy="3276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49" name="Google Shape;449;p50"/>
          <p:cNvCxnSpPr/>
          <p:nvPr/>
        </p:nvCxnSpPr>
        <p:spPr>
          <a:xfrm>
            <a:off x="3047996" y="2137497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50" name="Google Shape;450;p50"/>
          <p:cNvCxnSpPr/>
          <p:nvPr/>
        </p:nvCxnSpPr>
        <p:spPr>
          <a:xfrm>
            <a:off x="3047996" y="2987889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3047996" y="3810849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52" name="Google Shape;452;p50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3" name="Google Shape;453;p50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4" name="Google Shape;454;p50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3">
  <p:cSld name="custom layout 13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51"/>
          <p:cNvSpPr>
            <a:spLocks noGrp="1"/>
          </p:cNvSpPr>
          <p:nvPr>
            <p:ph type="pic" idx="2"/>
          </p:nvPr>
        </p:nvSpPr>
        <p:spPr>
          <a:xfrm>
            <a:off x="5039917" y="879475"/>
            <a:ext cx="41040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1"/>
          <p:cNvSpPr txBox="1">
            <a:spLocks noGrp="1"/>
          </p:cNvSpPr>
          <p:nvPr>
            <p:ph type="body" idx="1"/>
          </p:nvPr>
        </p:nvSpPr>
        <p:spPr>
          <a:xfrm>
            <a:off x="1" y="879475"/>
            <a:ext cx="27003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59" name="Google Shape;459;p51"/>
          <p:cNvSpPr txBox="1">
            <a:spLocks noGrp="1"/>
          </p:cNvSpPr>
          <p:nvPr>
            <p:ph type="body" idx="3"/>
          </p:nvPr>
        </p:nvSpPr>
        <p:spPr>
          <a:xfrm>
            <a:off x="0" y="2752344"/>
            <a:ext cx="2700300" cy="187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0" name="Google Shape;460;p51"/>
          <p:cNvSpPr>
            <a:spLocks noGrp="1"/>
          </p:cNvSpPr>
          <p:nvPr>
            <p:ph type="pic" idx="4"/>
          </p:nvPr>
        </p:nvSpPr>
        <p:spPr>
          <a:xfrm>
            <a:off x="2700338" y="895692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1"/>
          <p:cNvSpPr>
            <a:spLocks noGrp="1"/>
          </p:cNvSpPr>
          <p:nvPr>
            <p:ph type="pic" idx="5"/>
          </p:nvPr>
        </p:nvSpPr>
        <p:spPr>
          <a:xfrm>
            <a:off x="2700338" y="2768544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3" name="Google Shape;463;p5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5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5">
  <p:cSld name="custom layout 15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52"/>
          <p:cNvSpPr txBox="1">
            <a:spLocks noGrp="1"/>
          </p:cNvSpPr>
          <p:nvPr>
            <p:ph type="body" idx="1"/>
          </p:nvPr>
        </p:nvSpPr>
        <p:spPr>
          <a:xfrm>
            <a:off x="1350169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8" name="Google Shape;468;p52"/>
          <p:cNvSpPr>
            <a:spLocks noGrp="1"/>
          </p:cNvSpPr>
          <p:nvPr>
            <p:ph type="pic" idx="2"/>
          </p:nvPr>
        </p:nvSpPr>
        <p:spPr>
          <a:xfrm>
            <a:off x="2700337" y="895696"/>
            <a:ext cx="3743400" cy="37287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 txBox="1">
            <a:spLocks noGrp="1"/>
          </p:cNvSpPr>
          <p:nvPr>
            <p:ph type="body" idx="3"/>
          </p:nvPr>
        </p:nvSpPr>
        <p:spPr>
          <a:xfrm>
            <a:off x="1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0" name="Google Shape;470;p52"/>
          <p:cNvSpPr txBox="1">
            <a:spLocks noGrp="1"/>
          </p:cNvSpPr>
          <p:nvPr>
            <p:ph type="body" idx="4"/>
          </p:nvPr>
        </p:nvSpPr>
        <p:spPr>
          <a:xfrm>
            <a:off x="1350169" y="2127784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1" name="Google Shape;471;p52"/>
          <p:cNvSpPr txBox="1">
            <a:spLocks noGrp="1"/>
          </p:cNvSpPr>
          <p:nvPr>
            <p:ph type="body" idx="5"/>
          </p:nvPr>
        </p:nvSpPr>
        <p:spPr>
          <a:xfrm>
            <a:off x="1" y="2127785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2" name="Google Shape;472;p52"/>
          <p:cNvSpPr txBox="1">
            <a:spLocks noGrp="1"/>
          </p:cNvSpPr>
          <p:nvPr>
            <p:ph type="body" idx="6"/>
          </p:nvPr>
        </p:nvSpPr>
        <p:spPr>
          <a:xfrm>
            <a:off x="1350169" y="3376088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3" name="Google Shape;473;p52"/>
          <p:cNvSpPr txBox="1">
            <a:spLocks noGrp="1"/>
          </p:cNvSpPr>
          <p:nvPr>
            <p:ph type="body" idx="7"/>
          </p:nvPr>
        </p:nvSpPr>
        <p:spPr>
          <a:xfrm>
            <a:off x="1" y="3376089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4" name="Google Shape;474;p52"/>
          <p:cNvSpPr txBox="1">
            <a:spLocks noGrp="1"/>
          </p:cNvSpPr>
          <p:nvPr>
            <p:ph type="body" idx="8"/>
          </p:nvPr>
        </p:nvSpPr>
        <p:spPr>
          <a:xfrm>
            <a:off x="779383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1200"/>
              <a:buChar char="•"/>
              <a:defRPr sz="1200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2000"/>
              <a:buNone/>
              <a:defRPr sz="2000">
                <a:solidFill>
                  <a:srgbClr val="000000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75" name="Google Shape;475;p52"/>
          <p:cNvSpPr txBox="1">
            <a:spLocks noGrp="1"/>
          </p:cNvSpPr>
          <p:nvPr>
            <p:ph type="body" idx="9"/>
          </p:nvPr>
        </p:nvSpPr>
        <p:spPr>
          <a:xfrm>
            <a:off x="779383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6" name="Google Shape;476;p52"/>
          <p:cNvSpPr txBox="1">
            <a:spLocks noGrp="1"/>
          </p:cNvSpPr>
          <p:nvPr>
            <p:ph type="body" idx="13"/>
          </p:nvPr>
        </p:nvSpPr>
        <p:spPr>
          <a:xfrm>
            <a:off x="644366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7" name="Google Shape;477;p52"/>
          <p:cNvSpPr txBox="1">
            <a:spLocks noGrp="1"/>
          </p:cNvSpPr>
          <p:nvPr>
            <p:ph type="body" idx="14"/>
          </p:nvPr>
        </p:nvSpPr>
        <p:spPr>
          <a:xfrm>
            <a:off x="644366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8" name="Google Shape;478;p5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9" name="Google Shape;479;p5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5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6">
  <p:cSld name="custom layout 16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53"/>
          <p:cNvSpPr>
            <a:spLocks noGrp="1"/>
          </p:cNvSpPr>
          <p:nvPr>
            <p:ph type="pic" idx="2"/>
          </p:nvPr>
        </p:nvSpPr>
        <p:spPr>
          <a:xfrm>
            <a:off x="5962650" y="898538"/>
            <a:ext cx="31815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53"/>
          <p:cNvSpPr txBox="1">
            <a:spLocks noGrp="1"/>
          </p:cNvSpPr>
          <p:nvPr>
            <p:ph type="body" idx="1"/>
          </p:nvPr>
        </p:nvSpPr>
        <p:spPr>
          <a:xfrm>
            <a:off x="0" y="898538"/>
            <a:ext cx="40851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7000" tIns="0" rIns="5400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Medium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85" name="Google Shape;485;p53"/>
          <p:cNvSpPr txBox="1">
            <a:spLocks noGrp="1"/>
          </p:cNvSpPr>
          <p:nvPr>
            <p:ph type="body" idx="3"/>
          </p:nvPr>
        </p:nvSpPr>
        <p:spPr>
          <a:xfrm>
            <a:off x="0" y="1364457"/>
            <a:ext cx="4081800" cy="32790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6" name="Google Shape;486;p53"/>
          <p:cNvSpPr txBox="1">
            <a:spLocks noGrp="1"/>
          </p:cNvSpPr>
          <p:nvPr>
            <p:ph type="body" idx="4"/>
          </p:nvPr>
        </p:nvSpPr>
        <p:spPr>
          <a:xfrm>
            <a:off x="4104252" y="898538"/>
            <a:ext cx="1856100" cy="18675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7" name="Google Shape;487;p53"/>
          <p:cNvSpPr txBox="1">
            <a:spLocks noGrp="1"/>
          </p:cNvSpPr>
          <p:nvPr>
            <p:ph type="body" idx="5"/>
          </p:nvPr>
        </p:nvSpPr>
        <p:spPr>
          <a:xfrm>
            <a:off x="4104252" y="2788920"/>
            <a:ext cx="1856100" cy="18546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8" name="Google Shape;488;p5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9" name="Google Shape;489;p5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5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3" name="Google Shape;493;p5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94" name="Google Shape;494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7883544" y="4733778"/>
            <a:ext cx="928177" cy="28587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13">
          <p15:clr>
            <a:srgbClr val="F26B43"/>
          </p15:clr>
        </p15:guide>
        <p15:guide id="4" pos="5537">
          <p15:clr>
            <a:srgbClr val="F26B43"/>
          </p15:clr>
        </p15:guide>
        <p15:guide id="5" orient="horz" pos="170">
          <p15:clr>
            <a:srgbClr val="F26B43"/>
          </p15:clr>
        </p15:guide>
        <p15:guide id="6" orient="horz" pos="2925">
          <p15:clr>
            <a:srgbClr val="F26B43"/>
          </p15:clr>
        </p15:guide>
        <p15:guide id="7" pos="1988">
          <p15:clr>
            <a:srgbClr val="F26B43"/>
          </p15:clr>
        </p15:guide>
        <p15:guide id="8" pos="37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hyperlink" Target="https://screen.wenglab.org/GRCh38/region/chr8%3A127682026-127744101/browser?open=BYegzCDGwE4BwFIwEECMAmA7ANjugDOtgLQaaYAsFq+q4QA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screen.wenglab.org/mm10/region/chr6%3A6740753-6891103/browser?open=LYegzCDGAWBOBsBSMBBeB2ALABnQVjAFp4AOATgEYLsIwg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5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Multi-species Catalogues of Regulatory Elements: Ensembl</a:t>
            </a:r>
            <a:endParaRPr/>
          </a:p>
        </p:txBody>
      </p:sp>
      <p:sp>
        <p:nvSpPr>
          <p:cNvPr id="500" name="Google Shape;500;p55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Session 3</a:t>
            </a:r>
            <a:endParaRPr/>
          </a:p>
        </p:txBody>
      </p:sp>
      <p:sp>
        <p:nvSpPr>
          <p:cNvPr id="501" name="Google Shape;501;p55"/>
          <p:cNvSpPr txBox="1"/>
          <p:nvPr/>
        </p:nvSpPr>
        <p:spPr>
          <a:xfrm>
            <a:off x="640550" y="3581000"/>
            <a:ext cx="53859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800"/>
              <a:buFont typeface="Arial"/>
              <a:buNone/>
            </a:pPr>
            <a:r>
              <a:rPr lang="en-GB" sz="1800" b="1">
                <a:solidFill>
                  <a:srgbClr val="007B53"/>
                </a:solidFill>
              </a:rPr>
              <a:t>Louisse Paola Mirabueno - Garth Ilsley</a:t>
            </a:r>
            <a:endParaRPr sz="1800" b="1" i="0" u="none" strike="noStrike" cap="none">
              <a:solidFill>
                <a:srgbClr val="007B5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55"/>
          <p:cNvSpPr txBox="1"/>
          <p:nvPr/>
        </p:nvSpPr>
        <p:spPr>
          <a:xfrm>
            <a:off x="640557" y="45496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200"/>
              <a:buFont typeface="Arial"/>
              <a:buNone/>
            </a:pPr>
            <a:r>
              <a:rPr lang="en-GB" sz="1200">
                <a:solidFill>
                  <a:srgbClr val="000000"/>
                </a:solidFill>
              </a:rPr>
              <a:t>03/09/2026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55"/>
          <p:cNvSpPr txBox="1"/>
          <p:nvPr/>
        </p:nvSpPr>
        <p:spPr>
          <a:xfrm>
            <a:off x="3677748" y="3896000"/>
            <a:ext cx="22596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Project Lead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Ensembl Regulation,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EMBL-EBI</a:t>
            </a:r>
            <a:endParaRPr sz="1200" b="1"/>
          </a:p>
        </p:txBody>
      </p:sp>
      <p:sp>
        <p:nvSpPr>
          <p:cNvPr id="504" name="Google Shape;504;p55"/>
          <p:cNvSpPr txBox="1"/>
          <p:nvPr/>
        </p:nvSpPr>
        <p:spPr>
          <a:xfrm>
            <a:off x="640548" y="3896000"/>
            <a:ext cx="22596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Ensembl Outreach Officer, 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Ensembl Outreach,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EMBL-EBI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200"/>
              <a:buFont typeface="Arial"/>
              <a:buNone/>
            </a:pPr>
            <a:endParaRPr sz="1200" b="1"/>
          </a:p>
        </p:txBody>
      </p:sp>
      <p:sp>
        <p:nvSpPr>
          <p:cNvPr id="505" name="Google Shape;505;p55"/>
          <p:cNvSpPr txBox="1"/>
          <p:nvPr/>
        </p:nvSpPr>
        <p:spPr>
          <a:xfrm>
            <a:off x="640550" y="2755532"/>
            <a:ext cx="53220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rgbClr val="FFFFFF"/>
                </a:solidFill>
              </a:rPr>
              <a:t>T6: Making the most of cis-regulatory annotations for genome-scale analysis</a:t>
            </a:r>
            <a:endParaRPr sz="1000" b="1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6"/>
          <p:cNvSpPr txBox="1">
            <a:spLocks noGrp="1"/>
          </p:cNvSpPr>
          <p:nvPr>
            <p:ph type="body" idx="1"/>
          </p:nvPr>
        </p:nvSpPr>
        <p:spPr>
          <a:xfrm>
            <a:off x="403622" y="665164"/>
            <a:ext cx="931500" cy="931500"/>
          </a:xfrm>
          <a:prstGeom prst="rect">
            <a:avLst/>
          </a:prstGeom>
        </p:spPr>
        <p:txBody>
          <a:bodyPr spcFirstLastPara="1" wrap="square" lIns="0" tIns="0" rIns="91425" bIns="45700" anchor="ctr" anchorCtr="0">
            <a:noAutofit/>
          </a:bodyPr>
          <a:lstStyle/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512" name="Google Shape;512;p56"/>
          <p:cNvSpPr txBox="1">
            <a:spLocks noGrp="1"/>
          </p:cNvSpPr>
          <p:nvPr>
            <p:ph type="body" idx="2"/>
          </p:nvPr>
        </p:nvSpPr>
        <p:spPr>
          <a:xfrm>
            <a:off x="1335122" y="665164"/>
            <a:ext cx="2808000" cy="931500"/>
          </a:xfrm>
          <a:prstGeom prst="rect">
            <a:avLst/>
          </a:prstGeom>
        </p:spPr>
        <p:txBody>
          <a:bodyPr spcFirstLastPara="1" wrap="square" lIns="288000" tIns="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/>
              <a:t>Hands-on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</a:t>
            </a:r>
            <a:endParaRPr/>
          </a:p>
        </p:txBody>
      </p:sp>
      <p:sp>
        <p:nvSpPr>
          <p:cNvPr id="518" name="Google Shape;518;p57"/>
          <p:cNvSpPr txBox="1">
            <a:spLocks noGrp="1"/>
          </p:cNvSpPr>
          <p:nvPr>
            <p:ph type="body" idx="1"/>
          </p:nvPr>
        </p:nvSpPr>
        <p:spPr>
          <a:xfrm>
            <a:off x="338138" y="792244"/>
            <a:ext cx="8452200" cy="3711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 dirty="0"/>
              <a:t>Answer the following questions:</a:t>
            </a:r>
            <a:endParaRPr dirty="0"/>
          </a:p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 dirty="0"/>
              <a:t>Explore the </a:t>
            </a:r>
            <a:r>
              <a:rPr lang="en-GB" b="1" dirty="0"/>
              <a:t>indicated locus</a:t>
            </a:r>
            <a:r>
              <a:rPr lang="en-GB" dirty="0"/>
              <a:t> on the Genome View tab:</a:t>
            </a:r>
            <a:endParaRPr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b="1" dirty="0"/>
              <a:t>GRCh38, chr8:127,682,026-127,744,101</a:t>
            </a:r>
            <a:endParaRPr b="1"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dirty="0"/>
              <a:t>GRCm39/mm39, chr6:6,740,753-6,891,103</a:t>
            </a:r>
            <a:endParaRPr dirty="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 dirty="0"/>
              <a:t>Display and explore regulatory features using the Regulation card.</a:t>
            </a:r>
            <a:endParaRPr dirty="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 dirty="0"/>
              <a:t>Filter epigenomes based on the given criteria:</a:t>
            </a:r>
            <a:endParaRPr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b="1" dirty="0"/>
              <a:t>GRCh38: Caco-2 and HCT116 cell lines</a:t>
            </a:r>
            <a:endParaRPr b="1"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dirty="0"/>
              <a:t>GRCm39: Forebrain epigenomes</a:t>
            </a:r>
            <a:endParaRPr dirty="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 dirty="0"/>
              <a:t>Compare regulatory activity across the group of selected </a:t>
            </a:r>
            <a:r>
              <a:rPr lang="en-GB" dirty="0" err="1"/>
              <a:t>epigenemes</a:t>
            </a:r>
            <a:r>
              <a:rPr lang="en-GB" dirty="0"/>
              <a:t>.</a:t>
            </a:r>
            <a:endParaRPr dirty="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 dirty="0"/>
              <a:t>Inspect supporting epigenomic evidence in the indicated epigenome.</a:t>
            </a:r>
            <a:endParaRPr dirty="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 dirty="0"/>
              <a:t>Identify at least one context-dependent example.</a:t>
            </a:r>
            <a:endParaRPr dirty="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 dirty="0"/>
              <a:t>Compare the results with the ones obtained in the previous session. </a:t>
            </a:r>
            <a:endParaRPr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GRCh38</a:t>
            </a:r>
            <a:endParaRPr/>
          </a:p>
        </p:txBody>
      </p:sp>
      <p:pic>
        <p:nvPicPr>
          <p:cNvPr id="524" name="Google Shape;52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8252" y="1058750"/>
            <a:ext cx="4577623" cy="18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788" y="3052473"/>
            <a:ext cx="4591708" cy="1867078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58"/>
          <p:cNvSpPr txBox="1"/>
          <p:nvPr/>
        </p:nvSpPr>
        <p:spPr>
          <a:xfrm>
            <a:off x="93000" y="879900"/>
            <a:ext cx="42087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Explore the </a:t>
            </a:r>
            <a:r>
              <a:rPr lang="en-GB" sz="1600" b="1">
                <a:solidFill>
                  <a:schemeClr val="dk1"/>
                </a:solidFill>
              </a:rPr>
              <a:t>indicated locus</a:t>
            </a:r>
            <a:r>
              <a:rPr lang="en-GB" sz="1600">
                <a:solidFill>
                  <a:schemeClr val="dk1"/>
                </a:solidFill>
              </a:rPr>
              <a:t> on the Genome View tab: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GRCh38</a:t>
            </a:r>
            <a:endParaRPr/>
          </a:p>
        </p:txBody>
      </p:sp>
      <p:sp>
        <p:nvSpPr>
          <p:cNvPr id="532" name="Google Shape;532;p59"/>
          <p:cNvSpPr txBox="1"/>
          <p:nvPr/>
        </p:nvSpPr>
        <p:spPr>
          <a:xfrm>
            <a:off x="93000" y="879900"/>
            <a:ext cx="854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Display and explore regulatory features using the Regulation card.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33" name="Google Shape;53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850" y="1413936"/>
            <a:ext cx="3974749" cy="333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9826" y="1413937"/>
            <a:ext cx="4411651" cy="333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GRCh38</a:t>
            </a:r>
            <a:endParaRPr/>
          </a:p>
        </p:txBody>
      </p:sp>
      <p:sp>
        <p:nvSpPr>
          <p:cNvPr id="540" name="Google Shape;540;p60"/>
          <p:cNvSpPr txBox="1"/>
          <p:nvPr/>
        </p:nvSpPr>
        <p:spPr>
          <a:xfrm>
            <a:off x="93000" y="879900"/>
            <a:ext cx="854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Filter epigenomes based on the given criteria: GRCh38: Caco-2 and HCT116 cell lines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41" name="Google Shape;54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250" y="1568694"/>
            <a:ext cx="4426749" cy="3056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9700" y="1576419"/>
            <a:ext cx="4426751" cy="3041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GRCh38</a:t>
            </a:r>
            <a:endParaRPr/>
          </a:p>
        </p:txBody>
      </p:sp>
      <p:sp>
        <p:nvSpPr>
          <p:cNvPr id="548" name="Google Shape;548;p61"/>
          <p:cNvSpPr txBox="1"/>
          <p:nvPr/>
        </p:nvSpPr>
        <p:spPr>
          <a:xfrm>
            <a:off x="93000" y="879900"/>
            <a:ext cx="854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Compare regulatory activity across the group of selected epigenemes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49" name="Google Shape;54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250" y="1466068"/>
            <a:ext cx="4783649" cy="3316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9159" y="1535443"/>
            <a:ext cx="3605141" cy="1799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9100" y="3593593"/>
            <a:ext cx="4141975" cy="108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GRCh38</a:t>
            </a:r>
            <a:endParaRPr/>
          </a:p>
        </p:txBody>
      </p:sp>
      <p:sp>
        <p:nvSpPr>
          <p:cNvPr id="557" name="Google Shape;557;p62"/>
          <p:cNvSpPr txBox="1"/>
          <p:nvPr/>
        </p:nvSpPr>
        <p:spPr>
          <a:xfrm>
            <a:off x="93000" y="879900"/>
            <a:ext cx="854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Compare regulatory activity across the group of selected epigenemes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58" name="Google Shape;55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524" y="1477255"/>
            <a:ext cx="5117822" cy="352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62"/>
          <p:cNvPicPr preferRelativeResize="0"/>
          <p:nvPr/>
        </p:nvPicPr>
        <p:blipFill rotWithShape="1">
          <a:blip r:embed="rId4">
            <a:alphaModFix/>
          </a:blip>
          <a:srcRect r="7433"/>
          <a:stretch/>
        </p:blipFill>
        <p:spPr>
          <a:xfrm>
            <a:off x="5370375" y="2518938"/>
            <a:ext cx="3721975" cy="111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GRCh38</a:t>
            </a:r>
            <a:endParaRPr/>
          </a:p>
        </p:txBody>
      </p:sp>
      <p:sp>
        <p:nvSpPr>
          <p:cNvPr id="565" name="Google Shape;565;p63"/>
          <p:cNvSpPr txBox="1"/>
          <p:nvPr/>
        </p:nvSpPr>
        <p:spPr>
          <a:xfrm>
            <a:off x="93000" y="879900"/>
            <a:ext cx="854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Compare regulatory activity across the group of selected epigenemes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66" name="Google Shape;56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8221" y="1938650"/>
            <a:ext cx="4639299" cy="221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63400"/>
            <a:ext cx="4062023" cy="3104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GRCh38</a:t>
            </a:r>
            <a:endParaRPr/>
          </a:p>
        </p:txBody>
      </p:sp>
      <p:sp>
        <p:nvSpPr>
          <p:cNvPr id="573" name="Google Shape;573;p64"/>
          <p:cNvSpPr txBox="1"/>
          <p:nvPr/>
        </p:nvSpPr>
        <p:spPr>
          <a:xfrm>
            <a:off x="93000" y="879900"/>
            <a:ext cx="854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Inspect supporting epigenomic evidence in the indicated epigenome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74" name="Google Shape;57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275" y="1884725"/>
            <a:ext cx="5879127" cy="188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GRCh38</a:t>
            </a:r>
            <a:endParaRPr/>
          </a:p>
        </p:txBody>
      </p:sp>
      <p:sp>
        <p:nvSpPr>
          <p:cNvPr id="580" name="Google Shape;580;p65"/>
          <p:cNvSpPr txBox="1"/>
          <p:nvPr/>
        </p:nvSpPr>
        <p:spPr>
          <a:xfrm>
            <a:off x="93000" y="879900"/>
            <a:ext cx="854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Inspect supporting epigenomic evidence in the indicated epigenome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81" name="Google Shape;58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500" y="1452316"/>
            <a:ext cx="5956081" cy="3527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GRCh38</a:t>
            </a:r>
            <a:endParaRPr/>
          </a:p>
        </p:txBody>
      </p:sp>
      <p:sp>
        <p:nvSpPr>
          <p:cNvPr id="587" name="Google Shape;587;p66"/>
          <p:cNvSpPr txBox="1"/>
          <p:nvPr/>
        </p:nvSpPr>
        <p:spPr>
          <a:xfrm>
            <a:off x="93000" y="879900"/>
            <a:ext cx="854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Inspect supporting epigenomic evidence in the indicated epigenome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88" name="Google Shape;58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612" y="1477254"/>
            <a:ext cx="5961001" cy="3527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GRCh38</a:t>
            </a:r>
            <a:endParaRPr/>
          </a:p>
        </p:txBody>
      </p:sp>
      <p:sp>
        <p:nvSpPr>
          <p:cNvPr id="594" name="Google Shape;594;p67"/>
          <p:cNvSpPr txBox="1"/>
          <p:nvPr/>
        </p:nvSpPr>
        <p:spPr>
          <a:xfrm>
            <a:off x="93000" y="879900"/>
            <a:ext cx="854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Inspect supporting epigenomic evidence in the indicated epigenome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95" name="Google Shape;59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625" y="1428475"/>
            <a:ext cx="5980739" cy="352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GRCh38</a:t>
            </a:r>
            <a:endParaRPr/>
          </a:p>
        </p:txBody>
      </p:sp>
      <p:sp>
        <p:nvSpPr>
          <p:cNvPr id="601" name="Google Shape;601;p68"/>
          <p:cNvSpPr txBox="1"/>
          <p:nvPr/>
        </p:nvSpPr>
        <p:spPr>
          <a:xfrm>
            <a:off x="93000" y="879900"/>
            <a:ext cx="854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Identify at least one context-dependent example.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02" name="Google Shape;60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425" y="1398650"/>
            <a:ext cx="5917056" cy="3527698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68"/>
          <p:cNvSpPr txBox="1"/>
          <p:nvPr/>
        </p:nvSpPr>
        <p:spPr>
          <a:xfrm>
            <a:off x="6360775" y="2539325"/>
            <a:ext cx="21651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The ENSR8_93TNS7 and ENSR8_CGN7Z </a:t>
            </a:r>
            <a:r>
              <a:rPr lang="en-GB" sz="1600" b="1">
                <a:solidFill>
                  <a:schemeClr val="accent3"/>
                </a:solidFill>
              </a:rPr>
              <a:t>enhancers</a:t>
            </a:r>
            <a:r>
              <a:rPr lang="en-GB" sz="1600">
                <a:solidFill>
                  <a:schemeClr val="accent3"/>
                </a:solidFill>
              </a:rPr>
              <a:t> </a:t>
            </a:r>
            <a:r>
              <a:rPr lang="en-GB" sz="1600">
                <a:solidFill>
                  <a:schemeClr val="dk1"/>
                </a:solidFill>
              </a:rPr>
              <a:t>are only active in HCT116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GRCh38</a:t>
            </a:r>
            <a:endParaRPr/>
          </a:p>
        </p:txBody>
      </p:sp>
      <p:sp>
        <p:nvSpPr>
          <p:cNvPr id="609" name="Google Shape;609;p69"/>
          <p:cNvSpPr txBox="1"/>
          <p:nvPr/>
        </p:nvSpPr>
        <p:spPr>
          <a:xfrm>
            <a:off x="93000" y="879900"/>
            <a:ext cx="854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Compare the results with the ones obtained in the previous session.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10" name="Google Shape;61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38" y="1504862"/>
            <a:ext cx="4591708" cy="1867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69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4325" y="2438401"/>
            <a:ext cx="4121448" cy="229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7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</a:t>
            </a:r>
            <a:endParaRPr/>
          </a:p>
        </p:txBody>
      </p:sp>
      <p:sp>
        <p:nvSpPr>
          <p:cNvPr id="617" name="Google Shape;617;p70"/>
          <p:cNvSpPr txBox="1">
            <a:spLocks noGrp="1"/>
          </p:cNvSpPr>
          <p:nvPr>
            <p:ph type="body" idx="1"/>
          </p:nvPr>
        </p:nvSpPr>
        <p:spPr>
          <a:xfrm>
            <a:off x="338138" y="792244"/>
            <a:ext cx="8452200" cy="3711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 dirty="0"/>
              <a:t>Answer the following questions:</a:t>
            </a:r>
            <a:endParaRPr dirty="0"/>
          </a:p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 dirty="0"/>
              <a:t>Explore the </a:t>
            </a:r>
            <a:r>
              <a:rPr lang="en-GB" b="1" dirty="0"/>
              <a:t>indicated locus</a:t>
            </a:r>
            <a:r>
              <a:rPr lang="en-GB" dirty="0"/>
              <a:t> on the Genome View tab:</a:t>
            </a:r>
            <a:endParaRPr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dirty="0"/>
              <a:t>GRCh38, chr8:127,682,026-127,744,101</a:t>
            </a:r>
            <a:endParaRPr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b="1" dirty="0"/>
              <a:t>GRCm39/mm39, chr6:6,740,753-6,891,103</a:t>
            </a:r>
            <a:endParaRPr b="1" dirty="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 dirty="0"/>
              <a:t>Display and explore regulatory features using the Regulation card.</a:t>
            </a:r>
            <a:endParaRPr dirty="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 dirty="0"/>
              <a:t>Filter epigenomes based on the given criteria:</a:t>
            </a:r>
            <a:endParaRPr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dirty="0"/>
              <a:t>GRCh38: Caco-2 and HCT116 cell lines</a:t>
            </a:r>
            <a:endParaRPr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b="1" dirty="0"/>
              <a:t>GRCm39: Forebrain epigenomes</a:t>
            </a:r>
            <a:endParaRPr b="1" dirty="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 dirty="0"/>
              <a:t>Compare regulatory activity across the group of selected </a:t>
            </a:r>
            <a:r>
              <a:rPr lang="en-GB" dirty="0" err="1"/>
              <a:t>epigenemes</a:t>
            </a:r>
            <a:r>
              <a:rPr lang="en-GB" dirty="0"/>
              <a:t>.</a:t>
            </a:r>
            <a:endParaRPr dirty="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 dirty="0"/>
              <a:t>Inspect supporting epigenomic evidence in the indicated epigenome.</a:t>
            </a:r>
            <a:endParaRPr dirty="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 dirty="0"/>
              <a:t>Identify at least one context-dependent example.</a:t>
            </a:r>
            <a:endParaRPr dirty="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 dirty="0"/>
              <a:t>Compare the results with the ones obtained in the previous session. </a:t>
            </a:r>
            <a:endParaRPr dirty="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GRCm39</a:t>
            </a:r>
            <a:endParaRPr/>
          </a:p>
        </p:txBody>
      </p:sp>
      <p:sp>
        <p:nvSpPr>
          <p:cNvPr id="623" name="Google Shape;623;p71"/>
          <p:cNvSpPr txBox="1"/>
          <p:nvPr/>
        </p:nvSpPr>
        <p:spPr>
          <a:xfrm>
            <a:off x="93000" y="879900"/>
            <a:ext cx="42087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Explore the </a:t>
            </a:r>
            <a:r>
              <a:rPr lang="en-GB" sz="1600" b="1">
                <a:solidFill>
                  <a:schemeClr val="dk1"/>
                </a:solidFill>
              </a:rPr>
              <a:t>indicated locus</a:t>
            </a:r>
            <a:r>
              <a:rPr lang="en-GB" sz="1600">
                <a:solidFill>
                  <a:schemeClr val="dk1"/>
                </a:solidFill>
              </a:rPr>
              <a:t> on the Genome View tab: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24" name="Google Shape;62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4100" y="944644"/>
            <a:ext cx="4514903" cy="1955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900075"/>
            <a:ext cx="4800932" cy="209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GRCm39</a:t>
            </a:r>
            <a:endParaRPr/>
          </a:p>
        </p:txBody>
      </p:sp>
      <p:sp>
        <p:nvSpPr>
          <p:cNvPr id="631" name="Google Shape;631;p72"/>
          <p:cNvSpPr txBox="1"/>
          <p:nvPr/>
        </p:nvSpPr>
        <p:spPr>
          <a:xfrm>
            <a:off x="93000" y="879900"/>
            <a:ext cx="854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Display and explore regulatory features using the Regulation card.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32" name="Google Shape;63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325" y="1480444"/>
            <a:ext cx="4160628" cy="3527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4200" y="1407344"/>
            <a:ext cx="3944276" cy="137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9725" y="2778069"/>
            <a:ext cx="2935926" cy="2345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7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GRCm39</a:t>
            </a:r>
            <a:endParaRPr/>
          </a:p>
        </p:txBody>
      </p:sp>
      <p:sp>
        <p:nvSpPr>
          <p:cNvPr id="640" name="Google Shape;640;p73"/>
          <p:cNvSpPr txBox="1"/>
          <p:nvPr/>
        </p:nvSpPr>
        <p:spPr>
          <a:xfrm>
            <a:off x="93000" y="879900"/>
            <a:ext cx="854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Filter epigenomes based on the given criteria: GRCm39: Forebrain epigenomes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41" name="Google Shape;641;p73"/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9380" y="1445269"/>
            <a:ext cx="3868102" cy="3306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73"/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016" y="1425523"/>
            <a:ext cx="3868102" cy="332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7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GRCm39</a:t>
            </a:r>
            <a:endParaRPr/>
          </a:p>
        </p:txBody>
      </p:sp>
      <p:sp>
        <p:nvSpPr>
          <p:cNvPr id="648" name="Google Shape;648;p74"/>
          <p:cNvSpPr txBox="1"/>
          <p:nvPr/>
        </p:nvSpPr>
        <p:spPr>
          <a:xfrm>
            <a:off x="93000" y="879900"/>
            <a:ext cx="854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Compare regulatory activity across the group of selected epigenemes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49" name="Google Shape;64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2" y="1398656"/>
            <a:ext cx="4134822" cy="352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7224" y="2184177"/>
            <a:ext cx="4767375" cy="151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7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GRCm39</a:t>
            </a:r>
            <a:endParaRPr/>
          </a:p>
        </p:txBody>
      </p:sp>
      <p:sp>
        <p:nvSpPr>
          <p:cNvPr id="656" name="Google Shape;656;p75"/>
          <p:cNvSpPr txBox="1"/>
          <p:nvPr/>
        </p:nvSpPr>
        <p:spPr>
          <a:xfrm>
            <a:off x="93000" y="879900"/>
            <a:ext cx="854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Compare regulatory activity across the group of selected epigenemes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57" name="Google Shape;65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00" y="1398656"/>
            <a:ext cx="4116724" cy="352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75"/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7142" y="1417958"/>
            <a:ext cx="2546266" cy="2186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75"/>
          <p:cNvPicPr preferRelativeResize="0"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7928" y="3713468"/>
            <a:ext cx="3083422" cy="1100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7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GRCm39</a:t>
            </a:r>
            <a:endParaRPr/>
          </a:p>
        </p:txBody>
      </p:sp>
      <p:sp>
        <p:nvSpPr>
          <p:cNvPr id="665" name="Google Shape;665;p76"/>
          <p:cNvSpPr txBox="1"/>
          <p:nvPr/>
        </p:nvSpPr>
        <p:spPr>
          <a:xfrm>
            <a:off x="93000" y="879900"/>
            <a:ext cx="854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Compare regulatory activity across the group of selected epigenemes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66" name="Google Shape;66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100" y="1398650"/>
            <a:ext cx="4099154" cy="3527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5250" y="2206251"/>
            <a:ext cx="4871724" cy="140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7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GRCm39</a:t>
            </a:r>
            <a:endParaRPr/>
          </a:p>
        </p:txBody>
      </p:sp>
      <p:sp>
        <p:nvSpPr>
          <p:cNvPr id="673" name="Google Shape;673;p77"/>
          <p:cNvSpPr txBox="1"/>
          <p:nvPr/>
        </p:nvSpPr>
        <p:spPr>
          <a:xfrm>
            <a:off x="93000" y="879900"/>
            <a:ext cx="854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Inspect supporting epigenomic evidence in the indicated epigenome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74" name="Google Shape;674;p77"/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775" y="1454159"/>
            <a:ext cx="7159749" cy="3292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7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GRCm39</a:t>
            </a:r>
            <a:endParaRPr/>
          </a:p>
        </p:txBody>
      </p:sp>
      <p:sp>
        <p:nvSpPr>
          <p:cNvPr id="680" name="Google Shape;680;p78"/>
          <p:cNvSpPr txBox="1"/>
          <p:nvPr/>
        </p:nvSpPr>
        <p:spPr>
          <a:xfrm>
            <a:off x="93000" y="879900"/>
            <a:ext cx="854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Inspect supporting epigenomic evidence in the indicated epigenome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81" name="Google Shape;68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402" y="1460630"/>
            <a:ext cx="4111398" cy="352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0712" y="1398656"/>
            <a:ext cx="3970175" cy="34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7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GRCm39</a:t>
            </a:r>
            <a:endParaRPr/>
          </a:p>
        </p:txBody>
      </p:sp>
      <p:sp>
        <p:nvSpPr>
          <p:cNvPr id="688" name="Google Shape;688;p79"/>
          <p:cNvSpPr txBox="1"/>
          <p:nvPr/>
        </p:nvSpPr>
        <p:spPr>
          <a:xfrm>
            <a:off x="93000" y="879900"/>
            <a:ext cx="854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Inspect supporting epigenomic evidence in the indicated epigenome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89" name="Google Shape;68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787" y="1398656"/>
            <a:ext cx="4330099" cy="371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8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GRCm39</a:t>
            </a:r>
            <a:endParaRPr/>
          </a:p>
        </p:txBody>
      </p:sp>
      <p:sp>
        <p:nvSpPr>
          <p:cNvPr id="695" name="Google Shape;695;p80"/>
          <p:cNvSpPr txBox="1"/>
          <p:nvPr/>
        </p:nvSpPr>
        <p:spPr>
          <a:xfrm>
            <a:off x="93000" y="879900"/>
            <a:ext cx="854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Identify at least one context-dependent example.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96" name="Google Shape;696;p80"/>
          <p:cNvSpPr txBox="1"/>
          <p:nvPr/>
        </p:nvSpPr>
        <p:spPr>
          <a:xfrm>
            <a:off x="4880100" y="3023350"/>
            <a:ext cx="21651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The ENSMUSR6_94P7G </a:t>
            </a:r>
            <a:r>
              <a:rPr lang="en-GB" sz="1600" b="1">
                <a:solidFill>
                  <a:schemeClr val="accent3"/>
                </a:solidFill>
              </a:rPr>
              <a:t>enhancer</a:t>
            </a:r>
            <a:r>
              <a:rPr lang="en-GB" sz="1600">
                <a:solidFill>
                  <a:schemeClr val="dk1"/>
                </a:solidFill>
              </a:rPr>
              <a:t> is inactive in all forebrain epigenomes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97" name="Google Shape;69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50" y="1311000"/>
            <a:ext cx="4111924" cy="3527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7475" y="1311001"/>
            <a:ext cx="4603400" cy="163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8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Regulation: GRCm39</a:t>
            </a:r>
            <a:endParaRPr/>
          </a:p>
        </p:txBody>
      </p:sp>
      <p:sp>
        <p:nvSpPr>
          <p:cNvPr id="704" name="Google Shape;704;p81"/>
          <p:cNvSpPr txBox="1"/>
          <p:nvPr/>
        </p:nvSpPr>
        <p:spPr>
          <a:xfrm>
            <a:off x="93000" y="879900"/>
            <a:ext cx="85416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Compare the results with the ones obtained in the previous session. </a:t>
            </a:r>
            <a:r>
              <a:rPr lang="en-GB" sz="1600" b="1">
                <a:solidFill>
                  <a:schemeClr val="dk1"/>
                </a:solidFill>
              </a:rPr>
              <a:t>Note that in this case the comparison is possible because the coordinates are the same in mm10 and GRCm39 </a:t>
            </a:r>
            <a:endParaRPr sz="1600" b="1">
              <a:solidFill>
                <a:schemeClr val="dk1"/>
              </a:solidFill>
            </a:endParaRPr>
          </a:p>
        </p:txBody>
      </p:sp>
      <p:pic>
        <p:nvPicPr>
          <p:cNvPr id="705" name="Google Shape;705;p8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0125" y="2354825"/>
            <a:ext cx="4067399" cy="2366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265731"/>
            <a:ext cx="4800932" cy="209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EMBL template">
      <a:dk1>
        <a:srgbClr val="000000"/>
      </a:dk1>
      <a:lt1>
        <a:srgbClr val="FFFFFF"/>
      </a:lt1>
      <a:dk2>
        <a:srgbClr val="007B53"/>
      </a:dk2>
      <a:lt2>
        <a:srgbClr val="707372"/>
      </a:lt2>
      <a:accent1>
        <a:srgbClr val="18974C"/>
      </a:accent1>
      <a:accent2>
        <a:srgbClr val="A1BE1F"/>
      </a:accent2>
      <a:accent3>
        <a:srgbClr val="F49E17"/>
      </a:accent3>
      <a:accent4>
        <a:srgbClr val="F4C61F"/>
      </a:accent4>
      <a:accent5>
        <a:srgbClr val="D41645"/>
      </a:accent5>
      <a:accent6>
        <a:srgbClr val="3B6FB6"/>
      </a:accent6>
      <a:hlink>
        <a:srgbClr val="2A57A3"/>
      </a:hlink>
      <a:folHlink>
        <a:srgbClr val="7345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</Words>
  <Application>Microsoft Macintosh PowerPoint</Application>
  <PresentationFormat>On-screen Show (16:9)</PresentationFormat>
  <Paragraphs>88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Libre Franklin Medium</vt:lpstr>
      <vt:lpstr>Arial</vt:lpstr>
      <vt:lpstr>Arial Black</vt:lpstr>
      <vt:lpstr>Franklin Gothic</vt:lpstr>
      <vt:lpstr>Libre Franklin Thin</vt:lpstr>
      <vt:lpstr>Libre Franklin</vt:lpstr>
      <vt:lpstr>Custom Design</vt:lpstr>
      <vt:lpstr>Multi-species Catalogues of Regulatory Elements: Ensembl</vt:lpstr>
      <vt:lpstr>PowerPoint Presentation</vt:lpstr>
      <vt:lpstr>Ensembl Regulation</vt:lpstr>
      <vt:lpstr>Ensembl Regulation: GRCh38</vt:lpstr>
      <vt:lpstr>Ensembl Regulation: GRCh38</vt:lpstr>
      <vt:lpstr>Ensembl Regulation: GRCh38</vt:lpstr>
      <vt:lpstr>Ensembl Regulation: GRCh38</vt:lpstr>
      <vt:lpstr>Ensembl Regulation: GRCh38</vt:lpstr>
      <vt:lpstr>Ensembl Regulation: GRCh38</vt:lpstr>
      <vt:lpstr>Ensembl Regulation: GRCh38</vt:lpstr>
      <vt:lpstr>Ensembl Regulation: GRCh38</vt:lpstr>
      <vt:lpstr>Ensembl Regulation: GRCh38</vt:lpstr>
      <vt:lpstr>Ensembl Regulation: GRCh38</vt:lpstr>
      <vt:lpstr>Ensembl Regulation: GRCh38</vt:lpstr>
      <vt:lpstr>Ensembl Regulation: GRCh38</vt:lpstr>
      <vt:lpstr>Ensembl Regulation</vt:lpstr>
      <vt:lpstr>Ensembl Regulation: GRCm39</vt:lpstr>
      <vt:lpstr>Ensembl Regulation: GRCm39</vt:lpstr>
      <vt:lpstr>Ensembl Regulation: GRCm39</vt:lpstr>
      <vt:lpstr>Ensembl Regulation: GRCm39</vt:lpstr>
      <vt:lpstr>Ensembl Regulation: GRCm39</vt:lpstr>
      <vt:lpstr>Ensembl Regulation: GRCm39</vt:lpstr>
      <vt:lpstr>Ensembl Regulation: GRCm39</vt:lpstr>
      <vt:lpstr>Ensembl Regulation: GRCm39</vt:lpstr>
      <vt:lpstr>Ensembl Regulation: GRCm39</vt:lpstr>
      <vt:lpstr>Ensembl Regulation: GRCm39</vt:lpstr>
      <vt:lpstr>Ensembl Regulation: GRCm39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Gabriela Merino</cp:lastModifiedBy>
  <cp:revision>1</cp:revision>
  <dcterms:modified xsi:type="dcterms:W3CDTF">2026-08-20T14:22:59Z</dcterms:modified>
</cp:coreProperties>
</file>